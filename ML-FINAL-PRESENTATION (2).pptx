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308" r:id="rId5"/>
    <p:sldId id="309" r:id="rId6"/>
    <p:sldId id="310" r:id="rId7"/>
    <p:sldId id="313" r:id="rId8"/>
    <p:sldId id="314" r:id="rId9"/>
    <p:sldId id="315" r:id="rId10"/>
    <p:sldId id="316" r:id="rId11"/>
    <p:sldId id="291" r:id="rId12"/>
    <p:sldId id="292" r:id="rId13"/>
    <p:sldId id="302" r:id="rId14"/>
    <p:sldId id="305" r:id="rId15"/>
    <p:sldId id="293" r:id="rId16"/>
    <p:sldId id="294" r:id="rId17"/>
    <p:sldId id="295" r:id="rId18"/>
    <p:sldId id="296" r:id="rId19"/>
    <p:sldId id="297" r:id="rId20"/>
    <p:sldId id="299" r:id="rId21"/>
    <p:sldId id="298" r:id="rId22"/>
    <p:sldId id="306" r:id="rId23"/>
    <p:sldId id="300" r:id="rId24"/>
    <p:sldId id="301" r:id="rId25"/>
    <p:sldId id="303" r:id="rId26"/>
    <p:sldId id="28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14" userDrawn="1">
          <p15:clr>
            <a:srgbClr val="A4A3A4"/>
          </p15:clr>
        </p15:guide>
        <p15:guide id="3" pos="7480" userDrawn="1">
          <p15:clr>
            <a:srgbClr val="A4A3A4"/>
          </p15:clr>
        </p15:guide>
        <p15:guide id="4" pos="88" userDrawn="1">
          <p15:clr>
            <a:srgbClr val="A4A3A4"/>
          </p15:clr>
        </p15:guide>
        <p15:guide id="5" orient="horz" pos="648" userDrawn="1">
          <p15:clr>
            <a:srgbClr val="A4A3A4"/>
          </p15:clr>
        </p15:guide>
        <p15:guide id="6" orient="horz" pos="409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52" autoAdjust="0"/>
  </p:normalViewPr>
  <p:slideViewPr>
    <p:cSldViewPr snapToGrid="0" showGuides="1">
      <p:cViewPr varScale="1">
        <p:scale>
          <a:sx n="111" d="100"/>
          <a:sy n="111" d="100"/>
        </p:scale>
        <p:origin x="534" y="96"/>
      </p:cViewPr>
      <p:guideLst>
        <p:guide orient="horz" pos="2328"/>
        <p:guide pos="3814"/>
        <p:guide pos="7480"/>
        <p:guide pos="88"/>
        <p:guide orient="horz" pos="648"/>
        <p:guide orient="horz" pos="409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#1">
  <dgm:title val=""/>
  <dgm:desc val=""/>
  <dgm:catLst>
    <dgm:cat type="accent6" pri="11200"/>
  </dgm:catLst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7CF013-9B7D-4752-B13B-F19E075973DF}" type="doc">
      <dgm:prSet loTypeId="urn:microsoft.com/office/officeart/2018/2/layout/IconVerticalSolidList" loCatId="icon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61B29286-F983-4706-BEBE-BDA65FB7DA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Supervised by: </a:t>
          </a:r>
          <a:r>
            <a:rPr lang="nl-NL" dirty="0">
              <a:latin typeface="Times New Roman" panose="02020603050405020304" pitchFamily="18" charset="0"/>
              <a:cs typeface="Times New Roman" panose="02020603050405020304" pitchFamily="18" charset="0"/>
            </a:rPr>
            <a:t>Prof. Dr. Md. Asraf Ali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88EC8EB-17F6-4C1B-BCAB-A747BD6739FF}" type="parTrans" cxnId="{24BA2BBA-3235-4DA2-A0C4-BEAD5B712F17}">
      <dgm:prSet/>
      <dgm:spPr/>
      <dgm:t>
        <a:bodyPr/>
        <a:lstStyle/>
        <a:p>
          <a:endParaRPr lang="en-US"/>
        </a:p>
      </dgm:t>
    </dgm:pt>
    <dgm:pt modelId="{0593BD30-F120-484E-8CB6-CAF83B495B2A}" type="sibTrans" cxnId="{24BA2BBA-3235-4DA2-A0C4-BEAD5B712F17}">
      <dgm:prSet/>
      <dgm:spPr/>
      <dgm:t>
        <a:bodyPr/>
        <a:lstStyle/>
        <a:p>
          <a:endParaRPr lang="en-US"/>
        </a:p>
      </dgm:t>
    </dgm:pt>
    <dgm:pt modelId="{5011E928-14A3-4C60-9E03-FC5E1129E3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Course name: Machine learning</a:t>
          </a:r>
        </a:p>
      </dgm:t>
    </dgm:pt>
    <dgm:pt modelId="{745E6E4E-9414-48BC-97F9-BC1358CE8344}" type="parTrans" cxnId="{E87A17F6-7CD8-4882-8F37-78DFBB27A0E9}">
      <dgm:prSet/>
      <dgm:spPr/>
      <dgm:t>
        <a:bodyPr/>
        <a:lstStyle/>
        <a:p>
          <a:endParaRPr lang="en-US"/>
        </a:p>
      </dgm:t>
    </dgm:pt>
    <dgm:pt modelId="{8B5763BD-D145-40E7-8900-12EC0D206BE7}" type="sibTrans" cxnId="{E87A17F6-7CD8-4882-8F37-78DFBB27A0E9}">
      <dgm:prSet/>
      <dgm:spPr/>
      <dgm:t>
        <a:bodyPr/>
        <a:lstStyle/>
        <a:p>
          <a:endParaRPr lang="en-US"/>
        </a:p>
      </dgm:t>
    </dgm:pt>
    <dgm:pt modelId="{8155F92F-3903-432E-A27D-9569F49C58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Section: E</a:t>
          </a:r>
        </a:p>
      </dgm:t>
    </dgm:pt>
    <dgm:pt modelId="{52BD161A-24FB-4F5C-98F3-FB89B40F86EA}" type="parTrans" cxnId="{E01AD6A0-38D5-4A06-9785-BFA4C72A03DA}">
      <dgm:prSet/>
      <dgm:spPr/>
      <dgm:t>
        <a:bodyPr/>
        <a:lstStyle/>
        <a:p>
          <a:endParaRPr lang="en-US"/>
        </a:p>
      </dgm:t>
    </dgm:pt>
    <dgm:pt modelId="{678807BB-EA2E-4E92-85F4-5566296F39CA}" type="sibTrans" cxnId="{E01AD6A0-38D5-4A06-9785-BFA4C72A03DA}">
      <dgm:prSet/>
      <dgm:spPr/>
      <dgm:t>
        <a:bodyPr/>
        <a:lstStyle/>
        <a:p>
          <a:endParaRPr lang="en-US"/>
        </a:p>
      </dgm:t>
    </dgm:pt>
    <dgm:pt modelId="{83641C16-3715-451B-AFA4-316782578ED8}" type="pres">
      <dgm:prSet presAssocID="{C87CF013-9B7D-4752-B13B-F19E075973DF}" presName="root" presStyleCnt="0">
        <dgm:presLayoutVars>
          <dgm:dir/>
          <dgm:resizeHandles val="exact"/>
        </dgm:presLayoutVars>
      </dgm:prSet>
      <dgm:spPr/>
    </dgm:pt>
    <dgm:pt modelId="{8BAEACED-8503-44E9-997F-EEA872E96183}" type="pres">
      <dgm:prSet presAssocID="{61B29286-F983-4706-BEBE-BDA65FB7DA0B}" presName="compNode" presStyleCnt="0"/>
      <dgm:spPr/>
    </dgm:pt>
    <dgm:pt modelId="{8E74F5AB-C3A4-47CE-AB4B-CB5A53EB0D66}" type="pres">
      <dgm:prSet presAssocID="{61B29286-F983-4706-BEBE-BDA65FB7DA0B}" presName="bgRect" presStyleLbl="bgShp" presStyleIdx="0" presStyleCnt="3"/>
      <dgm:spPr/>
    </dgm:pt>
    <dgm:pt modelId="{0CE00EA5-C6A6-416C-9A90-893CD700D0E6}" type="pres">
      <dgm:prSet presAssocID="{61B29286-F983-4706-BEBE-BDA65FB7DA0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</dgm:pt>
    <dgm:pt modelId="{898C4964-501C-4B4E-8D2A-D2000D9EBB5D}" type="pres">
      <dgm:prSet presAssocID="{61B29286-F983-4706-BEBE-BDA65FB7DA0B}" presName="spaceRect" presStyleCnt="0"/>
      <dgm:spPr/>
    </dgm:pt>
    <dgm:pt modelId="{0E6866AF-262E-4AAB-8CEB-3B84B50C7A20}" type="pres">
      <dgm:prSet presAssocID="{61B29286-F983-4706-BEBE-BDA65FB7DA0B}" presName="parTx" presStyleLbl="revTx" presStyleIdx="0" presStyleCnt="3">
        <dgm:presLayoutVars>
          <dgm:chMax val="0"/>
          <dgm:chPref val="0"/>
        </dgm:presLayoutVars>
      </dgm:prSet>
      <dgm:spPr/>
    </dgm:pt>
    <dgm:pt modelId="{114BCA2D-8658-4DD2-8151-E65449673E0A}" type="pres">
      <dgm:prSet presAssocID="{0593BD30-F120-484E-8CB6-CAF83B495B2A}" presName="sibTrans" presStyleCnt="0"/>
      <dgm:spPr/>
    </dgm:pt>
    <dgm:pt modelId="{3185319D-081A-4D87-B2F7-0F99F6FCCB56}" type="pres">
      <dgm:prSet presAssocID="{5011E928-14A3-4C60-9E03-FC5E1129E390}" presName="compNode" presStyleCnt="0"/>
      <dgm:spPr/>
    </dgm:pt>
    <dgm:pt modelId="{F71CEA27-4E41-4A28-9DF6-27E29963904D}" type="pres">
      <dgm:prSet presAssocID="{5011E928-14A3-4C60-9E03-FC5E1129E390}" presName="bgRect" presStyleLbl="bgShp" presStyleIdx="1" presStyleCnt="3"/>
      <dgm:spPr/>
    </dgm:pt>
    <dgm:pt modelId="{52E1DF15-3384-4E97-9486-CD0B76DFAE07}" type="pres">
      <dgm:prSet presAssocID="{5011E928-14A3-4C60-9E03-FC5E1129E39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</dgm:pt>
    <dgm:pt modelId="{26B51C97-31A9-4CC8-B13C-7910D3D33263}" type="pres">
      <dgm:prSet presAssocID="{5011E928-14A3-4C60-9E03-FC5E1129E390}" presName="spaceRect" presStyleCnt="0"/>
      <dgm:spPr/>
    </dgm:pt>
    <dgm:pt modelId="{897C8441-B2F0-490C-A9F7-E9F8E858821E}" type="pres">
      <dgm:prSet presAssocID="{5011E928-14A3-4C60-9E03-FC5E1129E390}" presName="parTx" presStyleLbl="revTx" presStyleIdx="1" presStyleCnt="3">
        <dgm:presLayoutVars>
          <dgm:chMax val="0"/>
          <dgm:chPref val="0"/>
        </dgm:presLayoutVars>
      </dgm:prSet>
      <dgm:spPr/>
    </dgm:pt>
    <dgm:pt modelId="{8BA14F8A-929E-4FBE-8E3E-6944A82EF932}" type="pres">
      <dgm:prSet presAssocID="{8B5763BD-D145-40E7-8900-12EC0D206BE7}" presName="sibTrans" presStyleCnt="0"/>
      <dgm:spPr/>
    </dgm:pt>
    <dgm:pt modelId="{25B22679-8646-4287-8917-7A4BE43234D4}" type="pres">
      <dgm:prSet presAssocID="{8155F92F-3903-432E-A27D-9569F49C5885}" presName="compNode" presStyleCnt="0"/>
      <dgm:spPr/>
    </dgm:pt>
    <dgm:pt modelId="{D12B70CC-D15B-4D85-B117-1CBC47059CEF}" type="pres">
      <dgm:prSet presAssocID="{8155F92F-3903-432E-A27D-9569F49C5885}" presName="bgRect" presStyleLbl="bgShp" presStyleIdx="2" presStyleCnt="3"/>
      <dgm:spPr/>
    </dgm:pt>
    <dgm:pt modelId="{B12854E2-47F3-4BC8-A623-F3BE5A615365}" type="pres">
      <dgm:prSet presAssocID="{8155F92F-3903-432E-A27D-9569F49C588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</dgm:pt>
    <dgm:pt modelId="{89D38C1D-5979-40C2-9D59-A689693E98C2}" type="pres">
      <dgm:prSet presAssocID="{8155F92F-3903-432E-A27D-9569F49C5885}" presName="spaceRect" presStyleCnt="0"/>
      <dgm:spPr/>
    </dgm:pt>
    <dgm:pt modelId="{A6851A13-C633-46B9-BFA4-3C8CC15F77C7}" type="pres">
      <dgm:prSet presAssocID="{8155F92F-3903-432E-A27D-9569F49C588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45A7F84-9F71-4468-8ECC-3989590DE716}" type="presOf" srcId="{8155F92F-3903-432E-A27D-9569F49C5885}" destId="{A6851A13-C633-46B9-BFA4-3C8CC15F77C7}" srcOrd="0" destOrd="0" presId="urn:microsoft.com/office/officeart/2018/2/layout/IconVerticalSolidList"/>
    <dgm:cxn modelId="{0EE0919C-278A-4BD9-AFB8-C958CB6680EF}" type="presOf" srcId="{5011E928-14A3-4C60-9E03-FC5E1129E390}" destId="{897C8441-B2F0-490C-A9F7-E9F8E858821E}" srcOrd="0" destOrd="0" presId="urn:microsoft.com/office/officeart/2018/2/layout/IconVerticalSolidList"/>
    <dgm:cxn modelId="{E01AD6A0-38D5-4A06-9785-BFA4C72A03DA}" srcId="{C87CF013-9B7D-4752-B13B-F19E075973DF}" destId="{8155F92F-3903-432E-A27D-9569F49C5885}" srcOrd="2" destOrd="0" parTransId="{52BD161A-24FB-4F5C-98F3-FB89B40F86EA}" sibTransId="{678807BB-EA2E-4E92-85F4-5566296F39CA}"/>
    <dgm:cxn modelId="{C729E9A4-459F-4418-A0DA-B8671849E62C}" type="presOf" srcId="{C87CF013-9B7D-4752-B13B-F19E075973DF}" destId="{83641C16-3715-451B-AFA4-316782578ED8}" srcOrd="0" destOrd="0" presId="urn:microsoft.com/office/officeart/2018/2/layout/IconVerticalSolidList"/>
    <dgm:cxn modelId="{24BA2BBA-3235-4DA2-A0C4-BEAD5B712F17}" srcId="{C87CF013-9B7D-4752-B13B-F19E075973DF}" destId="{61B29286-F983-4706-BEBE-BDA65FB7DA0B}" srcOrd="0" destOrd="0" parTransId="{888EC8EB-17F6-4C1B-BCAB-A747BD6739FF}" sibTransId="{0593BD30-F120-484E-8CB6-CAF83B495B2A}"/>
    <dgm:cxn modelId="{2B719CF3-E7D5-4F37-9369-140D4204CD1F}" type="presOf" srcId="{61B29286-F983-4706-BEBE-BDA65FB7DA0B}" destId="{0E6866AF-262E-4AAB-8CEB-3B84B50C7A20}" srcOrd="0" destOrd="0" presId="urn:microsoft.com/office/officeart/2018/2/layout/IconVerticalSolidList"/>
    <dgm:cxn modelId="{E87A17F6-7CD8-4882-8F37-78DFBB27A0E9}" srcId="{C87CF013-9B7D-4752-B13B-F19E075973DF}" destId="{5011E928-14A3-4C60-9E03-FC5E1129E390}" srcOrd="1" destOrd="0" parTransId="{745E6E4E-9414-48BC-97F9-BC1358CE8344}" sibTransId="{8B5763BD-D145-40E7-8900-12EC0D206BE7}"/>
    <dgm:cxn modelId="{B85AD555-FAD8-479D-9A6F-CF999E1A0A90}" type="presParOf" srcId="{83641C16-3715-451B-AFA4-316782578ED8}" destId="{8BAEACED-8503-44E9-997F-EEA872E96183}" srcOrd="0" destOrd="0" presId="urn:microsoft.com/office/officeart/2018/2/layout/IconVerticalSolidList"/>
    <dgm:cxn modelId="{CE344E00-5E56-4B00-A343-F6AE8201D56B}" type="presParOf" srcId="{8BAEACED-8503-44E9-997F-EEA872E96183}" destId="{8E74F5AB-C3A4-47CE-AB4B-CB5A53EB0D66}" srcOrd="0" destOrd="0" presId="urn:microsoft.com/office/officeart/2018/2/layout/IconVerticalSolidList"/>
    <dgm:cxn modelId="{37FC2B64-C82A-4AB7-BE5D-0BA8D62C112B}" type="presParOf" srcId="{8BAEACED-8503-44E9-997F-EEA872E96183}" destId="{0CE00EA5-C6A6-416C-9A90-893CD700D0E6}" srcOrd="1" destOrd="0" presId="urn:microsoft.com/office/officeart/2018/2/layout/IconVerticalSolidList"/>
    <dgm:cxn modelId="{3211C369-9BF6-4A65-A030-84E0B6D59BD6}" type="presParOf" srcId="{8BAEACED-8503-44E9-997F-EEA872E96183}" destId="{898C4964-501C-4B4E-8D2A-D2000D9EBB5D}" srcOrd="2" destOrd="0" presId="urn:microsoft.com/office/officeart/2018/2/layout/IconVerticalSolidList"/>
    <dgm:cxn modelId="{644A4FC9-C7D7-4D00-B345-9BF7DA59D8B4}" type="presParOf" srcId="{8BAEACED-8503-44E9-997F-EEA872E96183}" destId="{0E6866AF-262E-4AAB-8CEB-3B84B50C7A20}" srcOrd="3" destOrd="0" presId="urn:microsoft.com/office/officeart/2018/2/layout/IconVerticalSolidList"/>
    <dgm:cxn modelId="{A7239937-D4E2-4162-BD30-DED98AE23D94}" type="presParOf" srcId="{83641C16-3715-451B-AFA4-316782578ED8}" destId="{114BCA2D-8658-4DD2-8151-E65449673E0A}" srcOrd="1" destOrd="0" presId="urn:microsoft.com/office/officeart/2018/2/layout/IconVerticalSolidList"/>
    <dgm:cxn modelId="{FA1090CE-B3F9-4AD2-B951-33663182960B}" type="presParOf" srcId="{83641C16-3715-451B-AFA4-316782578ED8}" destId="{3185319D-081A-4D87-B2F7-0F99F6FCCB56}" srcOrd="2" destOrd="0" presId="urn:microsoft.com/office/officeart/2018/2/layout/IconVerticalSolidList"/>
    <dgm:cxn modelId="{350D1AC9-41E6-45D0-A49D-D12EA2782B83}" type="presParOf" srcId="{3185319D-081A-4D87-B2F7-0F99F6FCCB56}" destId="{F71CEA27-4E41-4A28-9DF6-27E29963904D}" srcOrd="0" destOrd="0" presId="urn:microsoft.com/office/officeart/2018/2/layout/IconVerticalSolidList"/>
    <dgm:cxn modelId="{C667139F-B7BF-443B-A3F1-6664AFDFE6FF}" type="presParOf" srcId="{3185319D-081A-4D87-B2F7-0F99F6FCCB56}" destId="{52E1DF15-3384-4E97-9486-CD0B76DFAE07}" srcOrd="1" destOrd="0" presId="urn:microsoft.com/office/officeart/2018/2/layout/IconVerticalSolidList"/>
    <dgm:cxn modelId="{AF26D6C5-58EC-4903-855C-365F7FBF9068}" type="presParOf" srcId="{3185319D-081A-4D87-B2F7-0F99F6FCCB56}" destId="{26B51C97-31A9-4CC8-B13C-7910D3D33263}" srcOrd="2" destOrd="0" presId="urn:microsoft.com/office/officeart/2018/2/layout/IconVerticalSolidList"/>
    <dgm:cxn modelId="{EAB08F0F-DB79-439D-83C3-DD6B67E9D9A9}" type="presParOf" srcId="{3185319D-081A-4D87-B2F7-0F99F6FCCB56}" destId="{897C8441-B2F0-490C-A9F7-E9F8E858821E}" srcOrd="3" destOrd="0" presId="urn:microsoft.com/office/officeart/2018/2/layout/IconVerticalSolidList"/>
    <dgm:cxn modelId="{BAB9420D-9AFD-4170-A0FF-D6EC9C2000EF}" type="presParOf" srcId="{83641C16-3715-451B-AFA4-316782578ED8}" destId="{8BA14F8A-929E-4FBE-8E3E-6944A82EF932}" srcOrd="3" destOrd="0" presId="urn:microsoft.com/office/officeart/2018/2/layout/IconVerticalSolidList"/>
    <dgm:cxn modelId="{692A6DF4-141D-4706-91F7-854E759E33B8}" type="presParOf" srcId="{83641C16-3715-451B-AFA4-316782578ED8}" destId="{25B22679-8646-4287-8917-7A4BE43234D4}" srcOrd="4" destOrd="0" presId="urn:microsoft.com/office/officeart/2018/2/layout/IconVerticalSolidList"/>
    <dgm:cxn modelId="{C6A2B595-0794-4786-9EB8-A9ED3FCD0E3F}" type="presParOf" srcId="{25B22679-8646-4287-8917-7A4BE43234D4}" destId="{D12B70CC-D15B-4D85-B117-1CBC47059CEF}" srcOrd="0" destOrd="0" presId="urn:microsoft.com/office/officeart/2018/2/layout/IconVerticalSolidList"/>
    <dgm:cxn modelId="{1438FCC2-4D5D-43A1-B758-4781A715CB04}" type="presParOf" srcId="{25B22679-8646-4287-8917-7A4BE43234D4}" destId="{B12854E2-47F3-4BC8-A623-F3BE5A615365}" srcOrd="1" destOrd="0" presId="urn:microsoft.com/office/officeart/2018/2/layout/IconVerticalSolidList"/>
    <dgm:cxn modelId="{2BBF4383-8487-4305-BC13-AA15E052D1C8}" type="presParOf" srcId="{25B22679-8646-4287-8917-7A4BE43234D4}" destId="{89D38C1D-5979-40C2-9D59-A689693E98C2}" srcOrd="2" destOrd="0" presId="urn:microsoft.com/office/officeart/2018/2/layout/IconVerticalSolidList"/>
    <dgm:cxn modelId="{8ECC94EE-BFF8-487B-8B58-73B476EDC953}" type="presParOf" srcId="{25B22679-8646-4287-8917-7A4BE43234D4}" destId="{A6851A13-C633-46B9-BFA4-3C8CC15F77C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878DFC-8751-4504-BC21-81B779FF6EBA}" type="doc">
      <dgm:prSet loTypeId="urn:microsoft.com/office/officeart/2018/2/layout/IconCircleList" loCatId="icon" qsTypeId="urn:microsoft.com/office/officeart/2005/8/quickstyle/simple4#1" qsCatId="simple" csTypeId="urn:microsoft.com/office/officeart/2005/8/colors/colorful5#1" csCatId="colorful" phldr="1"/>
      <dgm:spPr/>
      <dgm:t>
        <a:bodyPr/>
        <a:lstStyle/>
        <a:p>
          <a:endParaRPr lang="en-US"/>
        </a:p>
      </dgm:t>
    </dgm:pt>
    <dgm:pt modelId="{7ECEAB7D-2FEC-4570-9B30-D320992FAA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Problem background</a:t>
          </a:r>
        </a:p>
      </dgm:t>
    </dgm:pt>
    <dgm:pt modelId="{430EAB64-57C5-4902-B335-66EC61B91CC9}" type="parTrans" cxnId="{105F7DEF-0AFF-47F3-BAC1-2C9540B5E4E2}">
      <dgm:prSet/>
      <dgm:spPr/>
      <dgm:t>
        <a:bodyPr/>
        <a:lstStyle/>
        <a:p>
          <a:endParaRPr lang="en-US"/>
        </a:p>
      </dgm:t>
    </dgm:pt>
    <dgm:pt modelId="{ADF16DA1-BA72-4116-814E-B180DC368C09}" type="sibTrans" cxnId="{105F7DEF-0AFF-47F3-BAC1-2C9540B5E4E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901BF2C-FC03-40C2-A359-6B4189A8FF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Motivation</a:t>
          </a:r>
        </a:p>
      </dgm:t>
    </dgm:pt>
    <dgm:pt modelId="{7C855F08-DA65-478B-9BD6-F43656507BC3}" type="parTrans" cxnId="{85889F8C-BACF-4489-9887-6E91212EFEE0}">
      <dgm:prSet/>
      <dgm:spPr/>
      <dgm:t>
        <a:bodyPr/>
        <a:lstStyle/>
        <a:p>
          <a:endParaRPr lang="en-US"/>
        </a:p>
      </dgm:t>
    </dgm:pt>
    <dgm:pt modelId="{85C132A1-70DD-4571-B0F9-AE17B38AADBB}" type="sibTrans" cxnId="{85889F8C-BACF-4489-9887-6E91212EFEE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82C833E-712E-4D41-8AB2-51D0EEF527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Objective</a:t>
          </a:r>
        </a:p>
      </dgm:t>
    </dgm:pt>
    <dgm:pt modelId="{4F066C65-310A-4A2B-8905-C5FCAF5B46CB}" type="parTrans" cxnId="{8541FCF4-1E48-466F-9A4F-80366D33017B}">
      <dgm:prSet/>
      <dgm:spPr/>
      <dgm:t>
        <a:bodyPr/>
        <a:lstStyle/>
        <a:p>
          <a:endParaRPr lang="en-US"/>
        </a:p>
      </dgm:t>
    </dgm:pt>
    <dgm:pt modelId="{351473F7-A3DE-4DFC-9E6A-F479B126E27A}" type="sibTrans" cxnId="{8541FCF4-1E48-466F-9A4F-80366D33017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0D7A33F-6DEB-4465-92D7-8CE1C0E277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Methodology</a:t>
          </a:r>
        </a:p>
      </dgm:t>
    </dgm:pt>
    <dgm:pt modelId="{E46E7820-88B5-4214-9D69-ADEA15E8EEA5}" type="parTrans" cxnId="{51208B4A-ED31-42EB-8378-E1C0CC3B3D21}">
      <dgm:prSet/>
      <dgm:spPr/>
      <dgm:t>
        <a:bodyPr/>
        <a:lstStyle/>
        <a:p>
          <a:endParaRPr lang="en-US"/>
        </a:p>
      </dgm:t>
    </dgm:pt>
    <dgm:pt modelId="{3E825854-CDE1-4309-89AF-99136896F818}" type="sibTrans" cxnId="{51208B4A-ED31-42EB-8378-E1C0CC3B3D2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62FE83F-7A37-4665-B7FB-33A4EF5AB2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Result &amp; Discussion</a:t>
          </a:r>
        </a:p>
      </dgm:t>
    </dgm:pt>
    <dgm:pt modelId="{9244620D-4EB1-4F4A-9645-BDE6A8785E3E}" type="parTrans" cxnId="{415CF179-9379-4F5F-B339-5D136466305A}">
      <dgm:prSet/>
      <dgm:spPr/>
      <dgm:t>
        <a:bodyPr/>
        <a:lstStyle/>
        <a:p>
          <a:endParaRPr lang="en-US"/>
        </a:p>
      </dgm:t>
    </dgm:pt>
    <dgm:pt modelId="{4A46E9C0-EB54-40A6-B34F-019849F5D40D}" type="sibTrans" cxnId="{415CF179-9379-4F5F-B339-5D136466305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9E12F82-D318-4C24-A782-67F0B62BE7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gm:t>
    </dgm:pt>
    <dgm:pt modelId="{CC890B71-40AA-431D-8BC6-87173631017D}" type="parTrans" cxnId="{70C959DF-73E3-48B3-BA90-23FD113974AF}">
      <dgm:prSet/>
      <dgm:spPr/>
      <dgm:t>
        <a:bodyPr/>
        <a:lstStyle/>
        <a:p>
          <a:endParaRPr lang="en-US"/>
        </a:p>
      </dgm:t>
    </dgm:pt>
    <dgm:pt modelId="{7D78368A-F90D-42AC-A720-90C1E7756475}" type="sibTrans" cxnId="{70C959DF-73E3-48B3-BA90-23FD113974A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98B585E-900A-4C93-995C-F7C3BCC853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References</a:t>
          </a:r>
        </a:p>
      </dgm:t>
    </dgm:pt>
    <dgm:pt modelId="{56283E72-8725-455B-A18B-5756C20A107A}" type="parTrans" cxnId="{57E8EC83-1CCA-4988-AA25-758ACCED6BF9}">
      <dgm:prSet/>
      <dgm:spPr/>
      <dgm:t>
        <a:bodyPr/>
        <a:lstStyle/>
        <a:p>
          <a:endParaRPr lang="en-US"/>
        </a:p>
      </dgm:t>
    </dgm:pt>
    <dgm:pt modelId="{8339DFB6-00CC-499D-AC85-0F577ABE3832}" type="sibTrans" cxnId="{57E8EC83-1CCA-4988-AA25-758ACCED6BF9}">
      <dgm:prSet/>
      <dgm:spPr/>
      <dgm:t>
        <a:bodyPr/>
        <a:lstStyle/>
        <a:p>
          <a:endParaRPr lang="en-US"/>
        </a:p>
      </dgm:t>
    </dgm:pt>
    <dgm:pt modelId="{2C736F27-89FE-4C59-B0F6-BFFE7FA84F22}" type="pres">
      <dgm:prSet presAssocID="{8F878DFC-8751-4504-BC21-81B779FF6EBA}" presName="root" presStyleCnt="0">
        <dgm:presLayoutVars>
          <dgm:dir/>
          <dgm:resizeHandles val="exact"/>
        </dgm:presLayoutVars>
      </dgm:prSet>
      <dgm:spPr/>
    </dgm:pt>
    <dgm:pt modelId="{C157EB21-9BAC-4B96-B464-55B2FAFB90C1}" type="pres">
      <dgm:prSet presAssocID="{8F878DFC-8751-4504-BC21-81B779FF6EBA}" presName="container" presStyleCnt="0">
        <dgm:presLayoutVars>
          <dgm:dir/>
          <dgm:resizeHandles val="exact"/>
        </dgm:presLayoutVars>
      </dgm:prSet>
      <dgm:spPr/>
    </dgm:pt>
    <dgm:pt modelId="{A2A9D87F-FFD7-42DD-936C-48AF7BC5E875}" type="pres">
      <dgm:prSet presAssocID="{7ECEAB7D-2FEC-4570-9B30-D320992FAA08}" presName="compNode" presStyleCnt="0"/>
      <dgm:spPr/>
    </dgm:pt>
    <dgm:pt modelId="{74155267-A44F-433F-B47F-D604AF90993B}" type="pres">
      <dgm:prSet presAssocID="{7ECEAB7D-2FEC-4570-9B30-D320992FAA08}" presName="iconBgRect" presStyleLbl="bgShp" presStyleIdx="0" presStyleCnt="7"/>
      <dgm:spPr/>
    </dgm:pt>
    <dgm:pt modelId="{524C27A3-0262-46AA-A58A-87B2888E94DE}" type="pres">
      <dgm:prSet presAssocID="{7ECEAB7D-2FEC-4570-9B30-D320992FAA08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</dgm:pt>
    <dgm:pt modelId="{B088AAD3-A99C-4219-8AF8-3D0AD57F5110}" type="pres">
      <dgm:prSet presAssocID="{7ECEAB7D-2FEC-4570-9B30-D320992FAA08}" presName="spaceRect" presStyleCnt="0"/>
      <dgm:spPr/>
    </dgm:pt>
    <dgm:pt modelId="{6648897B-4AAD-4A7C-B4B4-2FFBF957BDB1}" type="pres">
      <dgm:prSet presAssocID="{7ECEAB7D-2FEC-4570-9B30-D320992FAA08}" presName="textRect" presStyleLbl="revTx" presStyleIdx="0" presStyleCnt="7">
        <dgm:presLayoutVars>
          <dgm:chMax val="1"/>
          <dgm:chPref val="1"/>
        </dgm:presLayoutVars>
      </dgm:prSet>
      <dgm:spPr/>
    </dgm:pt>
    <dgm:pt modelId="{11349293-DE28-4A82-A8B4-C43F5C0C0AB2}" type="pres">
      <dgm:prSet presAssocID="{ADF16DA1-BA72-4116-814E-B180DC368C09}" presName="sibTrans" presStyleLbl="sibTrans2D1" presStyleIdx="0" presStyleCnt="0"/>
      <dgm:spPr/>
    </dgm:pt>
    <dgm:pt modelId="{0793F151-6C8D-4DBF-BBF5-90C6783CE724}" type="pres">
      <dgm:prSet presAssocID="{9901BF2C-FC03-40C2-A359-6B4189A8FF49}" presName="compNode" presStyleCnt="0"/>
      <dgm:spPr/>
    </dgm:pt>
    <dgm:pt modelId="{EA616CC8-909C-4729-858B-D27E417366B9}" type="pres">
      <dgm:prSet presAssocID="{9901BF2C-FC03-40C2-A359-6B4189A8FF49}" presName="iconBgRect" presStyleLbl="bgShp" presStyleIdx="1" presStyleCnt="7"/>
      <dgm:spPr/>
    </dgm:pt>
    <dgm:pt modelId="{B31334E3-5F79-40F6-A8E8-6B7E669681D0}" type="pres">
      <dgm:prSet presAssocID="{9901BF2C-FC03-40C2-A359-6B4189A8FF49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</dgm:pt>
    <dgm:pt modelId="{12692E53-1094-41E1-B26A-7D6C7ADCE281}" type="pres">
      <dgm:prSet presAssocID="{9901BF2C-FC03-40C2-A359-6B4189A8FF49}" presName="spaceRect" presStyleCnt="0"/>
      <dgm:spPr/>
    </dgm:pt>
    <dgm:pt modelId="{F77098CF-204D-418A-A072-93A61E0B61A5}" type="pres">
      <dgm:prSet presAssocID="{9901BF2C-FC03-40C2-A359-6B4189A8FF49}" presName="textRect" presStyleLbl="revTx" presStyleIdx="1" presStyleCnt="7">
        <dgm:presLayoutVars>
          <dgm:chMax val="1"/>
          <dgm:chPref val="1"/>
        </dgm:presLayoutVars>
      </dgm:prSet>
      <dgm:spPr/>
    </dgm:pt>
    <dgm:pt modelId="{E253197F-5A20-426D-87AB-67049BC156E7}" type="pres">
      <dgm:prSet presAssocID="{85C132A1-70DD-4571-B0F9-AE17B38AADBB}" presName="sibTrans" presStyleLbl="sibTrans2D1" presStyleIdx="0" presStyleCnt="0"/>
      <dgm:spPr/>
    </dgm:pt>
    <dgm:pt modelId="{31848039-8BD7-4ED6-8722-CDA2086185A9}" type="pres">
      <dgm:prSet presAssocID="{182C833E-712E-4D41-8AB2-51D0EEF5272D}" presName="compNode" presStyleCnt="0"/>
      <dgm:spPr/>
    </dgm:pt>
    <dgm:pt modelId="{3676D0A4-8F98-4C7E-AF4C-704160AA381E}" type="pres">
      <dgm:prSet presAssocID="{182C833E-712E-4D41-8AB2-51D0EEF5272D}" presName="iconBgRect" presStyleLbl="bgShp" presStyleIdx="2" presStyleCnt="7"/>
      <dgm:spPr/>
    </dgm:pt>
    <dgm:pt modelId="{30C52223-3BB9-497C-9D64-F68EB9763532}" type="pres">
      <dgm:prSet presAssocID="{182C833E-712E-4D41-8AB2-51D0EEF5272D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</dgm:pt>
    <dgm:pt modelId="{57B9C4F7-1F6E-4306-99F1-19610AB0D715}" type="pres">
      <dgm:prSet presAssocID="{182C833E-712E-4D41-8AB2-51D0EEF5272D}" presName="spaceRect" presStyleCnt="0"/>
      <dgm:spPr/>
    </dgm:pt>
    <dgm:pt modelId="{3474B659-0512-444D-845F-E7F95B586759}" type="pres">
      <dgm:prSet presAssocID="{182C833E-712E-4D41-8AB2-51D0EEF5272D}" presName="textRect" presStyleLbl="revTx" presStyleIdx="2" presStyleCnt="7">
        <dgm:presLayoutVars>
          <dgm:chMax val="1"/>
          <dgm:chPref val="1"/>
        </dgm:presLayoutVars>
      </dgm:prSet>
      <dgm:spPr/>
    </dgm:pt>
    <dgm:pt modelId="{9AE633AE-1B39-4262-BC3C-EC76C2BCC542}" type="pres">
      <dgm:prSet presAssocID="{351473F7-A3DE-4DFC-9E6A-F479B126E27A}" presName="sibTrans" presStyleLbl="sibTrans2D1" presStyleIdx="0" presStyleCnt="0"/>
      <dgm:spPr/>
    </dgm:pt>
    <dgm:pt modelId="{18C93B06-5AF4-462A-81AD-CD20C84CCBCF}" type="pres">
      <dgm:prSet presAssocID="{60D7A33F-6DEB-4465-92D7-8CE1C0E27734}" presName="compNode" presStyleCnt="0"/>
      <dgm:spPr/>
    </dgm:pt>
    <dgm:pt modelId="{0498D23E-F082-40DE-81AB-58A7EDEB8127}" type="pres">
      <dgm:prSet presAssocID="{60D7A33F-6DEB-4465-92D7-8CE1C0E27734}" presName="iconBgRect" presStyleLbl="bgShp" presStyleIdx="3" presStyleCnt="7"/>
      <dgm:spPr/>
    </dgm:pt>
    <dgm:pt modelId="{CE1E6668-B4EA-4B10-A237-CAF6F85E0D1F}" type="pres">
      <dgm:prSet presAssocID="{60D7A33F-6DEB-4465-92D7-8CE1C0E27734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</dgm:pt>
    <dgm:pt modelId="{F2409DB6-0215-4C8C-BF6A-E3925FE640D2}" type="pres">
      <dgm:prSet presAssocID="{60D7A33F-6DEB-4465-92D7-8CE1C0E27734}" presName="spaceRect" presStyleCnt="0"/>
      <dgm:spPr/>
    </dgm:pt>
    <dgm:pt modelId="{63165F7C-E828-4714-8451-F8CFA0B01E94}" type="pres">
      <dgm:prSet presAssocID="{60D7A33F-6DEB-4465-92D7-8CE1C0E27734}" presName="textRect" presStyleLbl="revTx" presStyleIdx="3" presStyleCnt="7">
        <dgm:presLayoutVars>
          <dgm:chMax val="1"/>
          <dgm:chPref val="1"/>
        </dgm:presLayoutVars>
      </dgm:prSet>
      <dgm:spPr/>
    </dgm:pt>
    <dgm:pt modelId="{5F73B298-5F13-497A-856E-5E53C7BC0741}" type="pres">
      <dgm:prSet presAssocID="{3E825854-CDE1-4309-89AF-99136896F818}" presName="sibTrans" presStyleLbl="sibTrans2D1" presStyleIdx="0" presStyleCnt="0"/>
      <dgm:spPr/>
    </dgm:pt>
    <dgm:pt modelId="{78AE5DF9-EBA4-4AA2-AEB9-7265A5F8C7D0}" type="pres">
      <dgm:prSet presAssocID="{962FE83F-7A37-4665-B7FB-33A4EF5AB2F6}" presName="compNode" presStyleCnt="0"/>
      <dgm:spPr/>
    </dgm:pt>
    <dgm:pt modelId="{EA6D589B-B3C8-4AD6-AB46-97AD6EF27F5D}" type="pres">
      <dgm:prSet presAssocID="{962FE83F-7A37-4665-B7FB-33A4EF5AB2F6}" presName="iconBgRect" presStyleLbl="bgShp" presStyleIdx="4" presStyleCnt="7"/>
      <dgm:spPr/>
    </dgm:pt>
    <dgm:pt modelId="{7713FD91-4232-4501-B6C0-659AD7029DCD}" type="pres">
      <dgm:prSet presAssocID="{962FE83F-7A37-4665-B7FB-33A4EF5AB2F6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</dgm:pt>
    <dgm:pt modelId="{8A7BD570-7AE8-4151-9013-95E21A76BEAB}" type="pres">
      <dgm:prSet presAssocID="{962FE83F-7A37-4665-B7FB-33A4EF5AB2F6}" presName="spaceRect" presStyleCnt="0"/>
      <dgm:spPr/>
    </dgm:pt>
    <dgm:pt modelId="{F8C72F57-9464-4D48-941A-64ADD20E36FC}" type="pres">
      <dgm:prSet presAssocID="{962FE83F-7A37-4665-B7FB-33A4EF5AB2F6}" presName="textRect" presStyleLbl="revTx" presStyleIdx="4" presStyleCnt="7">
        <dgm:presLayoutVars>
          <dgm:chMax val="1"/>
          <dgm:chPref val="1"/>
        </dgm:presLayoutVars>
      </dgm:prSet>
      <dgm:spPr/>
    </dgm:pt>
    <dgm:pt modelId="{7A80C98E-3CFE-476E-9DD1-17CCB86C3138}" type="pres">
      <dgm:prSet presAssocID="{4A46E9C0-EB54-40A6-B34F-019849F5D40D}" presName="sibTrans" presStyleLbl="sibTrans2D1" presStyleIdx="0" presStyleCnt="0"/>
      <dgm:spPr/>
    </dgm:pt>
    <dgm:pt modelId="{ED5C7850-7590-4A49-A42A-F891865E583A}" type="pres">
      <dgm:prSet presAssocID="{09E12F82-D318-4C24-A782-67F0B62BE7BA}" presName="compNode" presStyleCnt="0"/>
      <dgm:spPr/>
    </dgm:pt>
    <dgm:pt modelId="{7A003B6B-9433-4430-8E2D-6C3783202CEF}" type="pres">
      <dgm:prSet presAssocID="{09E12F82-D318-4C24-A782-67F0B62BE7BA}" presName="iconBgRect" presStyleLbl="bgShp" presStyleIdx="5" presStyleCnt="7"/>
      <dgm:spPr/>
    </dgm:pt>
    <dgm:pt modelId="{EE611485-4340-4320-AF4F-8082C2A5FDB8}" type="pres">
      <dgm:prSet presAssocID="{09E12F82-D318-4C24-A782-67F0B62BE7BA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</dgm:pt>
    <dgm:pt modelId="{69F842F8-6C07-425F-8F94-B63CA9D751C9}" type="pres">
      <dgm:prSet presAssocID="{09E12F82-D318-4C24-A782-67F0B62BE7BA}" presName="spaceRect" presStyleCnt="0"/>
      <dgm:spPr/>
    </dgm:pt>
    <dgm:pt modelId="{3B6009E5-EF95-4F8C-B9E5-B5912F7B929E}" type="pres">
      <dgm:prSet presAssocID="{09E12F82-D318-4C24-A782-67F0B62BE7BA}" presName="textRect" presStyleLbl="revTx" presStyleIdx="5" presStyleCnt="7">
        <dgm:presLayoutVars>
          <dgm:chMax val="1"/>
          <dgm:chPref val="1"/>
        </dgm:presLayoutVars>
      </dgm:prSet>
      <dgm:spPr/>
    </dgm:pt>
    <dgm:pt modelId="{6BF34499-696C-404E-A3CC-82D33D78007A}" type="pres">
      <dgm:prSet presAssocID="{7D78368A-F90D-42AC-A720-90C1E7756475}" presName="sibTrans" presStyleLbl="sibTrans2D1" presStyleIdx="0" presStyleCnt="0"/>
      <dgm:spPr/>
    </dgm:pt>
    <dgm:pt modelId="{B57722F0-D8C6-42B0-B70F-D213C8B37285}" type="pres">
      <dgm:prSet presAssocID="{B98B585E-900A-4C93-995C-F7C3BCC85307}" presName="compNode" presStyleCnt="0"/>
      <dgm:spPr/>
    </dgm:pt>
    <dgm:pt modelId="{4F8385B9-2666-4CD9-BC9A-57F637691E67}" type="pres">
      <dgm:prSet presAssocID="{B98B585E-900A-4C93-995C-F7C3BCC85307}" presName="iconBgRect" presStyleLbl="bgShp" presStyleIdx="6" presStyleCnt="7"/>
      <dgm:spPr/>
    </dgm:pt>
    <dgm:pt modelId="{787F41EC-0766-4B0A-ACEF-3770A27FF4CD}" type="pres">
      <dgm:prSet presAssocID="{B98B585E-900A-4C93-995C-F7C3BCC85307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</dgm:pt>
    <dgm:pt modelId="{E1586C08-B9EE-469C-A197-48A8D27EBE11}" type="pres">
      <dgm:prSet presAssocID="{B98B585E-900A-4C93-995C-F7C3BCC85307}" presName="spaceRect" presStyleCnt="0"/>
      <dgm:spPr/>
    </dgm:pt>
    <dgm:pt modelId="{921233F7-60F4-42EC-B3B6-B90378BA9B4F}" type="pres">
      <dgm:prSet presAssocID="{B98B585E-900A-4C93-995C-F7C3BCC85307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D02FEE28-1796-4B79-BDEB-28B83ABF89C4}" type="presOf" srcId="{B98B585E-900A-4C93-995C-F7C3BCC85307}" destId="{921233F7-60F4-42EC-B3B6-B90378BA9B4F}" srcOrd="0" destOrd="0" presId="urn:microsoft.com/office/officeart/2018/2/layout/IconCircleList"/>
    <dgm:cxn modelId="{84AABC3D-1435-4654-BE2E-9B5D48410149}" type="presOf" srcId="{9901BF2C-FC03-40C2-A359-6B4189A8FF49}" destId="{F77098CF-204D-418A-A072-93A61E0B61A5}" srcOrd="0" destOrd="0" presId="urn:microsoft.com/office/officeart/2018/2/layout/IconCircleList"/>
    <dgm:cxn modelId="{51208B4A-ED31-42EB-8378-E1C0CC3B3D21}" srcId="{8F878DFC-8751-4504-BC21-81B779FF6EBA}" destId="{60D7A33F-6DEB-4465-92D7-8CE1C0E27734}" srcOrd="3" destOrd="0" parTransId="{E46E7820-88B5-4214-9D69-ADEA15E8EEA5}" sibTransId="{3E825854-CDE1-4309-89AF-99136896F818}"/>
    <dgm:cxn modelId="{F0F63E6B-3B90-41BD-993E-24E0137A4379}" type="presOf" srcId="{182C833E-712E-4D41-8AB2-51D0EEF5272D}" destId="{3474B659-0512-444D-845F-E7F95B586759}" srcOrd="0" destOrd="0" presId="urn:microsoft.com/office/officeart/2018/2/layout/IconCircleList"/>
    <dgm:cxn modelId="{DDCA0D4E-25A4-4F63-8A9A-62160C910D4A}" type="presOf" srcId="{7D78368A-F90D-42AC-A720-90C1E7756475}" destId="{6BF34499-696C-404E-A3CC-82D33D78007A}" srcOrd="0" destOrd="0" presId="urn:microsoft.com/office/officeart/2018/2/layout/IconCircleList"/>
    <dgm:cxn modelId="{415CF179-9379-4F5F-B339-5D136466305A}" srcId="{8F878DFC-8751-4504-BC21-81B779FF6EBA}" destId="{962FE83F-7A37-4665-B7FB-33A4EF5AB2F6}" srcOrd="4" destOrd="0" parTransId="{9244620D-4EB1-4F4A-9645-BDE6A8785E3E}" sibTransId="{4A46E9C0-EB54-40A6-B34F-019849F5D40D}"/>
    <dgm:cxn modelId="{50F1A87A-1282-4154-9B16-220EBBF06EBC}" type="presOf" srcId="{60D7A33F-6DEB-4465-92D7-8CE1C0E27734}" destId="{63165F7C-E828-4714-8451-F8CFA0B01E94}" srcOrd="0" destOrd="0" presId="urn:microsoft.com/office/officeart/2018/2/layout/IconCircleList"/>
    <dgm:cxn modelId="{DCEF7681-41CB-4CD2-96AA-E52AABEE409A}" type="presOf" srcId="{3E825854-CDE1-4309-89AF-99136896F818}" destId="{5F73B298-5F13-497A-856E-5E53C7BC0741}" srcOrd="0" destOrd="0" presId="urn:microsoft.com/office/officeart/2018/2/layout/IconCircleList"/>
    <dgm:cxn modelId="{57E8EC83-1CCA-4988-AA25-758ACCED6BF9}" srcId="{8F878DFC-8751-4504-BC21-81B779FF6EBA}" destId="{B98B585E-900A-4C93-995C-F7C3BCC85307}" srcOrd="6" destOrd="0" parTransId="{56283E72-8725-455B-A18B-5756C20A107A}" sibTransId="{8339DFB6-00CC-499D-AC85-0F577ABE3832}"/>
    <dgm:cxn modelId="{85889F8C-BACF-4489-9887-6E91212EFEE0}" srcId="{8F878DFC-8751-4504-BC21-81B779FF6EBA}" destId="{9901BF2C-FC03-40C2-A359-6B4189A8FF49}" srcOrd="1" destOrd="0" parTransId="{7C855F08-DA65-478B-9BD6-F43656507BC3}" sibTransId="{85C132A1-70DD-4571-B0F9-AE17B38AADBB}"/>
    <dgm:cxn modelId="{AF9C15A6-2BCE-45A5-A435-23B4EEB471E8}" type="presOf" srcId="{4A46E9C0-EB54-40A6-B34F-019849F5D40D}" destId="{7A80C98E-3CFE-476E-9DD1-17CCB86C3138}" srcOrd="0" destOrd="0" presId="urn:microsoft.com/office/officeart/2018/2/layout/IconCircleList"/>
    <dgm:cxn modelId="{D2E7B9A8-09FC-4D88-98D9-D06AA82C547C}" type="presOf" srcId="{7ECEAB7D-2FEC-4570-9B30-D320992FAA08}" destId="{6648897B-4AAD-4A7C-B4B4-2FFBF957BDB1}" srcOrd="0" destOrd="0" presId="urn:microsoft.com/office/officeart/2018/2/layout/IconCircleList"/>
    <dgm:cxn modelId="{B7661BB8-C63C-4F18-B53F-832B6099BD5E}" type="presOf" srcId="{ADF16DA1-BA72-4116-814E-B180DC368C09}" destId="{11349293-DE28-4A82-A8B4-C43F5C0C0AB2}" srcOrd="0" destOrd="0" presId="urn:microsoft.com/office/officeart/2018/2/layout/IconCircleList"/>
    <dgm:cxn modelId="{295769C8-3A9D-45FB-96E6-4FD4C518659A}" type="presOf" srcId="{09E12F82-D318-4C24-A782-67F0B62BE7BA}" destId="{3B6009E5-EF95-4F8C-B9E5-B5912F7B929E}" srcOrd="0" destOrd="0" presId="urn:microsoft.com/office/officeart/2018/2/layout/IconCircleList"/>
    <dgm:cxn modelId="{56D037CF-A904-4614-9EC5-3E27CB646BA8}" type="presOf" srcId="{351473F7-A3DE-4DFC-9E6A-F479B126E27A}" destId="{9AE633AE-1B39-4262-BC3C-EC76C2BCC542}" srcOrd="0" destOrd="0" presId="urn:microsoft.com/office/officeart/2018/2/layout/IconCircleList"/>
    <dgm:cxn modelId="{70C959DF-73E3-48B3-BA90-23FD113974AF}" srcId="{8F878DFC-8751-4504-BC21-81B779FF6EBA}" destId="{09E12F82-D318-4C24-A782-67F0B62BE7BA}" srcOrd="5" destOrd="0" parTransId="{CC890B71-40AA-431D-8BC6-87173631017D}" sibTransId="{7D78368A-F90D-42AC-A720-90C1E7756475}"/>
    <dgm:cxn modelId="{C078E4E5-10E6-4AA4-8A99-CD7FDA13C918}" type="presOf" srcId="{85C132A1-70DD-4571-B0F9-AE17B38AADBB}" destId="{E253197F-5A20-426D-87AB-67049BC156E7}" srcOrd="0" destOrd="0" presId="urn:microsoft.com/office/officeart/2018/2/layout/IconCircleList"/>
    <dgm:cxn modelId="{148A29EA-AA46-4494-981C-1E0C2528A99A}" type="presOf" srcId="{962FE83F-7A37-4665-B7FB-33A4EF5AB2F6}" destId="{F8C72F57-9464-4D48-941A-64ADD20E36FC}" srcOrd="0" destOrd="0" presId="urn:microsoft.com/office/officeart/2018/2/layout/IconCircleList"/>
    <dgm:cxn modelId="{105F7DEF-0AFF-47F3-BAC1-2C9540B5E4E2}" srcId="{8F878DFC-8751-4504-BC21-81B779FF6EBA}" destId="{7ECEAB7D-2FEC-4570-9B30-D320992FAA08}" srcOrd="0" destOrd="0" parTransId="{430EAB64-57C5-4902-B335-66EC61B91CC9}" sibTransId="{ADF16DA1-BA72-4116-814E-B180DC368C09}"/>
    <dgm:cxn modelId="{5F7FAEF2-0CEB-4062-8CEC-46C4B69F87C5}" type="presOf" srcId="{8F878DFC-8751-4504-BC21-81B779FF6EBA}" destId="{2C736F27-89FE-4C59-B0F6-BFFE7FA84F22}" srcOrd="0" destOrd="0" presId="urn:microsoft.com/office/officeart/2018/2/layout/IconCircleList"/>
    <dgm:cxn modelId="{8541FCF4-1E48-466F-9A4F-80366D33017B}" srcId="{8F878DFC-8751-4504-BC21-81B779FF6EBA}" destId="{182C833E-712E-4D41-8AB2-51D0EEF5272D}" srcOrd="2" destOrd="0" parTransId="{4F066C65-310A-4A2B-8905-C5FCAF5B46CB}" sibTransId="{351473F7-A3DE-4DFC-9E6A-F479B126E27A}"/>
    <dgm:cxn modelId="{CA30FEBF-7158-4255-A03D-C54C8D5F1F94}" type="presParOf" srcId="{2C736F27-89FE-4C59-B0F6-BFFE7FA84F22}" destId="{C157EB21-9BAC-4B96-B464-55B2FAFB90C1}" srcOrd="0" destOrd="0" presId="urn:microsoft.com/office/officeart/2018/2/layout/IconCircleList"/>
    <dgm:cxn modelId="{226A911A-8557-4541-B4F2-8D6F1FC2F9CB}" type="presParOf" srcId="{C157EB21-9BAC-4B96-B464-55B2FAFB90C1}" destId="{A2A9D87F-FFD7-42DD-936C-48AF7BC5E875}" srcOrd="0" destOrd="0" presId="urn:microsoft.com/office/officeart/2018/2/layout/IconCircleList"/>
    <dgm:cxn modelId="{021DAFBB-001B-40DB-914E-432C08A6589C}" type="presParOf" srcId="{A2A9D87F-FFD7-42DD-936C-48AF7BC5E875}" destId="{74155267-A44F-433F-B47F-D604AF90993B}" srcOrd="0" destOrd="0" presId="urn:microsoft.com/office/officeart/2018/2/layout/IconCircleList"/>
    <dgm:cxn modelId="{BA3A1342-EC65-403F-B879-3F1C5B217264}" type="presParOf" srcId="{A2A9D87F-FFD7-42DD-936C-48AF7BC5E875}" destId="{524C27A3-0262-46AA-A58A-87B2888E94DE}" srcOrd="1" destOrd="0" presId="urn:microsoft.com/office/officeart/2018/2/layout/IconCircleList"/>
    <dgm:cxn modelId="{8AA628C9-9785-4CEC-A448-CD5FB5D93410}" type="presParOf" srcId="{A2A9D87F-FFD7-42DD-936C-48AF7BC5E875}" destId="{B088AAD3-A99C-4219-8AF8-3D0AD57F5110}" srcOrd="2" destOrd="0" presId="urn:microsoft.com/office/officeart/2018/2/layout/IconCircleList"/>
    <dgm:cxn modelId="{5CC1EA05-A750-4361-A6AF-53290FB16807}" type="presParOf" srcId="{A2A9D87F-FFD7-42DD-936C-48AF7BC5E875}" destId="{6648897B-4AAD-4A7C-B4B4-2FFBF957BDB1}" srcOrd="3" destOrd="0" presId="urn:microsoft.com/office/officeart/2018/2/layout/IconCircleList"/>
    <dgm:cxn modelId="{5514FA89-A937-41EA-8EA9-64877BFE36C2}" type="presParOf" srcId="{C157EB21-9BAC-4B96-B464-55B2FAFB90C1}" destId="{11349293-DE28-4A82-A8B4-C43F5C0C0AB2}" srcOrd="1" destOrd="0" presId="urn:microsoft.com/office/officeart/2018/2/layout/IconCircleList"/>
    <dgm:cxn modelId="{2EA1703A-4592-4F5E-BCDC-547DA57C11EA}" type="presParOf" srcId="{C157EB21-9BAC-4B96-B464-55B2FAFB90C1}" destId="{0793F151-6C8D-4DBF-BBF5-90C6783CE724}" srcOrd="2" destOrd="0" presId="urn:microsoft.com/office/officeart/2018/2/layout/IconCircleList"/>
    <dgm:cxn modelId="{8F7A805E-6877-40E3-AA65-48E947D6F43B}" type="presParOf" srcId="{0793F151-6C8D-4DBF-BBF5-90C6783CE724}" destId="{EA616CC8-909C-4729-858B-D27E417366B9}" srcOrd="0" destOrd="0" presId="urn:microsoft.com/office/officeart/2018/2/layout/IconCircleList"/>
    <dgm:cxn modelId="{4BBE338E-51F3-488D-8E28-9F6ED6472A89}" type="presParOf" srcId="{0793F151-6C8D-4DBF-BBF5-90C6783CE724}" destId="{B31334E3-5F79-40F6-A8E8-6B7E669681D0}" srcOrd="1" destOrd="0" presId="urn:microsoft.com/office/officeart/2018/2/layout/IconCircleList"/>
    <dgm:cxn modelId="{8B82BFA5-2F9A-4F8F-BABB-04C6C41AE7CA}" type="presParOf" srcId="{0793F151-6C8D-4DBF-BBF5-90C6783CE724}" destId="{12692E53-1094-41E1-B26A-7D6C7ADCE281}" srcOrd="2" destOrd="0" presId="urn:microsoft.com/office/officeart/2018/2/layout/IconCircleList"/>
    <dgm:cxn modelId="{235D949F-C29E-4880-81AA-A0E782F59682}" type="presParOf" srcId="{0793F151-6C8D-4DBF-BBF5-90C6783CE724}" destId="{F77098CF-204D-418A-A072-93A61E0B61A5}" srcOrd="3" destOrd="0" presId="urn:microsoft.com/office/officeart/2018/2/layout/IconCircleList"/>
    <dgm:cxn modelId="{C48917CA-0A18-4CA3-ACC5-D3235AB4B89C}" type="presParOf" srcId="{C157EB21-9BAC-4B96-B464-55B2FAFB90C1}" destId="{E253197F-5A20-426D-87AB-67049BC156E7}" srcOrd="3" destOrd="0" presId="urn:microsoft.com/office/officeart/2018/2/layout/IconCircleList"/>
    <dgm:cxn modelId="{55502C35-7FC4-4515-853F-85AA5D60371D}" type="presParOf" srcId="{C157EB21-9BAC-4B96-B464-55B2FAFB90C1}" destId="{31848039-8BD7-4ED6-8722-CDA2086185A9}" srcOrd="4" destOrd="0" presId="urn:microsoft.com/office/officeart/2018/2/layout/IconCircleList"/>
    <dgm:cxn modelId="{A88BE4DE-74EB-4077-A233-DF556019ADD0}" type="presParOf" srcId="{31848039-8BD7-4ED6-8722-CDA2086185A9}" destId="{3676D0A4-8F98-4C7E-AF4C-704160AA381E}" srcOrd="0" destOrd="0" presId="urn:microsoft.com/office/officeart/2018/2/layout/IconCircleList"/>
    <dgm:cxn modelId="{527C8250-96CD-4481-8F2A-7AF7F9A25904}" type="presParOf" srcId="{31848039-8BD7-4ED6-8722-CDA2086185A9}" destId="{30C52223-3BB9-497C-9D64-F68EB9763532}" srcOrd="1" destOrd="0" presId="urn:microsoft.com/office/officeart/2018/2/layout/IconCircleList"/>
    <dgm:cxn modelId="{85409C19-3939-4EE8-B265-D51418AC9AB1}" type="presParOf" srcId="{31848039-8BD7-4ED6-8722-CDA2086185A9}" destId="{57B9C4F7-1F6E-4306-99F1-19610AB0D715}" srcOrd="2" destOrd="0" presId="urn:microsoft.com/office/officeart/2018/2/layout/IconCircleList"/>
    <dgm:cxn modelId="{028C0779-527E-4973-B9B3-4BABFE88C634}" type="presParOf" srcId="{31848039-8BD7-4ED6-8722-CDA2086185A9}" destId="{3474B659-0512-444D-845F-E7F95B586759}" srcOrd="3" destOrd="0" presId="urn:microsoft.com/office/officeart/2018/2/layout/IconCircleList"/>
    <dgm:cxn modelId="{4AD30AA2-B8B2-444E-8F68-3448D116899E}" type="presParOf" srcId="{C157EB21-9BAC-4B96-B464-55B2FAFB90C1}" destId="{9AE633AE-1B39-4262-BC3C-EC76C2BCC542}" srcOrd="5" destOrd="0" presId="urn:microsoft.com/office/officeart/2018/2/layout/IconCircleList"/>
    <dgm:cxn modelId="{C2C86B32-8D37-44F4-B1FA-0F7E8792B6D1}" type="presParOf" srcId="{C157EB21-9BAC-4B96-B464-55B2FAFB90C1}" destId="{18C93B06-5AF4-462A-81AD-CD20C84CCBCF}" srcOrd="6" destOrd="0" presId="urn:microsoft.com/office/officeart/2018/2/layout/IconCircleList"/>
    <dgm:cxn modelId="{D518E59B-4767-4B0C-A67C-57085279962F}" type="presParOf" srcId="{18C93B06-5AF4-462A-81AD-CD20C84CCBCF}" destId="{0498D23E-F082-40DE-81AB-58A7EDEB8127}" srcOrd="0" destOrd="0" presId="urn:microsoft.com/office/officeart/2018/2/layout/IconCircleList"/>
    <dgm:cxn modelId="{62113DC1-5BA8-4B43-8C4F-D2BA842CE05E}" type="presParOf" srcId="{18C93B06-5AF4-462A-81AD-CD20C84CCBCF}" destId="{CE1E6668-B4EA-4B10-A237-CAF6F85E0D1F}" srcOrd="1" destOrd="0" presId="urn:microsoft.com/office/officeart/2018/2/layout/IconCircleList"/>
    <dgm:cxn modelId="{79A93190-454B-40EB-BD93-752C528D3482}" type="presParOf" srcId="{18C93B06-5AF4-462A-81AD-CD20C84CCBCF}" destId="{F2409DB6-0215-4C8C-BF6A-E3925FE640D2}" srcOrd="2" destOrd="0" presId="urn:microsoft.com/office/officeart/2018/2/layout/IconCircleList"/>
    <dgm:cxn modelId="{FD530403-EFAE-4851-9C0B-928227746744}" type="presParOf" srcId="{18C93B06-5AF4-462A-81AD-CD20C84CCBCF}" destId="{63165F7C-E828-4714-8451-F8CFA0B01E94}" srcOrd="3" destOrd="0" presId="urn:microsoft.com/office/officeart/2018/2/layout/IconCircleList"/>
    <dgm:cxn modelId="{9697B3D8-ECE2-4B4D-9926-8330580602C6}" type="presParOf" srcId="{C157EB21-9BAC-4B96-B464-55B2FAFB90C1}" destId="{5F73B298-5F13-497A-856E-5E53C7BC0741}" srcOrd="7" destOrd="0" presId="urn:microsoft.com/office/officeart/2018/2/layout/IconCircleList"/>
    <dgm:cxn modelId="{16ADBD39-45AB-4818-B13C-12F7A3B5205E}" type="presParOf" srcId="{C157EB21-9BAC-4B96-B464-55B2FAFB90C1}" destId="{78AE5DF9-EBA4-4AA2-AEB9-7265A5F8C7D0}" srcOrd="8" destOrd="0" presId="urn:microsoft.com/office/officeart/2018/2/layout/IconCircleList"/>
    <dgm:cxn modelId="{7FD988B4-CD44-45B5-97E8-BCCC06EE763E}" type="presParOf" srcId="{78AE5DF9-EBA4-4AA2-AEB9-7265A5F8C7D0}" destId="{EA6D589B-B3C8-4AD6-AB46-97AD6EF27F5D}" srcOrd="0" destOrd="0" presId="urn:microsoft.com/office/officeart/2018/2/layout/IconCircleList"/>
    <dgm:cxn modelId="{2F6450EB-DCBC-49A2-B49E-C5434B265B2E}" type="presParOf" srcId="{78AE5DF9-EBA4-4AA2-AEB9-7265A5F8C7D0}" destId="{7713FD91-4232-4501-B6C0-659AD7029DCD}" srcOrd="1" destOrd="0" presId="urn:microsoft.com/office/officeart/2018/2/layout/IconCircleList"/>
    <dgm:cxn modelId="{6CC6E1F5-6231-4110-BAE5-E698156C9672}" type="presParOf" srcId="{78AE5DF9-EBA4-4AA2-AEB9-7265A5F8C7D0}" destId="{8A7BD570-7AE8-4151-9013-95E21A76BEAB}" srcOrd="2" destOrd="0" presId="urn:microsoft.com/office/officeart/2018/2/layout/IconCircleList"/>
    <dgm:cxn modelId="{7CFE8057-7FAC-4A5D-8149-F7DCCFBC7ED5}" type="presParOf" srcId="{78AE5DF9-EBA4-4AA2-AEB9-7265A5F8C7D0}" destId="{F8C72F57-9464-4D48-941A-64ADD20E36FC}" srcOrd="3" destOrd="0" presId="urn:microsoft.com/office/officeart/2018/2/layout/IconCircleList"/>
    <dgm:cxn modelId="{E014C26C-AE0C-4864-8794-7383F17BB5DF}" type="presParOf" srcId="{C157EB21-9BAC-4B96-B464-55B2FAFB90C1}" destId="{7A80C98E-3CFE-476E-9DD1-17CCB86C3138}" srcOrd="9" destOrd="0" presId="urn:microsoft.com/office/officeart/2018/2/layout/IconCircleList"/>
    <dgm:cxn modelId="{80AB4580-5A33-4BB9-BB49-2E941F0D3950}" type="presParOf" srcId="{C157EB21-9BAC-4B96-B464-55B2FAFB90C1}" destId="{ED5C7850-7590-4A49-A42A-F891865E583A}" srcOrd="10" destOrd="0" presId="urn:microsoft.com/office/officeart/2018/2/layout/IconCircleList"/>
    <dgm:cxn modelId="{045BEE1E-EA80-474A-A20C-C4E5C2F04D30}" type="presParOf" srcId="{ED5C7850-7590-4A49-A42A-F891865E583A}" destId="{7A003B6B-9433-4430-8E2D-6C3783202CEF}" srcOrd="0" destOrd="0" presId="urn:microsoft.com/office/officeart/2018/2/layout/IconCircleList"/>
    <dgm:cxn modelId="{28F4700C-760A-44B1-B600-1BEA6371963A}" type="presParOf" srcId="{ED5C7850-7590-4A49-A42A-F891865E583A}" destId="{EE611485-4340-4320-AF4F-8082C2A5FDB8}" srcOrd="1" destOrd="0" presId="urn:microsoft.com/office/officeart/2018/2/layout/IconCircleList"/>
    <dgm:cxn modelId="{BB04B470-CC65-4E90-9288-8467DCAE9924}" type="presParOf" srcId="{ED5C7850-7590-4A49-A42A-F891865E583A}" destId="{69F842F8-6C07-425F-8F94-B63CA9D751C9}" srcOrd="2" destOrd="0" presId="urn:microsoft.com/office/officeart/2018/2/layout/IconCircleList"/>
    <dgm:cxn modelId="{5100B375-0FD1-4DE5-87CB-A44D44D53B23}" type="presParOf" srcId="{ED5C7850-7590-4A49-A42A-F891865E583A}" destId="{3B6009E5-EF95-4F8C-B9E5-B5912F7B929E}" srcOrd="3" destOrd="0" presId="urn:microsoft.com/office/officeart/2018/2/layout/IconCircleList"/>
    <dgm:cxn modelId="{5ADE30A2-E118-4D93-8D65-7A721AAEEFB8}" type="presParOf" srcId="{C157EB21-9BAC-4B96-B464-55B2FAFB90C1}" destId="{6BF34499-696C-404E-A3CC-82D33D78007A}" srcOrd="11" destOrd="0" presId="urn:microsoft.com/office/officeart/2018/2/layout/IconCircleList"/>
    <dgm:cxn modelId="{4EF2CA32-452B-421C-99CC-724C5EC9F316}" type="presParOf" srcId="{C157EB21-9BAC-4B96-B464-55B2FAFB90C1}" destId="{B57722F0-D8C6-42B0-B70F-D213C8B37285}" srcOrd="12" destOrd="0" presId="urn:microsoft.com/office/officeart/2018/2/layout/IconCircleList"/>
    <dgm:cxn modelId="{C3B9CF2C-DA41-44D0-9DE5-A0EC6FF4EAB1}" type="presParOf" srcId="{B57722F0-D8C6-42B0-B70F-D213C8B37285}" destId="{4F8385B9-2666-4CD9-BC9A-57F637691E67}" srcOrd="0" destOrd="0" presId="urn:microsoft.com/office/officeart/2018/2/layout/IconCircleList"/>
    <dgm:cxn modelId="{AC199EC3-298B-4A72-AA66-1AAAA0E70409}" type="presParOf" srcId="{B57722F0-D8C6-42B0-B70F-D213C8B37285}" destId="{787F41EC-0766-4B0A-ACEF-3770A27FF4CD}" srcOrd="1" destOrd="0" presId="urn:microsoft.com/office/officeart/2018/2/layout/IconCircleList"/>
    <dgm:cxn modelId="{AA9FDEF4-F732-4039-943F-F214010B40F9}" type="presParOf" srcId="{B57722F0-D8C6-42B0-B70F-D213C8B37285}" destId="{E1586C08-B9EE-469C-A197-48A8D27EBE11}" srcOrd="2" destOrd="0" presId="urn:microsoft.com/office/officeart/2018/2/layout/IconCircleList"/>
    <dgm:cxn modelId="{23238767-2550-442D-B1BE-09C3C9A966CF}" type="presParOf" srcId="{B57722F0-D8C6-42B0-B70F-D213C8B37285}" destId="{921233F7-60F4-42EC-B3B6-B90378BA9B4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8253EDB-9553-493D-B8F6-282DF3C11AC5}" type="doc">
      <dgm:prSet loTypeId="urn:microsoft.com/office/officeart/2005/8/layout/default#1" loCatId="list" qsTypeId="urn:microsoft.com/office/officeart/2005/8/quickstyle/simple2#1" qsCatId="simple" csTypeId="urn:microsoft.com/office/officeart/2005/8/colors/accent6_2#1" csCatId="accent6" phldr="1"/>
      <dgm:spPr/>
      <dgm:t>
        <a:bodyPr/>
        <a:lstStyle/>
        <a:p>
          <a:endParaRPr lang="en-US"/>
        </a:p>
      </dgm:t>
    </dgm:pt>
    <dgm:pt modelId="{1D8D0185-DEDB-46FE-9113-EE329C39877A}">
      <dgm:prSet/>
      <dgm:spPr/>
      <dgm:t>
        <a:bodyPr/>
        <a:lstStyle/>
        <a:p>
          <a:pPr algn="just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CVD accounts for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~31.5% of all global deaths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(~20.5 million annually).[1]</a:t>
          </a:r>
        </a:p>
        <a:p>
          <a:pPr algn="just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WHO projects a rise to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24.2 million deaths per year by 2030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.[1]</a:t>
          </a:r>
        </a:p>
      </dgm:t>
    </dgm:pt>
    <dgm:pt modelId="{82868CDE-DDA2-4581-AD13-D0F2FDEC870C}" type="parTrans" cxnId="{10E18D59-D562-43A3-9EB7-FE6AE8816788}">
      <dgm:prSet/>
      <dgm:spPr/>
      <dgm:t>
        <a:bodyPr/>
        <a:lstStyle/>
        <a:p>
          <a:endParaRPr lang="en-US"/>
        </a:p>
      </dgm:t>
    </dgm:pt>
    <dgm:pt modelId="{6B57FE1D-41A4-4F55-9C05-488AEEC2E819}" type="sibTrans" cxnId="{10E18D59-D562-43A3-9EB7-FE6AE8816788}">
      <dgm:prSet/>
      <dgm:spPr/>
      <dgm:t>
        <a:bodyPr/>
        <a:lstStyle/>
        <a:p>
          <a:endParaRPr lang="en-US"/>
        </a:p>
      </dgm:t>
    </dgm:pt>
    <dgm:pt modelId="{CCF69884-4243-4D85-9A8D-9D90782C9542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Heart disease type:</a:t>
          </a:r>
        </a:p>
      </dgm:t>
    </dgm:pt>
    <dgm:pt modelId="{6354EA6E-5E50-45ED-B94D-CD82CA9F47AF}" type="parTrans" cxnId="{1CA9373B-30E9-402F-BAEA-2A25CAF82B5A}">
      <dgm:prSet/>
      <dgm:spPr/>
      <dgm:t>
        <a:bodyPr/>
        <a:lstStyle/>
        <a:p>
          <a:endParaRPr lang="en-US"/>
        </a:p>
      </dgm:t>
    </dgm:pt>
    <dgm:pt modelId="{50D38303-608D-441D-9413-B56CBB3BC4EC}" type="sibTrans" cxnId="{1CA9373B-30E9-402F-BAEA-2A25CAF82B5A}">
      <dgm:prSet/>
      <dgm:spPr/>
      <dgm:t>
        <a:bodyPr/>
        <a:lstStyle/>
        <a:p>
          <a:endParaRPr lang="en-US"/>
        </a:p>
      </dgm:t>
    </dgm:pt>
    <dgm:pt modelId="{E790A258-6D0D-49B8-AED5-6D4CEA2A7931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1. Coronary Artery Disease (CAD)</a:t>
          </a:r>
        </a:p>
      </dgm:t>
    </dgm:pt>
    <dgm:pt modelId="{8F740758-60D7-4031-A8B1-BCE545BD038A}" type="parTrans" cxnId="{426A726F-6AFB-4A2E-98EE-826B870D7FD9}">
      <dgm:prSet/>
      <dgm:spPr/>
      <dgm:t>
        <a:bodyPr/>
        <a:lstStyle/>
        <a:p>
          <a:endParaRPr lang="en-US"/>
        </a:p>
      </dgm:t>
    </dgm:pt>
    <dgm:pt modelId="{F2F8C2FB-BA2A-45AE-B87E-7B9EF1A4A7AD}" type="sibTrans" cxnId="{426A726F-6AFB-4A2E-98EE-826B870D7FD9}">
      <dgm:prSet/>
      <dgm:spPr/>
      <dgm:t>
        <a:bodyPr/>
        <a:lstStyle/>
        <a:p>
          <a:endParaRPr lang="en-US"/>
        </a:p>
      </dgm:t>
    </dgm:pt>
    <dgm:pt modelId="{D4917558-CFE9-42D9-AD08-FED0718BB853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2. Stroke</a:t>
          </a:r>
        </a:p>
      </dgm:t>
    </dgm:pt>
    <dgm:pt modelId="{51727F89-C88A-4ADA-82B9-C3D1849CEDA5}" type="parTrans" cxnId="{7D0B7250-52BD-4C59-9D05-4259D975483C}">
      <dgm:prSet/>
      <dgm:spPr/>
      <dgm:t>
        <a:bodyPr/>
        <a:lstStyle/>
        <a:p>
          <a:endParaRPr lang="en-US"/>
        </a:p>
      </dgm:t>
    </dgm:pt>
    <dgm:pt modelId="{6A28EA1F-EA4F-4CC1-9F9B-7719AD8135A0}" type="sibTrans" cxnId="{7D0B7250-52BD-4C59-9D05-4259D975483C}">
      <dgm:prSet/>
      <dgm:spPr/>
      <dgm:t>
        <a:bodyPr/>
        <a:lstStyle/>
        <a:p>
          <a:endParaRPr lang="en-US"/>
        </a:p>
      </dgm:t>
    </dgm:pt>
    <dgm:pt modelId="{D7AD927B-596C-4E70-A913-F595A4DA0609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3. Heart Failure</a:t>
          </a:r>
        </a:p>
      </dgm:t>
    </dgm:pt>
    <dgm:pt modelId="{516792FB-08FF-4E1C-9E84-943609641F49}" type="parTrans" cxnId="{5B61AE10-60B3-45D8-BB30-9D60F7936BC0}">
      <dgm:prSet/>
      <dgm:spPr/>
      <dgm:t>
        <a:bodyPr/>
        <a:lstStyle/>
        <a:p>
          <a:endParaRPr lang="en-US"/>
        </a:p>
      </dgm:t>
    </dgm:pt>
    <dgm:pt modelId="{9F75D913-2439-4AB6-BF26-F59E5C7C5DA8}" type="sibTrans" cxnId="{5B61AE10-60B3-45D8-BB30-9D60F7936BC0}">
      <dgm:prSet/>
      <dgm:spPr/>
      <dgm:t>
        <a:bodyPr/>
        <a:lstStyle/>
        <a:p>
          <a:endParaRPr lang="en-US"/>
        </a:p>
      </dgm:t>
    </dgm:pt>
    <dgm:pt modelId="{F1557528-3DF3-49CC-998F-F065CB90C13E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4. Hypertension </a:t>
          </a:r>
        </a:p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CAD alone is a leading cause due to its high mortality rate</a:t>
          </a:r>
        </a:p>
      </dgm:t>
    </dgm:pt>
    <dgm:pt modelId="{9563DD5C-F8C5-47F8-9D7E-7464A892F077}" type="parTrans" cxnId="{89C17041-84BF-470D-AEED-6DB6EC5D6D50}">
      <dgm:prSet/>
      <dgm:spPr/>
      <dgm:t>
        <a:bodyPr/>
        <a:lstStyle/>
        <a:p>
          <a:endParaRPr lang="en-US"/>
        </a:p>
      </dgm:t>
    </dgm:pt>
    <dgm:pt modelId="{0157DAB5-3B14-4133-8A9D-D182D801839A}" type="sibTrans" cxnId="{89C17041-84BF-470D-AEED-6DB6EC5D6D50}">
      <dgm:prSet/>
      <dgm:spPr/>
      <dgm:t>
        <a:bodyPr/>
        <a:lstStyle/>
        <a:p>
          <a:endParaRPr lang="en-US"/>
        </a:p>
      </dgm:t>
    </dgm:pt>
    <dgm:pt modelId="{A706AC7F-2A9B-4F92-AE17-013D8DE6FDB1}" type="pres">
      <dgm:prSet presAssocID="{88253EDB-9553-493D-B8F6-282DF3C11AC5}" presName="diagram" presStyleCnt="0">
        <dgm:presLayoutVars>
          <dgm:dir/>
          <dgm:resizeHandles val="exact"/>
        </dgm:presLayoutVars>
      </dgm:prSet>
      <dgm:spPr/>
    </dgm:pt>
    <dgm:pt modelId="{D87C95A6-3AE8-4DA3-A1C9-34BFBD219B3D}" type="pres">
      <dgm:prSet presAssocID="{1D8D0185-DEDB-46FE-9113-EE329C39877A}" presName="node" presStyleLbl="node1" presStyleIdx="0" presStyleCnt="6">
        <dgm:presLayoutVars>
          <dgm:bulletEnabled val="1"/>
        </dgm:presLayoutVars>
      </dgm:prSet>
      <dgm:spPr/>
    </dgm:pt>
    <dgm:pt modelId="{141BAF69-9ED0-4C9E-9AE5-A7DBE84A53C4}" type="pres">
      <dgm:prSet presAssocID="{6B57FE1D-41A4-4F55-9C05-488AEEC2E819}" presName="sibTrans" presStyleCnt="0"/>
      <dgm:spPr/>
    </dgm:pt>
    <dgm:pt modelId="{D5B69991-8A47-4B63-99B6-195105A75506}" type="pres">
      <dgm:prSet presAssocID="{CCF69884-4243-4D85-9A8D-9D90782C9542}" presName="node" presStyleLbl="node1" presStyleIdx="1" presStyleCnt="6" custLinFactNeighborX="827" custLinFactNeighborY="-920">
        <dgm:presLayoutVars>
          <dgm:bulletEnabled val="1"/>
        </dgm:presLayoutVars>
      </dgm:prSet>
      <dgm:spPr/>
    </dgm:pt>
    <dgm:pt modelId="{FC5F3E00-FF0B-4325-A7EC-D068E044FA04}" type="pres">
      <dgm:prSet presAssocID="{50D38303-608D-441D-9413-B56CBB3BC4EC}" presName="sibTrans" presStyleCnt="0"/>
      <dgm:spPr/>
    </dgm:pt>
    <dgm:pt modelId="{5D77D990-C809-41E9-B8B3-0532F292F91A}" type="pres">
      <dgm:prSet presAssocID="{E790A258-6D0D-49B8-AED5-6D4CEA2A7931}" presName="node" presStyleLbl="node1" presStyleIdx="2" presStyleCnt="6">
        <dgm:presLayoutVars>
          <dgm:bulletEnabled val="1"/>
        </dgm:presLayoutVars>
      </dgm:prSet>
      <dgm:spPr/>
    </dgm:pt>
    <dgm:pt modelId="{70E099F5-601F-44F9-BD2F-C1895D37737B}" type="pres">
      <dgm:prSet presAssocID="{F2F8C2FB-BA2A-45AE-B87E-7B9EF1A4A7AD}" presName="sibTrans" presStyleCnt="0"/>
      <dgm:spPr/>
    </dgm:pt>
    <dgm:pt modelId="{0F6A30C6-9538-4AD8-993D-A4252F895AEE}" type="pres">
      <dgm:prSet presAssocID="{D4917558-CFE9-42D9-AD08-FED0718BB853}" presName="node" presStyleLbl="node1" presStyleIdx="3" presStyleCnt="6">
        <dgm:presLayoutVars>
          <dgm:bulletEnabled val="1"/>
        </dgm:presLayoutVars>
      </dgm:prSet>
      <dgm:spPr/>
    </dgm:pt>
    <dgm:pt modelId="{5269307E-069A-4482-9252-622EDAE97137}" type="pres">
      <dgm:prSet presAssocID="{6A28EA1F-EA4F-4CC1-9F9B-7719AD8135A0}" presName="sibTrans" presStyleCnt="0"/>
      <dgm:spPr/>
    </dgm:pt>
    <dgm:pt modelId="{596C33B6-BE70-4C02-9EEA-A25BB8C890B3}" type="pres">
      <dgm:prSet presAssocID="{D7AD927B-596C-4E70-A913-F595A4DA0609}" presName="node" presStyleLbl="node1" presStyleIdx="4" presStyleCnt="6">
        <dgm:presLayoutVars>
          <dgm:bulletEnabled val="1"/>
        </dgm:presLayoutVars>
      </dgm:prSet>
      <dgm:spPr/>
    </dgm:pt>
    <dgm:pt modelId="{F6802D0B-3598-4571-BD5F-6A4BEDE1FD60}" type="pres">
      <dgm:prSet presAssocID="{9F75D913-2439-4AB6-BF26-F59E5C7C5DA8}" presName="sibTrans" presStyleCnt="0"/>
      <dgm:spPr/>
    </dgm:pt>
    <dgm:pt modelId="{3B0FC59F-9984-4C92-9767-12DAABFDC72E}" type="pres">
      <dgm:prSet presAssocID="{F1557528-3DF3-49CC-998F-F065CB90C13E}" presName="node" presStyleLbl="node1" presStyleIdx="5" presStyleCnt="6">
        <dgm:presLayoutVars>
          <dgm:bulletEnabled val="1"/>
        </dgm:presLayoutVars>
      </dgm:prSet>
      <dgm:spPr/>
    </dgm:pt>
  </dgm:ptLst>
  <dgm:cxnLst>
    <dgm:cxn modelId="{5B61AE10-60B3-45D8-BB30-9D60F7936BC0}" srcId="{88253EDB-9553-493D-B8F6-282DF3C11AC5}" destId="{D7AD927B-596C-4E70-A913-F595A4DA0609}" srcOrd="4" destOrd="0" parTransId="{516792FB-08FF-4E1C-9E84-943609641F49}" sibTransId="{9F75D913-2439-4AB6-BF26-F59E5C7C5DA8}"/>
    <dgm:cxn modelId="{3E02FB22-C270-47F9-8A81-0C582457262C}" type="presOf" srcId="{D4917558-CFE9-42D9-AD08-FED0718BB853}" destId="{0F6A30C6-9538-4AD8-993D-A4252F895AEE}" srcOrd="0" destOrd="0" presId="urn:microsoft.com/office/officeart/2005/8/layout/default#1"/>
    <dgm:cxn modelId="{21049C34-8B62-418A-9254-E2ECE5824C7B}" type="presOf" srcId="{F1557528-3DF3-49CC-998F-F065CB90C13E}" destId="{3B0FC59F-9984-4C92-9767-12DAABFDC72E}" srcOrd="0" destOrd="0" presId="urn:microsoft.com/office/officeart/2005/8/layout/default#1"/>
    <dgm:cxn modelId="{1CA9373B-30E9-402F-BAEA-2A25CAF82B5A}" srcId="{88253EDB-9553-493D-B8F6-282DF3C11AC5}" destId="{CCF69884-4243-4D85-9A8D-9D90782C9542}" srcOrd="1" destOrd="0" parTransId="{6354EA6E-5E50-45ED-B94D-CD82CA9F47AF}" sibTransId="{50D38303-608D-441D-9413-B56CBB3BC4EC}"/>
    <dgm:cxn modelId="{89C17041-84BF-470D-AEED-6DB6EC5D6D50}" srcId="{88253EDB-9553-493D-B8F6-282DF3C11AC5}" destId="{F1557528-3DF3-49CC-998F-F065CB90C13E}" srcOrd="5" destOrd="0" parTransId="{9563DD5C-F8C5-47F8-9D7E-7464A892F077}" sibTransId="{0157DAB5-3B14-4133-8A9D-D182D801839A}"/>
    <dgm:cxn modelId="{7252956E-673F-40A1-A27F-621EC91ED822}" type="presOf" srcId="{D7AD927B-596C-4E70-A913-F595A4DA0609}" destId="{596C33B6-BE70-4C02-9EEA-A25BB8C890B3}" srcOrd="0" destOrd="0" presId="urn:microsoft.com/office/officeart/2005/8/layout/default#1"/>
    <dgm:cxn modelId="{426A726F-6AFB-4A2E-98EE-826B870D7FD9}" srcId="{88253EDB-9553-493D-B8F6-282DF3C11AC5}" destId="{E790A258-6D0D-49B8-AED5-6D4CEA2A7931}" srcOrd="2" destOrd="0" parTransId="{8F740758-60D7-4031-A8B1-BCE545BD038A}" sibTransId="{F2F8C2FB-BA2A-45AE-B87E-7B9EF1A4A7AD}"/>
    <dgm:cxn modelId="{7D0B7250-52BD-4C59-9D05-4259D975483C}" srcId="{88253EDB-9553-493D-B8F6-282DF3C11AC5}" destId="{D4917558-CFE9-42D9-AD08-FED0718BB853}" srcOrd="3" destOrd="0" parTransId="{51727F89-C88A-4ADA-82B9-C3D1849CEDA5}" sibTransId="{6A28EA1F-EA4F-4CC1-9F9B-7719AD8135A0}"/>
    <dgm:cxn modelId="{10E18D59-D562-43A3-9EB7-FE6AE8816788}" srcId="{88253EDB-9553-493D-B8F6-282DF3C11AC5}" destId="{1D8D0185-DEDB-46FE-9113-EE329C39877A}" srcOrd="0" destOrd="0" parTransId="{82868CDE-DDA2-4581-AD13-D0F2FDEC870C}" sibTransId="{6B57FE1D-41A4-4F55-9C05-488AEEC2E819}"/>
    <dgm:cxn modelId="{BAA920C2-A9B8-4433-80DC-21396BAB8404}" type="presOf" srcId="{CCF69884-4243-4D85-9A8D-9D90782C9542}" destId="{D5B69991-8A47-4B63-99B6-195105A75506}" srcOrd="0" destOrd="0" presId="urn:microsoft.com/office/officeart/2005/8/layout/default#1"/>
    <dgm:cxn modelId="{8717B3D1-1E2B-4D63-9D9A-1C877ACAAA41}" type="presOf" srcId="{1D8D0185-DEDB-46FE-9113-EE329C39877A}" destId="{D87C95A6-3AE8-4DA3-A1C9-34BFBD219B3D}" srcOrd="0" destOrd="0" presId="urn:microsoft.com/office/officeart/2005/8/layout/default#1"/>
    <dgm:cxn modelId="{8CE76BFB-2942-4122-805A-A50A57E7FD0D}" type="presOf" srcId="{88253EDB-9553-493D-B8F6-282DF3C11AC5}" destId="{A706AC7F-2A9B-4F92-AE17-013D8DE6FDB1}" srcOrd="0" destOrd="0" presId="urn:microsoft.com/office/officeart/2005/8/layout/default#1"/>
    <dgm:cxn modelId="{C03CC9FD-9D4C-46E8-984B-24F7FBAED9A7}" type="presOf" srcId="{E790A258-6D0D-49B8-AED5-6D4CEA2A7931}" destId="{5D77D990-C809-41E9-B8B3-0532F292F91A}" srcOrd="0" destOrd="0" presId="urn:microsoft.com/office/officeart/2005/8/layout/default#1"/>
    <dgm:cxn modelId="{90FE3E82-4801-4A5B-A71B-700FFF962F18}" type="presParOf" srcId="{A706AC7F-2A9B-4F92-AE17-013D8DE6FDB1}" destId="{D87C95A6-3AE8-4DA3-A1C9-34BFBD219B3D}" srcOrd="0" destOrd="0" presId="urn:microsoft.com/office/officeart/2005/8/layout/default#1"/>
    <dgm:cxn modelId="{AF9423F7-BC9A-4EDF-8328-3E82C89F20EF}" type="presParOf" srcId="{A706AC7F-2A9B-4F92-AE17-013D8DE6FDB1}" destId="{141BAF69-9ED0-4C9E-9AE5-A7DBE84A53C4}" srcOrd="1" destOrd="0" presId="urn:microsoft.com/office/officeart/2005/8/layout/default#1"/>
    <dgm:cxn modelId="{BCEDD2EB-473B-4599-BF78-DABED706D9A6}" type="presParOf" srcId="{A706AC7F-2A9B-4F92-AE17-013D8DE6FDB1}" destId="{D5B69991-8A47-4B63-99B6-195105A75506}" srcOrd="2" destOrd="0" presId="urn:microsoft.com/office/officeart/2005/8/layout/default#1"/>
    <dgm:cxn modelId="{C0877300-08C3-4837-B929-4A7BB2342280}" type="presParOf" srcId="{A706AC7F-2A9B-4F92-AE17-013D8DE6FDB1}" destId="{FC5F3E00-FF0B-4325-A7EC-D068E044FA04}" srcOrd="3" destOrd="0" presId="urn:microsoft.com/office/officeart/2005/8/layout/default#1"/>
    <dgm:cxn modelId="{8F4B06E3-3ECE-443E-8C03-F0F1655B8337}" type="presParOf" srcId="{A706AC7F-2A9B-4F92-AE17-013D8DE6FDB1}" destId="{5D77D990-C809-41E9-B8B3-0532F292F91A}" srcOrd="4" destOrd="0" presId="urn:microsoft.com/office/officeart/2005/8/layout/default#1"/>
    <dgm:cxn modelId="{75276A18-A99E-468C-9FB9-AFD85A90A5D6}" type="presParOf" srcId="{A706AC7F-2A9B-4F92-AE17-013D8DE6FDB1}" destId="{70E099F5-601F-44F9-BD2F-C1895D37737B}" srcOrd="5" destOrd="0" presId="urn:microsoft.com/office/officeart/2005/8/layout/default#1"/>
    <dgm:cxn modelId="{424D2F91-1468-4689-80C1-78337D6A4260}" type="presParOf" srcId="{A706AC7F-2A9B-4F92-AE17-013D8DE6FDB1}" destId="{0F6A30C6-9538-4AD8-993D-A4252F895AEE}" srcOrd="6" destOrd="0" presId="urn:microsoft.com/office/officeart/2005/8/layout/default#1"/>
    <dgm:cxn modelId="{53DB5A90-E675-4CCC-9D49-52C8227883C9}" type="presParOf" srcId="{A706AC7F-2A9B-4F92-AE17-013D8DE6FDB1}" destId="{5269307E-069A-4482-9252-622EDAE97137}" srcOrd="7" destOrd="0" presId="urn:microsoft.com/office/officeart/2005/8/layout/default#1"/>
    <dgm:cxn modelId="{01326D8E-F2B8-4236-BFD3-754E6B5734FC}" type="presParOf" srcId="{A706AC7F-2A9B-4F92-AE17-013D8DE6FDB1}" destId="{596C33B6-BE70-4C02-9EEA-A25BB8C890B3}" srcOrd="8" destOrd="0" presId="urn:microsoft.com/office/officeart/2005/8/layout/default#1"/>
    <dgm:cxn modelId="{6BC9AF26-9388-43F3-BFC7-8078EC4F9410}" type="presParOf" srcId="{A706AC7F-2A9B-4F92-AE17-013D8DE6FDB1}" destId="{F6802D0B-3598-4571-BD5F-6A4BEDE1FD60}" srcOrd="9" destOrd="0" presId="urn:microsoft.com/office/officeart/2005/8/layout/default#1"/>
    <dgm:cxn modelId="{7AE11230-E159-421B-A1B3-49A981295D43}" type="presParOf" srcId="{A706AC7F-2A9B-4F92-AE17-013D8DE6FDB1}" destId="{3B0FC59F-9984-4C92-9767-12DAABFDC72E}" srcOrd="1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C7DB2E7-BDED-4F44-93F3-A79B0A2FD286}" type="doc">
      <dgm:prSet loTypeId="urn:microsoft.com/office/officeart/2018/2/layout/IconVerticalSolidList" loCatId="icon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C2352E2F-FD31-418C-93C7-1EF9BE9E670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Many cardiovascular conditions are </a:t>
          </a:r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asymptomatic until late stages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AAD0E2BF-BECD-4983-A342-FEEFE4B81F85}" type="parTrans" cxnId="{D29EC4F1-BEDA-428C-9568-DB9F398AF37F}">
      <dgm:prSet/>
      <dgm:spPr/>
      <dgm:t>
        <a:bodyPr/>
        <a:lstStyle/>
        <a:p>
          <a:endParaRPr lang="en-US"/>
        </a:p>
      </dgm:t>
    </dgm:pt>
    <dgm:pt modelId="{D4CD27DA-26BC-47C4-B3D6-4E13AF51626B}" type="sibTrans" cxnId="{D29EC4F1-BEDA-428C-9568-DB9F398AF37F}">
      <dgm:prSet/>
      <dgm:spPr/>
      <dgm:t>
        <a:bodyPr/>
        <a:lstStyle/>
        <a:p>
          <a:endParaRPr lang="en-US"/>
        </a:p>
      </dgm:t>
    </dgm:pt>
    <dgm:pt modelId="{EF00366F-F479-463E-800B-E83F9049EB5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Diagnosis often happens </a:t>
          </a:r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after irreversible damage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75EFD6DA-37B9-406A-A250-BD29B3DAB909}" type="parTrans" cxnId="{391735B1-3C56-4B34-AD60-AD0ECC4B7157}">
      <dgm:prSet/>
      <dgm:spPr/>
      <dgm:t>
        <a:bodyPr/>
        <a:lstStyle/>
        <a:p>
          <a:endParaRPr lang="en-US"/>
        </a:p>
      </dgm:t>
    </dgm:pt>
    <dgm:pt modelId="{339866DA-041B-40A2-85A2-115E7C65E53B}" type="sibTrans" cxnId="{391735B1-3C56-4B34-AD60-AD0ECC4B7157}">
      <dgm:prSet/>
      <dgm:spPr/>
      <dgm:t>
        <a:bodyPr/>
        <a:lstStyle/>
        <a:p>
          <a:endParaRPr lang="en-US"/>
        </a:p>
      </dgm:t>
    </dgm:pt>
    <dgm:pt modelId="{A4EFAC9F-E624-4302-B6DD-55B1C5F9B67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Delayed diagnosis leads to :Higher mortality, Complex and costly treatments</a:t>
          </a:r>
        </a:p>
      </dgm:t>
    </dgm:pt>
    <dgm:pt modelId="{3F56E193-ADB2-492C-AD7C-D4CFC88BBA0F}" type="parTrans" cxnId="{5F3B26EC-508F-408F-A2F5-016A6A687ABD}">
      <dgm:prSet/>
      <dgm:spPr/>
      <dgm:t>
        <a:bodyPr/>
        <a:lstStyle/>
        <a:p>
          <a:endParaRPr lang="en-US"/>
        </a:p>
      </dgm:t>
    </dgm:pt>
    <dgm:pt modelId="{A16E2550-4AE3-4B0B-BEDA-98E3CB14AF40}" type="sibTrans" cxnId="{5F3B26EC-508F-408F-A2F5-016A6A687ABD}">
      <dgm:prSet/>
      <dgm:spPr/>
      <dgm:t>
        <a:bodyPr/>
        <a:lstStyle/>
        <a:p>
          <a:endParaRPr lang="en-US"/>
        </a:p>
      </dgm:t>
    </dgm:pt>
    <dgm:pt modelId="{E6FBB2F9-5CE8-4DE6-9E19-46DB75BCD39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Traditional screening methods rely on 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clinical symptoms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and 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limited parameters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6F4EDF0D-EA58-4FF1-AF37-64796897F80F}" type="parTrans" cxnId="{3A3C7EE7-EAF4-4FC2-9A71-27926A2B69EA}">
      <dgm:prSet/>
      <dgm:spPr/>
      <dgm:t>
        <a:bodyPr/>
        <a:lstStyle/>
        <a:p>
          <a:endParaRPr lang="en-US"/>
        </a:p>
      </dgm:t>
    </dgm:pt>
    <dgm:pt modelId="{B700954F-CC78-439A-9AC2-7EC074B5708F}" type="sibTrans" cxnId="{3A3C7EE7-EAF4-4FC2-9A71-27926A2B69EA}">
      <dgm:prSet/>
      <dgm:spPr/>
      <dgm:t>
        <a:bodyPr/>
        <a:lstStyle/>
        <a:p>
          <a:endParaRPr lang="en-US"/>
        </a:p>
      </dgm:t>
    </dgm:pt>
    <dgm:pt modelId="{414AFD86-8627-4F60-A575-5F3944C084C7}" type="pres">
      <dgm:prSet presAssocID="{6C7DB2E7-BDED-4F44-93F3-A79B0A2FD286}" presName="root" presStyleCnt="0">
        <dgm:presLayoutVars>
          <dgm:dir/>
          <dgm:resizeHandles val="exact"/>
        </dgm:presLayoutVars>
      </dgm:prSet>
      <dgm:spPr/>
    </dgm:pt>
    <dgm:pt modelId="{3453F8E3-4D74-4042-A087-E9D50078DDD9}" type="pres">
      <dgm:prSet presAssocID="{C2352E2F-FD31-418C-93C7-1EF9BE9E670C}" presName="compNode" presStyleCnt="0"/>
      <dgm:spPr/>
    </dgm:pt>
    <dgm:pt modelId="{969A7BAA-9E82-408A-9E63-58A8B65E723D}" type="pres">
      <dgm:prSet presAssocID="{C2352E2F-FD31-418C-93C7-1EF9BE9E670C}" presName="bgRect" presStyleLbl="bgShp" presStyleIdx="0" presStyleCnt="4"/>
      <dgm:spPr/>
    </dgm:pt>
    <dgm:pt modelId="{36E2CE69-F0F1-448D-9D6E-A84D9C777A01}" type="pres">
      <dgm:prSet presAssocID="{C2352E2F-FD31-418C-93C7-1EF9BE9E670C}" presName="iconRect" presStyleLbl="node1" presStyleIdx="0" presStyleCnt="4" custScaleX="139652" custScaleY="14883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</dgm:pt>
    <dgm:pt modelId="{D8329C59-C7EA-4823-BCB7-5CF2BD8F1077}" type="pres">
      <dgm:prSet presAssocID="{C2352E2F-FD31-418C-93C7-1EF9BE9E670C}" presName="spaceRect" presStyleCnt="0"/>
      <dgm:spPr/>
    </dgm:pt>
    <dgm:pt modelId="{F4F7DA41-F159-4C4C-A6AF-CC0F6C186292}" type="pres">
      <dgm:prSet presAssocID="{C2352E2F-FD31-418C-93C7-1EF9BE9E670C}" presName="parTx" presStyleLbl="revTx" presStyleIdx="0" presStyleCnt="4">
        <dgm:presLayoutVars>
          <dgm:chMax val="0"/>
          <dgm:chPref val="0"/>
        </dgm:presLayoutVars>
      </dgm:prSet>
      <dgm:spPr/>
    </dgm:pt>
    <dgm:pt modelId="{FECC25E4-4C89-4D43-8448-D35D2A4598FD}" type="pres">
      <dgm:prSet presAssocID="{D4CD27DA-26BC-47C4-B3D6-4E13AF51626B}" presName="sibTrans" presStyleCnt="0"/>
      <dgm:spPr/>
    </dgm:pt>
    <dgm:pt modelId="{404E9880-108E-4B21-A4C0-130D45E6B582}" type="pres">
      <dgm:prSet presAssocID="{EF00366F-F479-463E-800B-E83F9049EB5C}" presName="compNode" presStyleCnt="0"/>
      <dgm:spPr/>
    </dgm:pt>
    <dgm:pt modelId="{41127A6A-6AD9-45A4-9250-FA26B9A862F9}" type="pres">
      <dgm:prSet presAssocID="{EF00366F-F479-463E-800B-E83F9049EB5C}" presName="bgRect" presStyleLbl="bgShp" presStyleIdx="1" presStyleCnt="4"/>
      <dgm:spPr/>
    </dgm:pt>
    <dgm:pt modelId="{40523C67-4A81-473D-BEB1-C514A10B8F78}" type="pres">
      <dgm:prSet presAssocID="{EF00366F-F479-463E-800B-E83F9049EB5C}" presName="iconRect" presStyleLbl="node1" presStyleIdx="1" presStyleCnt="4" custScaleX="151064" custScaleY="138261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</dgm:pt>
    <dgm:pt modelId="{B250A795-273D-4FB6-9F40-C9E1387C5DB2}" type="pres">
      <dgm:prSet presAssocID="{EF00366F-F479-463E-800B-E83F9049EB5C}" presName="spaceRect" presStyleCnt="0"/>
      <dgm:spPr/>
    </dgm:pt>
    <dgm:pt modelId="{8CCAD667-B709-4799-8CFC-A17974972E4E}" type="pres">
      <dgm:prSet presAssocID="{EF00366F-F479-463E-800B-E83F9049EB5C}" presName="parTx" presStyleLbl="revTx" presStyleIdx="1" presStyleCnt="4">
        <dgm:presLayoutVars>
          <dgm:chMax val="0"/>
          <dgm:chPref val="0"/>
        </dgm:presLayoutVars>
      </dgm:prSet>
      <dgm:spPr/>
    </dgm:pt>
    <dgm:pt modelId="{24A16C77-A8C5-4ADD-B31C-77DAAE921B23}" type="pres">
      <dgm:prSet presAssocID="{339866DA-041B-40A2-85A2-115E7C65E53B}" presName="sibTrans" presStyleCnt="0"/>
      <dgm:spPr/>
    </dgm:pt>
    <dgm:pt modelId="{555FB38D-90A8-4107-98F5-8FCB6F0174CA}" type="pres">
      <dgm:prSet presAssocID="{A4EFAC9F-E624-4302-B6DD-55B1C5F9B67E}" presName="compNode" presStyleCnt="0"/>
      <dgm:spPr/>
    </dgm:pt>
    <dgm:pt modelId="{64C5DDC0-9183-45F0-BDA3-10F5CE044FCC}" type="pres">
      <dgm:prSet presAssocID="{A4EFAC9F-E624-4302-B6DD-55B1C5F9B67E}" presName="bgRect" presStyleLbl="bgShp" presStyleIdx="2" presStyleCnt="4"/>
      <dgm:spPr/>
    </dgm:pt>
    <dgm:pt modelId="{094EE77C-0BCF-4E13-BBAE-89858572DCA9}" type="pres">
      <dgm:prSet presAssocID="{A4EFAC9F-E624-4302-B6DD-55B1C5F9B67E}" presName="iconRect" presStyleLbl="node1" presStyleIdx="2" presStyleCnt="4" custScaleX="165790" custScaleY="15125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</dgm:pt>
    <dgm:pt modelId="{25EEE6C5-2397-43FF-9DD2-BC7AFD787168}" type="pres">
      <dgm:prSet presAssocID="{A4EFAC9F-E624-4302-B6DD-55B1C5F9B67E}" presName="spaceRect" presStyleCnt="0"/>
      <dgm:spPr/>
    </dgm:pt>
    <dgm:pt modelId="{489452C0-A29F-4944-ADA2-09EB5AB3E7A2}" type="pres">
      <dgm:prSet presAssocID="{A4EFAC9F-E624-4302-B6DD-55B1C5F9B67E}" presName="parTx" presStyleLbl="revTx" presStyleIdx="2" presStyleCnt="4">
        <dgm:presLayoutVars>
          <dgm:chMax val="0"/>
          <dgm:chPref val="0"/>
        </dgm:presLayoutVars>
      </dgm:prSet>
      <dgm:spPr/>
    </dgm:pt>
    <dgm:pt modelId="{0757128E-B1FB-4472-B114-4B97C9446900}" type="pres">
      <dgm:prSet presAssocID="{A16E2550-4AE3-4B0B-BEDA-98E3CB14AF40}" presName="sibTrans" presStyleCnt="0"/>
      <dgm:spPr/>
    </dgm:pt>
    <dgm:pt modelId="{F92C5701-67A9-4FAD-B0A8-D4BCA761ACDC}" type="pres">
      <dgm:prSet presAssocID="{E6FBB2F9-5CE8-4DE6-9E19-46DB75BCD39C}" presName="compNode" presStyleCnt="0"/>
      <dgm:spPr/>
    </dgm:pt>
    <dgm:pt modelId="{7CDF2E96-A160-44D0-A13F-5254EF53C5BF}" type="pres">
      <dgm:prSet presAssocID="{E6FBB2F9-5CE8-4DE6-9E19-46DB75BCD39C}" presName="bgRect" presStyleLbl="bgShp" presStyleIdx="3" presStyleCnt="4"/>
      <dgm:spPr/>
    </dgm:pt>
    <dgm:pt modelId="{5C4F899F-BCE1-41E5-8CA6-5659BA6EF480}" type="pres">
      <dgm:prSet presAssocID="{E6FBB2F9-5CE8-4DE6-9E19-46DB75BCD39C}" presName="iconRect" presStyleLbl="node1" presStyleIdx="3" presStyleCnt="4" custScaleX="191560" custScaleY="144993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</dgm:pt>
    <dgm:pt modelId="{76AA2F26-2E8D-4EA8-98C4-4A78222275A6}" type="pres">
      <dgm:prSet presAssocID="{E6FBB2F9-5CE8-4DE6-9E19-46DB75BCD39C}" presName="spaceRect" presStyleCnt="0"/>
      <dgm:spPr/>
    </dgm:pt>
    <dgm:pt modelId="{ABC36FFA-E44B-4C5B-B008-03BA2323B821}" type="pres">
      <dgm:prSet presAssocID="{E6FBB2F9-5CE8-4DE6-9E19-46DB75BCD39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5928E17-E665-47DD-9FBA-24D76F7FCB93}" type="presOf" srcId="{EF00366F-F479-463E-800B-E83F9049EB5C}" destId="{8CCAD667-B709-4799-8CFC-A17974972E4E}" srcOrd="0" destOrd="0" presId="urn:microsoft.com/office/officeart/2018/2/layout/IconVerticalSolidList"/>
    <dgm:cxn modelId="{D766772C-C4EF-4D89-AE09-1D747DB62B6C}" type="presOf" srcId="{E6FBB2F9-5CE8-4DE6-9E19-46DB75BCD39C}" destId="{ABC36FFA-E44B-4C5B-B008-03BA2323B821}" srcOrd="0" destOrd="0" presId="urn:microsoft.com/office/officeart/2018/2/layout/IconVerticalSolidList"/>
    <dgm:cxn modelId="{10E83060-1ABE-40ED-8D8F-2D830DE58129}" type="presOf" srcId="{C2352E2F-FD31-418C-93C7-1EF9BE9E670C}" destId="{F4F7DA41-F159-4C4C-A6AF-CC0F6C186292}" srcOrd="0" destOrd="0" presId="urn:microsoft.com/office/officeart/2018/2/layout/IconVerticalSolidList"/>
    <dgm:cxn modelId="{044C6361-44EF-4D58-BAB1-B3D931C51F8F}" type="presOf" srcId="{6C7DB2E7-BDED-4F44-93F3-A79B0A2FD286}" destId="{414AFD86-8627-4F60-A575-5F3944C084C7}" srcOrd="0" destOrd="0" presId="urn:microsoft.com/office/officeart/2018/2/layout/IconVerticalSolidList"/>
    <dgm:cxn modelId="{391735B1-3C56-4B34-AD60-AD0ECC4B7157}" srcId="{6C7DB2E7-BDED-4F44-93F3-A79B0A2FD286}" destId="{EF00366F-F479-463E-800B-E83F9049EB5C}" srcOrd="1" destOrd="0" parTransId="{75EFD6DA-37B9-406A-A250-BD29B3DAB909}" sibTransId="{339866DA-041B-40A2-85A2-115E7C65E53B}"/>
    <dgm:cxn modelId="{3A3C7EE7-EAF4-4FC2-9A71-27926A2B69EA}" srcId="{6C7DB2E7-BDED-4F44-93F3-A79B0A2FD286}" destId="{E6FBB2F9-5CE8-4DE6-9E19-46DB75BCD39C}" srcOrd="3" destOrd="0" parTransId="{6F4EDF0D-EA58-4FF1-AF37-64796897F80F}" sibTransId="{B700954F-CC78-439A-9AC2-7EC074B5708F}"/>
    <dgm:cxn modelId="{5F3B26EC-508F-408F-A2F5-016A6A687ABD}" srcId="{6C7DB2E7-BDED-4F44-93F3-A79B0A2FD286}" destId="{A4EFAC9F-E624-4302-B6DD-55B1C5F9B67E}" srcOrd="2" destOrd="0" parTransId="{3F56E193-ADB2-492C-AD7C-D4CFC88BBA0F}" sibTransId="{A16E2550-4AE3-4B0B-BEDA-98E3CB14AF40}"/>
    <dgm:cxn modelId="{EA72A1EC-87D9-4E90-B96F-E2514A447662}" type="presOf" srcId="{A4EFAC9F-E624-4302-B6DD-55B1C5F9B67E}" destId="{489452C0-A29F-4944-ADA2-09EB5AB3E7A2}" srcOrd="0" destOrd="0" presId="urn:microsoft.com/office/officeart/2018/2/layout/IconVerticalSolidList"/>
    <dgm:cxn modelId="{D29EC4F1-BEDA-428C-9568-DB9F398AF37F}" srcId="{6C7DB2E7-BDED-4F44-93F3-A79B0A2FD286}" destId="{C2352E2F-FD31-418C-93C7-1EF9BE9E670C}" srcOrd="0" destOrd="0" parTransId="{AAD0E2BF-BECD-4983-A342-FEEFE4B81F85}" sibTransId="{D4CD27DA-26BC-47C4-B3D6-4E13AF51626B}"/>
    <dgm:cxn modelId="{1CBBDBB1-F07D-4034-B6BD-84DA8EAE0AE8}" type="presParOf" srcId="{414AFD86-8627-4F60-A575-5F3944C084C7}" destId="{3453F8E3-4D74-4042-A087-E9D50078DDD9}" srcOrd="0" destOrd="0" presId="urn:microsoft.com/office/officeart/2018/2/layout/IconVerticalSolidList"/>
    <dgm:cxn modelId="{B14FD62B-8B91-49A4-9D73-59FE4FDC476F}" type="presParOf" srcId="{3453F8E3-4D74-4042-A087-E9D50078DDD9}" destId="{969A7BAA-9E82-408A-9E63-58A8B65E723D}" srcOrd="0" destOrd="0" presId="urn:microsoft.com/office/officeart/2018/2/layout/IconVerticalSolidList"/>
    <dgm:cxn modelId="{AD233CC5-6B8B-449B-9CC6-5C73ED378792}" type="presParOf" srcId="{3453F8E3-4D74-4042-A087-E9D50078DDD9}" destId="{36E2CE69-F0F1-448D-9D6E-A84D9C777A01}" srcOrd="1" destOrd="0" presId="urn:microsoft.com/office/officeart/2018/2/layout/IconVerticalSolidList"/>
    <dgm:cxn modelId="{987F5B35-E81D-46C0-868B-FA7D23255CEE}" type="presParOf" srcId="{3453F8E3-4D74-4042-A087-E9D50078DDD9}" destId="{D8329C59-C7EA-4823-BCB7-5CF2BD8F1077}" srcOrd="2" destOrd="0" presId="urn:microsoft.com/office/officeart/2018/2/layout/IconVerticalSolidList"/>
    <dgm:cxn modelId="{1B12CF8C-F429-4705-B2D6-52CE0B569BB6}" type="presParOf" srcId="{3453F8E3-4D74-4042-A087-E9D50078DDD9}" destId="{F4F7DA41-F159-4C4C-A6AF-CC0F6C186292}" srcOrd="3" destOrd="0" presId="urn:microsoft.com/office/officeart/2018/2/layout/IconVerticalSolidList"/>
    <dgm:cxn modelId="{BAB4143F-F8B4-41E8-9F6D-91A175AFAE33}" type="presParOf" srcId="{414AFD86-8627-4F60-A575-5F3944C084C7}" destId="{FECC25E4-4C89-4D43-8448-D35D2A4598FD}" srcOrd="1" destOrd="0" presId="urn:microsoft.com/office/officeart/2018/2/layout/IconVerticalSolidList"/>
    <dgm:cxn modelId="{BC0CDA4E-C08F-42F9-B326-1B2E68AE0007}" type="presParOf" srcId="{414AFD86-8627-4F60-A575-5F3944C084C7}" destId="{404E9880-108E-4B21-A4C0-130D45E6B582}" srcOrd="2" destOrd="0" presId="urn:microsoft.com/office/officeart/2018/2/layout/IconVerticalSolidList"/>
    <dgm:cxn modelId="{E55105A6-B5F6-4C3C-AFF4-A2E0F6297998}" type="presParOf" srcId="{404E9880-108E-4B21-A4C0-130D45E6B582}" destId="{41127A6A-6AD9-45A4-9250-FA26B9A862F9}" srcOrd="0" destOrd="0" presId="urn:microsoft.com/office/officeart/2018/2/layout/IconVerticalSolidList"/>
    <dgm:cxn modelId="{3C2936B3-59D9-4FA0-9ED4-8101D95F4344}" type="presParOf" srcId="{404E9880-108E-4B21-A4C0-130D45E6B582}" destId="{40523C67-4A81-473D-BEB1-C514A10B8F78}" srcOrd="1" destOrd="0" presId="urn:microsoft.com/office/officeart/2018/2/layout/IconVerticalSolidList"/>
    <dgm:cxn modelId="{D45C8257-D449-4F4C-9AFC-A3808D4501BC}" type="presParOf" srcId="{404E9880-108E-4B21-A4C0-130D45E6B582}" destId="{B250A795-273D-4FB6-9F40-C9E1387C5DB2}" srcOrd="2" destOrd="0" presId="urn:microsoft.com/office/officeart/2018/2/layout/IconVerticalSolidList"/>
    <dgm:cxn modelId="{8CFB5B37-E408-4B1C-A855-7CD1AAA0A20B}" type="presParOf" srcId="{404E9880-108E-4B21-A4C0-130D45E6B582}" destId="{8CCAD667-B709-4799-8CFC-A17974972E4E}" srcOrd="3" destOrd="0" presId="urn:microsoft.com/office/officeart/2018/2/layout/IconVerticalSolidList"/>
    <dgm:cxn modelId="{1F1D9A2F-0DB8-4BBE-9C6A-78338C488C54}" type="presParOf" srcId="{414AFD86-8627-4F60-A575-5F3944C084C7}" destId="{24A16C77-A8C5-4ADD-B31C-77DAAE921B23}" srcOrd="3" destOrd="0" presId="urn:microsoft.com/office/officeart/2018/2/layout/IconVerticalSolidList"/>
    <dgm:cxn modelId="{DD2DCBA5-1D1C-4709-A875-AC0010B2B601}" type="presParOf" srcId="{414AFD86-8627-4F60-A575-5F3944C084C7}" destId="{555FB38D-90A8-4107-98F5-8FCB6F0174CA}" srcOrd="4" destOrd="0" presId="urn:microsoft.com/office/officeart/2018/2/layout/IconVerticalSolidList"/>
    <dgm:cxn modelId="{54FE4CD0-A7D7-47F7-9CA2-D02AC26C9C04}" type="presParOf" srcId="{555FB38D-90A8-4107-98F5-8FCB6F0174CA}" destId="{64C5DDC0-9183-45F0-BDA3-10F5CE044FCC}" srcOrd="0" destOrd="0" presId="urn:microsoft.com/office/officeart/2018/2/layout/IconVerticalSolidList"/>
    <dgm:cxn modelId="{8F1C903B-74FB-4173-8091-5FDF852FD2C6}" type="presParOf" srcId="{555FB38D-90A8-4107-98F5-8FCB6F0174CA}" destId="{094EE77C-0BCF-4E13-BBAE-89858572DCA9}" srcOrd="1" destOrd="0" presId="urn:microsoft.com/office/officeart/2018/2/layout/IconVerticalSolidList"/>
    <dgm:cxn modelId="{9322311C-7245-4001-8E40-07B0FDAB1F8C}" type="presParOf" srcId="{555FB38D-90A8-4107-98F5-8FCB6F0174CA}" destId="{25EEE6C5-2397-43FF-9DD2-BC7AFD787168}" srcOrd="2" destOrd="0" presId="urn:microsoft.com/office/officeart/2018/2/layout/IconVerticalSolidList"/>
    <dgm:cxn modelId="{0B521D09-CB1D-4C56-BA3E-68C3872228AB}" type="presParOf" srcId="{555FB38D-90A8-4107-98F5-8FCB6F0174CA}" destId="{489452C0-A29F-4944-ADA2-09EB5AB3E7A2}" srcOrd="3" destOrd="0" presId="urn:microsoft.com/office/officeart/2018/2/layout/IconVerticalSolidList"/>
    <dgm:cxn modelId="{2212E381-2359-43CE-98E8-9DE5D3498B7A}" type="presParOf" srcId="{414AFD86-8627-4F60-A575-5F3944C084C7}" destId="{0757128E-B1FB-4472-B114-4B97C9446900}" srcOrd="5" destOrd="0" presId="urn:microsoft.com/office/officeart/2018/2/layout/IconVerticalSolidList"/>
    <dgm:cxn modelId="{4DAE995D-993C-4DD3-ADEA-AF797EC0BF5F}" type="presParOf" srcId="{414AFD86-8627-4F60-A575-5F3944C084C7}" destId="{F92C5701-67A9-4FAD-B0A8-D4BCA761ACDC}" srcOrd="6" destOrd="0" presId="urn:microsoft.com/office/officeart/2018/2/layout/IconVerticalSolidList"/>
    <dgm:cxn modelId="{E7109955-78DD-4EB0-BE33-5E5804596B69}" type="presParOf" srcId="{F92C5701-67A9-4FAD-B0A8-D4BCA761ACDC}" destId="{7CDF2E96-A160-44D0-A13F-5254EF53C5BF}" srcOrd="0" destOrd="0" presId="urn:microsoft.com/office/officeart/2018/2/layout/IconVerticalSolidList"/>
    <dgm:cxn modelId="{A6088302-1AB7-4FB8-803B-62D6EE883981}" type="presParOf" srcId="{F92C5701-67A9-4FAD-B0A8-D4BCA761ACDC}" destId="{5C4F899F-BCE1-41E5-8CA6-5659BA6EF480}" srcOrd="1" destOrd="0" presId="urn:microsoft.com/office/officeart/2018/2/layout/IconVerticalSolidList"/>
    <dgm:cxn modelId="{25DF376C-317F-4C66-A414-A97965C3C8E0}" type="presParOf" srcId="{F92C5701-67A9-4FAD-B0A8-D4BCA761ACDC}" destId="{76AA2F26-2E8D-4EA8-98C4-4A78222275A6}" srcOrd="2" destOrd="0" presId="urn:microsoft.com/office/officeart/2018/2/layout/IconVerticalSolidList"/>
    <dgm:cxn modelId="{B0A6BAEA-DB0D-4D5D-A9CD-29FAD2DD52C1}" type="presParOf" srcId="{F92C5701-67A9-4FAD-B0A8-D4BCA761ACDC}" destId="{ABC36FFA-E44B-4C5B-B008-03BA2323B8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FD875A4-577F-42A8-9B18-B8B6589A61C7}" type="doc">
      <dgm:prSet loTypeId="urn:microsoft.com/office/officeart/2005/8/layout/vList5" loCatId="list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0163BD9E-2675-4FBD-AC50-40E7BB8210E5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Most ML models use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only clinical features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, ignoring: Genetic predisposition, Lifestyle factors.</a:t>
          </a:r>
        </a:p>
      </dgm:t>
    </dgm:pt>
    <dgm:pt modelId="{BF050B6C-52D1-4CD9-A438-479AC72E69FD}" type="parTrans" cxnId="{C2CBB87C-B496-4C7F-859E-6C6AFB5C1845}">
      <dgm:prSet/>
      <dgm:spPr/>
      <dgm:t>
        <a:bodyPr/>
        <a:lstStyle/>
        <a:p>
          <a:endParaRPr lang="en-US"/>
        </a:p>
      </dgm:t>
    </dgm:pt>
    <dgm:pt modelId="{BDB1C857-30F8-4DDA-9BF9-2E5981C623E6}" type="sibTrans" cxnId="{C2CBB87C-B496-4C7F-859E-6C6AFB5C1845}">
      <dgm:prSet/>
      <dgm:spPr/>
      <dgm:t>
        <a:bodyPr/>
        <a:lstStyle/>
        <a:p>
          <a:endParaRPr lang="en-US"/>
        </a:p>
      </dgm:t>
    </dgm:pt>
    <dgm:pt modelId="{7CED6B70-08D6-4158-B5E5-9B363700ADD9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Challenges include:</a:t>
          </a:r>
        </a:p>
      </dgm:t>
    </dgm:pt>
    <dgm:pt modelId="{77EE2DF3-7CCF-4243-996D-896D74AEC5F5}" type="parTrans" cxnId="{1969C28B-AAC6-4E6F-B26B-B4CB8105E845}">
      <dgm:prSet/>
      <dgm:spPr/>
      <dgm:t>
        <a:bodyPr/>
        <a:lstStyle/>
        <a:p>
          <a:endParaRPr lang="en-US"/>
        </a:p>
      </dgm:t>
    </dgm:pt>
    <dgm:pt modelId="{2C47BBC1-5FED-4EF8-8F78-DCE39609431B}" type="sibTrans" cxnId="{1969C28B-AAC6-4E6F-B26B-B4CB8105E845}">
      <dgm:prSet/>
      <dgm:spPr/>
      <dgm:t>
        <a:bodyPr/>
        <a:lstStyle/>
        <a:p>
          <a:endParaRPr lang="en-US"/>
        </a:p>
      </dgm:t>
    </dgm:pt>
    <dgm:pt modelId="{69902948-2FC5-4B9F-ABF2-09EDB643C50A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Imbalanced datasets</a:t>
          </a:r>
        </a:p>
      </dgm:t>
    </dgm:pt>
    <dgm:pt modelId="{61B2321C-8900-474D-8C5B-BB3D21A6D437}" type="parTrans" cxnId="{A496F400-6AE2-4328-9EB8-17D0C8B50C21}">
      <dgm:prSet/>
      <dgm:spPr/>
      <dgm:t>
        <a:bodyPr/>
        <a:lstStyle/>
        <a:p>
          <a:endParaRPr lang="en-US"/>
        </a:p>
      </dgm:t>
    </dgm:pt>
    <dgm:pt modelId="{B9DCF605-9845-450A-885A-D8489B76A752}" type="sibTrans" cxnId="{A496F400-6AE2-4328-9EB8-17D0C8B50C21}">
      <dgm:prSet/>
      <dgm:spPr/>
      <dgm:t>
        <a:bodyPr/>
        <a:lstStyle/>
        <a:p>
          <a:endParaRPr lang="en-US"/>
        </a:p>
      </dgm:t>
    </dgm:pt>
    <dgm:pt modelId="{D1390D68-31E0-45F3-A461-0A01C033C2B6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Limited feature selection</a:t>
          </a:r>
        </a:p>
      </dgm:t>
    </dgm:pt>
    <dgm:pt modelId="{A9E587B6-8FFF-4ADC-8DAF-1FDB3839C7E8}" type="parTrans" cxnId="{3119414A-906D-42D6-BBED-0DE442BB8ED0}">
      <dgm:prSet/>
      <dgm:spPr/>
      <dgm:t>
        <a:bodyPr/>
        <a:lstStyle/>
        <a:p>
          <a:endParaRPr lang="en-US"/>
        </a:p>
      </dgm:t>
    </dgm:pt>
    <dgm:pt modelId="{58D0EF1A-F045-4301-B90C-DDB9765BF2BC}" type="sibTrans" cxnId="{3119414A-906D-42D6-BBED-0DE442BB8ED0}">
      <dgm:prSet/>
      <dgm:spPr/>
      <dgm:t>
        <a:bodyPr/>
        <a:lstStyle/>
        <a:p>
          <a:endParaRPr lang="en-US"/>
        </a:p>
      </dgm:t>
    </dgm:pt>
    <dgm:pt modelId="{5D2491E4-F467-4FA0-AEB4-633A521F9C9C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Inconsistent model accuracy</a:t>
          </a:r>
        </a:p>
      </dgm:t>
    </dgm:pt>
    <dgm:pt modelId="{E6C4664F-A972-4DCA-A7C1-C910F2AA2533}" type="parTrans" cxnId="{7DDBCB5E-9EE0-4C42-8587-25B67097060E}">
      <dgm:prSet/>
      <dgm:spPr/>
      <dgm:t>
        <a:bodyPr/>
        <a:lstStyle/>
        <a:p>
          <a:endParaRPr lang="en-US"/>
        </a:p>
      </dgm:t>
    </dgm:pt>
    <dgm:pt modelId="{D7BF74BC-8CEC-45B8-8A79-5432F07C9CD9}" type="sibTrans" cxnId="{7DDBCB5E-9EE0-4C42-8587-25B67097060E}">
      <dgm:prSet/>
      <dgm:spPr/>
      <dgm:t>
        <a:bodyPr/>
        <a:lstStyle/>
        <a:p>
          <a:endParaRPr lang="en-US"/>
        </a:p>
      </dgm:t>
    </dgm:pt>
    <dgm:pt modelId="{21A5A206-0A50-482A-9565-0D649055ABBF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Poor generalizability to new data</a:t>
          </a:r>
        </a:p>
      </dgm:t>
    </dgm:pt>
    <dgm:pt modelId="{2EBFCD53-3914-4E53-981E-79A0B7D2FDD3}" type="parTrans" cxnId="{8D6EF5F1-F4B5-4B77-BFD6-634E3984A121}">
      <dgm:prSet/>
      <dgm:spPr/>
      <dgm:t>
        <a:bodyPr/>
        <a:lstStyle/>
        <a:p>
          <a:endParaRPr lang="en-US"/>
        </a:p>
      </dgm:t>
    </dgm:pt>
    <dgm:pt modelId="{9EDDD9F2-8B50-47CC-8053-82A7AA8FB159}" type="sibTrans" cxnId="{8D6EF5F1-F4B5-4B77-BFD6-634E3984A121}">
      <dgm:prSet/>
      <dgm:spPr/>
      <dgm:t>
        <a:bodyPr/>
        <a:lstStyle/>
        <a:p>
          <a:endParaRPr lang="en-US"/>
        </a:p>
      </dgm:t>
    </dgm:pt>
    <dgm:pt modelId="{4784E3A6-A468-4532-904C-C74C0E606FC8}" type="pres">
      <dgm:prSet presAssocID="{1FD875A4-577F-42A8-9B18-B8B6589A61C7}" presName="Name0" presStyleCnt="0">
        <dgm:presLayoutVars>
          <dgm:dir/>
          <dgm:animLvl val="lvl"/>
          <dgm:resizeHandles val="exact"/>
        </dgm:presLayoutVars>
      </dgm:prSet>
      <dgm:spPr/>
    </dgm:pt>
    <dgm:pt modelId="{2329F63F-688B-404A-AC02-EC75067D6C01}" type="pres">
      <dgm:prSet presAssocID="{0163BD9E-2675-4FBD-AC50-40E7BB8210E5}" presName="linNode" presStyleCnt="0"/>
      <dgm:spPr/>
    </dgm:pt>
    <dgm:pt modelId="{3806632F-41E1-40EB-B0BD-57B01A7AC11C}" type="pres">
      <dgm:prSet presAssocID="{0163BD9E-2675-4FBD-AC50-40E7BB8210E5}" presName="parentText" presStyleLbl="node1" presStyleIdx="0" presStyleCnt="2" custScaleX="209933">
        <dgm:presLayoutVars>
          <dgm:chMax val="1"/>
          <dgm:bulletEnabled val="1"/>
        </dgm:presLayoutVars>
      </dgm:prSet>
      <dgm:spPr/>
    </dgm:pt>
    <dgm:pt modelId="{568CF88F-2300-47E2-82E3-360B72446F5D}" type="pres">
      <dgm:prSet presAssocID="{BDB1C857-30F8-4DDA-9BF9-2E5981C623E6}" presName="sp" presStyleCnt="0"/>
      <dgm:spPr/>
    </dgm:pt>
    <dgm:pt modelId="{121DCBB8-1794-48B1-9407-B67CFC841420}" type="pres">
      <dgm:prSet presAssocID="{7CED6B70-08D6-4158-B5E5-9B363700ADD9}" presName="linNode" presStyleCnt="0"/>
      <dgm:spPr/>
    </dgm:pt>
    <dgm:pt modelId="{2B470A75-6659-4723-B6AF-FF79A230E051}" type="pres">
      <dgm:prSet presAssocID="{7CED6B70-08D6-4158-B5E5-9B363700ADD9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431FF978-7220-4C66-908C-48CCA3BB9D31}" type="pres">
      <dgm:prSet presAssocID="{7CED6B70-08D6-4158-B5E5-9B363700ADD9}" presName="descendantText" presStyleLbl="alignAccFollowNode1" presStyleIdx="0" presStyleCnt="1" custScaleY="120560">
        <dgm:presLayoutVars>
          <dgm:bulletEnabled val="1"/>
        </dgm:presLayoutVars>
      </dgm:prSet>
      <dgm:spPr/>
    </dgm:pt>
  </dgm:ptLst>
  <dgm:cxnLst>
    <dgm:cxn modelId="{A496F400-6AE2-4328-9EB8-17D0C8B50C21}" srcId="{7CED6B70-08D6-4158-B5E5-9B363700ADD9}" destId="{69902948-2FC5-4B9F-ABF2-09EDB643C50A}" srcOrd="0" destOrd="0" parTransId="{61B2321C-8900-474D-8C5B-BB3D21A6D437}" sibTransId="{B9DCF605-9845-450A-885A-D8489B76A752}"/>
    <dgm:cxn modelId="{8AC75628-E731-4D2C-9CCE-FB39DD124FD1}" type="presOf" srcId="{0163BD9E-2675-4FBD-AC50-40E7BB8210E5}" destId="{3806632F-41E1-40EB-B0BD-57B01A7AC11C}" srcOrd="0" destOrd="0" presId="urn:microsoft.com/office/officeart/2005/8/layout/vList5"/>
    <dgm:cxn modelId="{1350B838-0BBC-4867-96D9-0D4B0EEC8E6E}" type="presOf" srcId="{1FD875A4-577F-42A8-9B18-B8B6589A61C7}" destId="{4784E3A6-A468-4532-904C-C74C0E606FC8}" srcOrd="0" destOrd="0" presId="urn:microsoft.com/office/officeart/2005/8/layout/vList5"/>
    <dgm:cxn modelId="{7DDBCB5E-9EE0-4C42-8587-25B67097060E}" srcId="{7CED6B70-08D6-4158-B5E5-9B363700ADD9}" destId="{5D2491E4-F467-4FA0-AEB4-633A521F9C9C}" srcOrd="2" destOrd="0" parTransId="{E6C4664F-A972-4DCA-A7C1-C910F2AA2533}" sibTransId="{D7BF74BC-8CEC-45B8-8A79-5432F07C9CD9}"/>
    <dgm:cxn modelId="{A8956D48-F6D5-48B1-9E12-120CBABEC592}" type="presOf" srcId="{5D2491E4-F467-4FA0-AEB4-633A521F9C9C}" destId="{431FF978-7220-4C66-908C-48CCA3BB9D31}" srcOrd="0" destOrd="2" presId="urn:microsoft.com/office/officeart/2005/8/layout/vList5"/>
    <dgm:cxn modelId="{3119414A-906D-42D6-BBED-0DE442BB8ED0}" srcId="{7CED6B70-08D6-4158-B5E5-9B363700ADD9}" destId="{D1390D68-31E0-45F3-A461-0A01C033C2B6}" srcOrd="1" destOrd="0" parTransId="{A9E587B6-8FFF-4ADC-8DAF-1FDB3839C7E8}" sibTransId="{58D0EF1A-F045-4301-B90C-DDB9765BF2BC}"/>
    <dgm:cxn modelId="{C2CBB87C-B496-4C7F-859E-6C6AFB5C1845}" srcId="{1FD875A4-577F-42A8-9B18-B8B6589A61C7}" destId="{0163BD9E-2675-4FBD-AC50-40E7BB8210E5}" srcOrd="0" destOrd="0" parTransId="{BF050B6C-52D1-4CD9-A438-479AC72E69FD}" sibTransId="{BDB1C857-30F8-4DDA-9BF9-2E5981C623E6}"/>
    <dgm:cxn modelId="{1969C28B-AAC6-4E6F-B26B-B4CB8105E845}" srcId="{1FD875A4-577F-42A8-9B18-B8B6589A61C7}" destId="{7CED6B70-08D6-4158-B5E5-9B363700ADD9}" srcOrd="1" destOrd="0" parTransId="{77EE2DF3-7CCF-4243-996D-896D74AEC5F5}" sibTransId="{2C47BBC1-5FED-4EF8-8F78-DCE39609431B}"/>
    <dgm:cxn modelId="{5460D2AA-D959-4F97-BE3B-B136EF48833D}" type="presOf" srcId="{21A5A206-0A50-482A-9565-0D649055ABBF}" destId="{431FF978-7220-4C66-908C-48CCA3BB9D31}" srcOrd="0" destOrd="3" presId="urn:microsoft.com/office/officeart/2005/8/layout/vList5"/>
    <dgm:cxn modelId="{3474BCAF-AF7D-4BE3-AE99-A10536647099}" type="presOf" srcId="{69902948-2FC5-4B9F-ABF2-09EDB643C50A}" destId="{431FF978-7220-4C66-908C-48CCA3BB9D31}" srcOrd="0" destOrd="0" presId="urn:microsoft.com/office/officeart/2005/8/layout/vList5"/>
    <dgm:cxn modelId="{92D185BE-CF20-47FE-8F5C-3F30116B9532}" type="presOf" srcId="{D1390D68-31E0-45F3-A461-0A01C033C2B6}" destId="{431FF978-7220-4C66-908C-48CCA3BB9D31}" srcOrd="0" destOrd="1" presId="urn:microsoft.com/office/officeart/2005/8/layout/vList5"/>
    <dgm:cxn modelId="{DF6295EB-C56B-4B7C-8D95-9FE049C7209E}" type="presOf" srcId="{7CED6B70-08D6-4158-B5E5-9B363700ADD9}" destId="{2B470A75-6659-4723-B6AF-FF79A230E051}" srcOrd="0" destOrd="0" presId="urn:microsoft.com/office/officeart/2005/8/layout/vList5"/>
    <dgm:cxn modelId="{8D6EF5F1-F4B5-4B77-BFD6-634E3984A121}" srcId="{7CED6B70-08D6-4158-B5E5-9B363700ADD9}" destId="{21A5A206-0A50-482A-9565-0D649055ABBF}" srcOrd="3" destOrd="0" parTransId="{2EBFCD53-3914-4E53-981E-79A0B7D2FDD3}" sibTransId="{9EDDD9F2-8B50-47CC-8053-82A7AA8FB159}"/>
    <dgm:cxn modelId="{EF457173-3899-4E68-838C-B7F014E429B6}" type="presParOf" srcId="{4784E3A6-A468-4532-904C-C74C0E606FC8}" destId="{2329F63F-688B-404A-AC02-EC75067D6C01}" srcOrd="0" destOrd="0" presId="urn:microsoft.com/office/officeart/2005/8/layout/vList5"/>
    <dgm:cxn modelId="{5CF5B90A-6116-4311-A27D-CD72C0D8665A}" type="presParOf" srcId="{2329F63F-688B-404A-AC02-EC75067D6C01}" destId="{3806632F-41E1-40EB-B0BD-57B01A7AC11C}" srcOrd="0" destOrd="0" presId="urn:microsoft.com/office/officeart/2005/8/layout/vList5"/>
    <dgm:cxn modelId="{B20CAB4B-58AB-4CF2-9D9F-F906F4E41B72}" type="presParOf" srcId="{4784E3A6-A468-4532-904C-C74C0E606FC8}" destId="{568CF88F-2300-47E2-82E3-360B72446F5D}" srcOrd="1" destOrd="0" presId="urn:microsoft.com/office/officeart/2005/8/layout/vList5"/>
    <dgm:cxn modelId="{4C411FEB-0193-4F5B-BEF7-39B8FBA6D74D}" type="presParOf" srcId="{4784E3A6-A468-4532-904C-C74C0E606FC8}" destId="{121DCBB8-1794-48B1-9407-B67CFC841420}" srcOrd="2" destOrd="0" presId="urn:microsoft.com/office/officeart/2005/8/layout/vList5"/>
    <dgm:cxn modelId="{567BDB50-C551-4673-8DAA-5D4DDB68A462}" type="presParOf" srcId="{121DCBB8-1794-48B1-9407-B67CFC841420}" destId="{2B470A75-6659-4723-B6AF-FF79A230E051}" srcOrd="0" destOrd="0" presId="urn:microsoft.com/office/officeart/2005/8/layout/vList5"/>
    <dgm:cxn modelId="{45B994EA-06B1-43DA-B98A-4235910F744A}" type="presParOf" srcId="{121DCBB8-1794-48B1-9407-B67CFC841420}" destId="{431FF978-7220-4C66-908C-48CCA3BB9D3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6441991-0B19-4987-8FE0-A65EF6F90594}" type="doc">
      <dgm:prSet loTypeId="urn:microsoft.com/office/officeart/2018/2/layout/IconLabelList" loCatId="icon" qsTypeId="urn:microsoft.com/office/officeart/2005/8/quickstyle/simple1#4" qsCatId="simple" csTypeId="urn:microsoft.com/office/officeart/2005/8/colors/accent1_2#4" csCatId="accent1" phldr="1"/>
      <dgm:spPr/>
      <dgm:t>
        <a:bodyPr/>
        <a:lstStyle/>
        <a:p>
          <a:endParaRPr lang="en-US"/>
        </a:p>
      </dgm:t>
    </dgm:pt>
    <dgm:pt modelId="{40A0322B-DFAA-4A75-AD45-14034102981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ML can uncover 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complex patterns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in large, multi-dimensional datasets</a:t>
          </a: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134F04B7-8FFE-4059-841C-3A2CF7FF9A93}" type="parTrans" cxnId="{BDB08BCC-BB93-4A7C-9B1D-5EAFD7493B6D}">
      <dgm:prSet/>
      <dgm:spPr/>
      <dgm:t>
        <a:bodyPr/>
        <a:lstStyle/>
        <a:p>
          <a:endParaRPr lang="en-US"/>
        </a:p>
      </dgm:t>
    </dgm:pt>
    <dgm:pt modelId="{017038FB-1819-4C50-9561-248810E7E3BD}" type="sibTrans" cxnId="{BDB08BCC-BB93-4A7C-9B1D-5EAFD7493B6D}">
      <dgm:prSet/>
      <dgm:spPr/>
      <dgm:t>
        <a:bodyPr/>
        <a:lstStyle/>
        <a:p>
          <a:endParaRPr lang="en-US"/>
        </a:p>
      </dgm:t>
    </dgm:pt>
    <dgm:pt modelId="{8C34A240-8F3E-4B0C-9F55-B46CD0B92FB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ML model capable of integrating: Clinical metrics, Genetic factors, Lifestyle data.</a:t>
          </a:r>
        </a:p>
      </dgm:t>
    </dgm:pt>
    <dgm:pt modelId="{9702B738-B1BA-4D5B-8255-3661159E5422}" type="parTrans" cxnId="{4FD42F24-9E2E-4D1E-BA6D-30175A6B0D89}">
      <dgm:prSet/>
      <dgm:spPr/>
      <dgm:t>
        <a:bodyPr/>
        <a:lstStyle/>
        <a:p>
          <a:endParaRPr lang="en-US"/>
        </a:p>
      </dgm:t>
    </dgm:pt>
    <dgm:pt modelId="{F4B2EE31-26F9-45F0-B898-506EAB2D3867}" type="sibTrans" cxnId="{4FD42F24-9E2E-4D1E-BA6D-30175A6B0D89}">
      <dgm:prSet/>
      <dgm:spPr/>
      <dgm:t>
        <a:bodyPr/>
        <a:lstStyle/>
        <a:p>
          <a:endParaRPr lang="en-US"/>
        </a:p>
      </dgm:t>
    </dgm:pt>
    <dgm:pt modelId="{D22CB10A-CC1E-4599-AEE4-5EBCF3D06DA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Helps in 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early detection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personalized risk prediction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, and 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treatment planning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47B496FB-B3F8-497E-B27F-C12E8CD0DF00}" type="parTrans" cxnId="{D1564E98-88C0-498A-979A-ED4D4ECD21F4}">
      <dgm:prSet/>
      <dgm:spPr/>
      <dgm:t>
        <a:bodyPr/>
        <a:lstStyle/>
        <a:p>
          <a:endParaRPr lang="en-US"/>
        </a:p>
      </dgm:t>
    </dgm:pt>
    <dgm:pt modelId="{6FA6D145-B2AB-439E-ADBD-70B77BDA1F0B}" type="sibTrans" cxnId="{D1564E98-88C0-498A-979A-ED4D4ECD21F4}">
      <dgm:prSet/>
      <dgm:spPr/>
      <dgm:t>
        <a:bodyPr/>
        <a:lstStyle/>
        <a:p>
          <a:endParaRPr lang="en-US"/>
        </a:p>
      </dgm:t>
    </dgm:pt>
    <dgm:pt modelId="{B67884F6-1D8E-4D40-BC69-A297913DA2E3}" type="pres">
      <dgm:prSet presAssocID="{56441991-0B19-4987-8FE0-A65EF6F90594}" presName="root" presStyleCnt="0">
        <dgm:presLayoutVars>
          <dgm:dir/>
          <dgm:resizeHandles val="exact"/>
        </dgm:presLayoutVars>
      </dgm:prSet>
      <dgm:spPr/>
    </dgm:pt>
    <dgm:pt modelId="{3D55B5BC-7F6E-4C68-B3CB-61627E213CF4}" type="pres">
      <dgm:prSet presAssocID="{40A0322B-DFAA-4A75-AD45-140341029816}" presName="compNode" presStyleCnt="0"/>
      <dgm:spPr/>
    </dgm:pt>
    <dgm:pt modelId="{E03513ED-F63C-45A0-9F82-E67CE37270D1}" type="pres">
      <dgm:prSet presAssocID="{40A0322B-DFAA-4A75-AD45-140341029816}" presName="iconRect" presStyleLbl="node1" presStyleIdx="0" presStyleCnt="3" custLinFactNeighborX="-3510" custLinFactNeighborY="-6236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</dgm:pt>
    <dgm:pt modelId="{2E78FD1D-E9F5-471D-847B-8E555D960D46}" type="pres">
      <dgm:prSet presAssocID="{40A0322B-DFAA-4A75-AD45-140341029816}" presName="spaceRect" presStyleCnt="0"/>
      <dgm:spPr/>
    </dgm:pt>
    <dgm:pt modelId="{42FAE37F-DBA2-4482-AD3E-EB41941DB788}" type="pres">
      <dgm:prSet presAssocID="{40A0322B-DFAA-4A75-AD45-140341029816}" presName="textRect" presStyleLbl="revTx" presStyleIdx="0" presStyleCnt="3" custScaleY="171197">
        <dgm:presLayoutVars>
          <dgm:chMax val="1"/>
          <dgm:chPref val="1"/>
        </dgm:presLayoutVars>
      </dgm:prSet>
      <dgm:spPr/>
    </dgm:pt>
    <dgm:pt modelId="{A09C0242-EB8B-4E50-83E6-2ABD87F33CE4}" type="pres">
      <dgm:prSet presAssocID="{017038FB-1819-4C50-9561-248810E7E3BD}" presName="sibTrans" presStyleCnt="0"/>
      <dgm:spPr/>
    </dgm:pt>
    <dgm:pt modelId="{A3524902-710F-46D5-8893-85E8F1DA7DCE}" type="pres">
      <dgm:prSet presAssocID="{8C34A240-8F3E-4B0C-9F55-B46CD0B92FBD}" presName="compNode" presStyleCnt="0"/>
      <dgm:spPr/>
    </dgm:pt>
    <dgm:pt modelId="{2D565393-DA2B-4019-A0E0-FCDE704218FF}" type="pres">
      <dgm:prSet presAssocID="{8C34A240-8F3E-4B0C-9F55-B46CD0B92FBD}" presName="iconRect" presStyleLbl="node1" presStyleIdx="1" presStyleCnt="3" custScaleY="92397" custLinFactNeighborX="-11700" custLinFactNeighborY="-7209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</dgm:pt>
    <dgm:pt modelId="{06AF119F-FD2A-4904-BE38-9F43D11FC452}" type="pres">
      <dgm:prSet presAssocID="{8C34A240-8F3E-4B0C-9F55-B46CD0B92FBD}" presName="spaceRect" presStyleCnt="0"/>
      <dgm:spPr/>
    </dgm:pt>
    <dgm:pt modelId="{7E27ECA8-BBDA-45D1-B785-E137ECFE5495}" type="pres">
      <dgm:prSet presAssocID="{8C34A240-8F3E-4B0C-9F55-B46CD0B92FBD}" presName="textRect" presStyleLbl="revTx" presStyleIdx="1" presStyleCnt="3" custScaleY="173413">
        <dgm:presLayoutVars>
          <dgm:chMax val="1"/>
          <dgm:chPref val="1"/>
        </dgm:presLayoutVars>
      </dgm:prSet>
      <dgm:spPr/>
    </dgm:pt>
    <dgm:pt modelId="{8F23F124-03BF-4E8E-930C-93AF5D335F2D}" type="pres">
      <dgm:prSet presAssocID="{F4B2EE31-26F9-45F0-B898-506EAB2D3867}" presName="sibTrans" presStyleCnt="0"/>
      <dgm:spPr/>
    </dgm:pt>
    <dgm:pt modelId="{17C16DD5-C0EA-4205-B22F-04DA8BE493A6}" type="pres">
      <dgm:prSet presAssocID="{D22CB10A-CC1E-4599-AEE4-5EBCF3D06DAF}" presName="compNode" presStyleCnt="0"/>
      <dgm:spPr/>
    </dgm:pt>
    <dgm:pt modelId="{6F25B421-2B8A-4523-BF2B-880128127B0E}" type="pres">
      <dgm:prSet presAssocID="{D22CB10A-CC1E-4599-AEE4-5EBCF3D06DAF}" presName="iconRect" presStyleLbl="node1" presStyleIdx="2" presStyleCnt="3" custLinFactNeighborX="-10530" custLinFactNeighborY="-7488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</dgm:pt>
    <dgm:pt modelId="{635937A7-19E8-4C3D-B351-0AFB15640C66}" type="pres">
      <dgm:prSet presAssocID="{D22CB10A-CC1E-4599-AEE4-5EBCF3D06DAF}" presName="spaceRect" presStyleCnt="0"/>
      <dgm:spPr/>
    </dgm:pt>
    <dgm:pt modelId="{F2694952-300D-4B67-98A8-0B06227E4208}" type="pres">
      <dgm:prSet presAssocID="{D22CB10A-CC1E-4599-AEE4-5EBCF3D06DAF}" presName="textRect" presStyleLbl="revTx" presStyleIdx="2" presStyleCnt="3" custAng="0" custScaleY="180233">
        <dgm:presLayoutVars>
          <dgm:chMax val="1"/>
          <dgm:chPref val="1"/>
        </dgm:presLayoutVars>
      </dgm:prSet>
      <dgm:spPr/>
    </dgm:pt>
  </dgm:ptLst>
  <dgm:cxnLst>
    <dgm:cxn modelId="{4FD42F24-9E2E-4D1E-BA6D-30175A6B0D89}" srcId="{56441991-0B19-4987-8FE0-A65EF6F90594}" destId="{8C34A240-8F3E-4B0C-9F55-B46CD0B92FBD}" srcOrd="1" destOrd="0" parTransId="{9702B738-B1BA-4D5B-8255-3661159E5422}" sibTransId="{F4B2EE31-26F9-45F0-B898-506EAB2D3867}"/>
    <dgm:cxn modelId="{863A4048-2EB5-40F2-B672-65C7180DED8C}" type="presOf" srcId="{40A0322B-DFAA-4A75-AD45-140341029816}" destId="{42FAE37F-DBA2-4482-AD3E-EB41941DB788}" srcOrd="0" destOrd="0" presId="urn:microsoft.com/office/officeart/2018/2/layout/IconLabelList"/>
    <dgm:cxn modelId="{D1564E98-88C0-498A-979A-ED4D4ECD21F4}" srcId="{56441991-0B19-4987-8FE0-A65EF6F90594}" destId="{D22CB10A-CC1E-4599-AEE4-5EBCF3D06DAF}" srcOrd="2" destOrd="0" parTransId="{47B496FB-B3F8-497E-B27F-C12E8CD0DF00}" sibTransId="{6FA6D145-B2AB-439E-ADBD-70B77BDA1F0B}"/>
    <dgm:cxn modelId="{38640FA8-9F2E-48D4-80E3-D5A82910BF0E}" type="presOf" srcId="{56441991-0B19-4987-8FE0-A65EF6F90594}" destId="{B67884F6-1D8E-4D40-BC69-A297913DA2E3}" srcOrd="0" destOrd="0" presId="urn:microsoft.com/office/officeart/2018/2/layout/IconLabelList"/>
    <dgm:cxn modelId="{BDB08BCC-BB93-4A7C-9B1D-5EAFD7493B6D}" srcId="{56441991-0B19-4987-8FE0-A65EF6F90594}" destId="{40A0322B-DFAA-4A75-AD45-140341029816}" srcOrd="0" destOrd="0" parTransId="{134F04B7-8FFE-4059-841C-3A2CF7FF9A93}" sibTransId="{017038FB-1819-4C50-9561-248810E7E3BD}"/>
    <dgm:cxn modelId="{6DC1E1CF-59EF-43B0-AF63-0D707F8B4898}" type="presOf" srcId="{8C34A240-8F3E-4B0C-9F55-B46CD0B92FBD}" destId="{7E27ECA8-BBDA-45D1-B785-E137ECFE5495}" srcOrd="0" destOrd="0" presId="urn:microsoft.com/office/officeart/2018/2/layout/IconLabelList"/>
    <dgm:cxn modelId="{C788E3F4-3B23-4A5E-98BE-824269C28049}" type="presOf" srcId="{D22CB10A-CC1E-4599-AEE4-5EBCF3D06DAF}" destId="{F2694952-300D-4B67-98A8-0B06227E4208}" srcOrd="0" destOrd="0" presId="urn:microsoft.com/office/officeart/2018/2/layout/IconLabelList"/>
    <dgm:cxn modelId="{7CB24A79-086A-4B02-9F9E-9E3FFE06DC70}" type="presParOf" srcId="{B67884F6-1D8E-4D40-BC69-A297913DA2E3}" destId="{3D55B5BC-7F6E-4C68-B3CB-61627E213CF4}" srcOrd="0" destOrd="0" presId="urn:microsoft.com/office/officeart/2018/2/layout/IconLabelList"/>
    <dgm:cxn modelId="{8513D380-66CB-419D-87E4-55A389608D2E}" type="presParOf" srcId="{3D55B5BC-7F6E-4C68-B3CB-61627E213CF4}" destId="{E03513ED-F63C-45A0-9F82-E67CE37270D1}" srcOrd="0" destOrd="0" presId="urn:microsoft.com/office/officeart/2018/2/layout/IconLabelList"/>
    <dgm:cxn modelId="{C62C609B-3B7E-4792-97BD-05642EB8F77B}" type="presParOf" srcId="{3D55B5BC-7F6E-4C68-B3CB-61627E213CF4}" destId="{2E78FD1D-E9F5-471D-847B-8E555D960D46}" srcOrd="1" destOrd="0" presId="urn:microsoft.com/office/officeart/2018/2/layout/IconLabelList"/>
    <dgm:cxn modelId="{F1DEFBC0-0089-48B6-905A-77E01C8DC6AA}" type="presParOf" srcId="{3D55B5BC-7F6E-4C68-B3CB-61627E213CF4}" destId="{42FAE37F-DBA2-4482-AD3E-EB41941DB788}" srcOrd="2" destOrd="0" presId="urn:microsoft.com/office/officeart/2018/2/layout/IconLabelList"/>
    <dgm:cxn modelId="{8C0D2D93-BAE9-425A-9E97-02CA15478A70}" type="presParOf" srcId="{B67884F6-1D8E-4D40-BC69-A297913DA2E3}" destId="{A09C0242-EB8B-4E50-83E6-2ABD87F33CE4}" srcOrd="1" destOrd="0" presId="urn:microsoft.com/office/officeart/2018/2/layout/IconLabelList"/>
    <dgm:cxn modelId="{8D8B2B3A-5D65-4763-BE37-E2325ACC797E}" type="presParOf" srcId="{B67884F6-1D8E-4D40-BC69-A297913DA2E3}" destId="{A3524902-710F-46D5-8893-85E8F1DA7DCE}" srcOrd="2" destOrd="0" presId="urn:microsoft.com/office/officeart/2018/2/layout/IconLabelList"/>
    <dgm:cxn modelId="{C1AE5782-FDF6-41C4-BE00-461E1A750427}" type="presParOf" srcId="{A3524902-710F-46D5-8893-85E8F1DA7DCE}" destId="{2D565393-DA2B-4019-A0E0-FCDE704218FF}" srcOrd="0" destOrd="0" presId="urn:microsoft.com/office/officeart/2018/2/layout/IconLabelList"/>
    <dgm:cxn modelId="{5AD55631-708D-4B2C-8817-5E0535B01891}" type="presParOf" srcId="{A3524902-710F-46D5-8893-85E8F1DA7DCE}" destId="{06AF119F-FD2A-4904-BE38-9F43D11FC452}" srcOrd="1" destOrd="0" presId="urn:microsoft.com/office/officeart/2018/2/layout/IconLabelList"/>
    <dgm:cxn modelId="{0F1E4236-D836-4DED-A8D4-3EE0C4EB7CC8}" type="presParOf" srcId="{A3524902-710F-46D5-8893-85E8F1DA7DCE}" destId="{7E27ECA8-BBDA-45D1-B785-E137ECFE5495}" srcOrd="2" destOrd="0" presId="urn:microsoft.com/office/officeart/2018/2/layout/IconLabelList"/>
    <dgm:cxn modelId="{4DC97E88-2357-44FB-88D9-2674461ABD3C}" type="presParOf" srcId="{B67884F6-1D8E-4D40-BC69-A297913DA2E3}" destId="{8F23F124-03BF-4E8E-930C-93AF5D335F2D}" srcOrd="3" destOrd="0" presId="urn:microsoft.com/office/officeart/2018/2/layout/IconLabelList"/>
    <dgm:cxn modelId="{1A2C274A-553F-4FAA-A6CC-ECAB093667DA}" type="presParOf" srcId="{B67884F6-1D8E-4D40-BC69-A297913DA2E3}" destId="{17C16DD5-C0EA-4205-B22F-04DA8BE493A6}" srcOrd="4" destOrd="0" presId="urn:microsoft.com/office/officeart/2018/2/layout/IconLabelList"/>
    <dgm:cxn modelId="{E990A0D5-70B4-4B50-A56E-FD85500FAC6A}" type="presParOf" srcId="{17C16DD5-C0EA-4205-B22F-04DA8BE493A6}" destId="{6F25B421-2B8A-4523-BF2B-880128127B0E}" srcOrd="0" destOrd="0" presId="urn:microsoft.com/office/officeart/2018/2/layout/IconLabelList"/>
    <dgm:cxn modelId="{E056CE0D-FD96-482C-92DC-FF998ED1FCA4}" type="presParOf" srcId="{17C16DD5-C0EA-4205-B22F-04DA8BE493A6}" destId="{635937A7-19E8-4C3D-B351-0AFB15640C66}" srcOrd="1" destOrd="0" presId="urn:microsoft.com/office/officeart/2018/2/layout/IconLabelList"/>
    <dgm:cxn modelId="{E0963F42-AF9C-4AEA-BD23-97D53BB3364D}" type="presParOf" srcId="{17C16DD5-C0EA-4205-B22F-04DA8BE493A6}" destId="{F2694952-300D-4B67-98A8-0B06227E420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96CCEE8-9C6D-443E-BB25-733A78D1D336}" type="doc">
      <dgm:prSet loTypeId="urn:microsoft.com/office/officeart/2016/7/layout/RepeatingBendingProcessNew" loCatId="process" qsTypeId="urn:microsoft.com/office/officeart/2005/8/quickstyle/simple1#5" qsCatId="simple" csTypeId="urn:microsoft.com/office/officeart/2005/8/colors/accent1_2#5" csCatId="accent1" phldr="1"/>
      <dgm:spPr/>
      <dgm:t>
        <a:bodyPr/>
        <a:lstStyle/>
        <a:p>
          <a:endParaRPr lang="en-US"/>
        </a:p>
      </dgm:t>
    </dgm:pt>
    <dgm:pt modelId="{D71E3D9C-EC34-4AD4-BA77-5942AB5C7192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Improve early prediction of CVD using holistic datasets</a:t>
          </a:r>
          <a:r>
            <a:rPr lang="en-US" sz="1600" dirty="0"/>
            <a:t>.</a:t>
          </a:r>
        </a:p>
      </dgm:t>
    </dgm:pt>
    <dgm:pt modelId="{D4111CC6-EF07-4037-B061-FFE207674328}" type="parTrans" cxnId="{2B939861-3804-4BE5-8298-1B9DF504EA60}">
      <dgm:prSet/>
      <dgm:spPr/>
      <dgm:t>
        <a:bodyPr/>
        <a:lstStyle/>
        <a:p>
          <a:endParaRPr lang="en-US"/>
        </a:p>
      </dgm:t>
    </dgm:pt>
    <dgm:pt modelId="{F2293A26-799E-4D1C-8E79-6CE5CF8F4909}" type="sibTrans" cxnId="{2B939861-3804-4BE5-8298-1B9DF504EA60}">
      <dgm:prSet/>
      <dgm:spPr/>
      <dgm:t>
        <a:bodyPr/>
        <a:lstStyle/>
        <a:p>
          <a:endParaRPr lang="en-US"/>
        </a:p>
      </dgm:t>
    </dgm:pt>
    <dgm:pt modelId="{99B3AC13-DB74-4FBB-BE5F-24E6B67323B2}">
      <dgm:prSet custT="1"/>
      <dgm:spPr/>
      <dgm:t>
        <a:bodyPr/>
        <a:lstStyle/>
        <a:p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Benchmark various ML models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to determine best-fit algorithms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20EBC12F-8AF7-4B3E-9ED3-BDD887B86B54}" type="parTrans" cxnId="{6266F1BD-8A2F-4514-85EB-181038D02279}">
      <dgm:prSet/>
      <dgm:spPr/>
      <dgm:t>
        <a:bodyPr/>
        <a:lstStyle/>
        <a:p>
          <a:endParaRPr lang="en-US"/>
        </a:p>
      </dgm:t>
    </dgm:pt>
    <dgm:pt modelId="{D1B21EF4-7FDF-4DEE-B966-0CF2E14F62CD}" type="sibTrans" cxnId="{6266F1BD-8A2F-4514-85EB-181038D02279}">
      <dgm:prSet/>
      <dgm:spPr/>
      <dgm:t>
        <a:bodyPr/>
        <a:lstStyle/>
        <a:p>
          <a:endParaRPr lang="en-US"/>
        </a:p>
      </dgm:t>
    </dgm:pt>
    <dgm:pt modelId="{2092614A-4965-479A-B20B-F654B85DA321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Bridge research gap by:</a:t>
          </a:r>
        </a:p>
      </dgm:t>
    </dgm:pt>
    <dgm:pt modelId="{3DD4C34E-3D4E-4230-ABCD-62403D05E000}" type="parTrans" cxnId="{6246F7DA-BE33-4106-B822-7E7CF478223F}">
      <dgm:prSet/>
      <dgm:spPr/>
      <dgm:t>
        <a:bodyPr/>
        <a:lstStyle/>
        <a:p>
          <a:endParaRPr lang="en-US"/>
        </a:p>
      </dgm:t>
    </dgm:pt>
    <dgm:pt modelId="{15B3502F-15C6-49D1-AF36-8F640FE9C300}" type="sibTrans" cxnId="{6246F7DA-BE33-4106-B822-7E7CF478223F}">
      <dgm:prSet/>
      <dgm:spPr/>
      <dgm:t>
        <a:bodyPr/>
        <a:lstStyle/>
        <a:p>
          <a:endParaRPr lang="en-US"/>
        </a:p>
      </dgm:t>
    </dgm:pt>
    <dgm:pt modelId="{11F0AE84-1556-4D1A-A6D0-AD158F42B627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1. Using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diverse and balanced features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AAFB0E-DF77-4A6F-B80C-5AB43BD90D16}" type="parTrans" cxnId="{EAC477D7-DCE7-4665-9A44-11EE8FE3F6BA}">
      <dgm:prSet/>
      <dgm:spPr/>
      <dgm:t>
        <a:bodyPr/>
        <a:lstStyle/>
        <a:p>
          <a:endParaRPr lang="en-US"/>
        </a:p>
      </dgm:t>
    </dgm:pt>
    <dgm:pt modelId="{4BA342EE-CBD8-44B1-8F5F-F9418DDF9AC0}" type="sibTrans" cxnId="{EAC477D7-DCE7-4665-9A44-11EE8FE3F6BA}">
      <dgm:prSet/>
      <dgm:spPr/>
      <dgm:t>
        <a:bodyPr/>
        <a:lstStyle/>
        <a:p>
          <a:endParaRPr lang="en-US"/>
        </a:p>
      </dgm:t>
    </dgm:pt>
    <dgm:pt modelId="{155A27FC-0900-43F0-8054-9A911DBC8130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2. Ensuring model interpretability and     accuracy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084896-96E7-452F-B2DF-D425F210E17D}" type="parTrans" cxnId="{8105DE6B-ADB3-4EEB-878F-4DC642421B62}">
      <dgm:prSet/>
      <dgm:spPr/>
      <dgm:t>
        <a:bodyPr/>
        <a:lstStyle/>
        <a:p>
          <a:endParaRPr lang="en-US"/>
        </a:p>
      </dgm:t>
    </dgm:pt>
    <dgm:pt modelId="{7C175A0B-30AD-4A54-B240-452BAF23B9B4}" type="sibTrans" cxnId="{8105DE6B-ADB3-4EEB-878F-4DC642421B62}">
      <dgm:prSet/>
      <dgm:spPr/>
      <dgm:t>
        <a:bodyPr/>
        <a:lstStyle/>
        <a:p>
          <a:endParaRPr lang="en-US"/>
        </a:p>
      </dgm:t>
    </dgm:pt>
    <dgm:pt modelId="{8CF11CDD-304E-45DD-92E4-A469FBD0BE0C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3.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Providing insights that are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clinically actionable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AC2404F-4660-45E7-8191-973217F62CCF}" type="parTrans" cxnId="{F6196027-6813-46C2-835E-C5A18D0B641B}">
      <dgm:prSet/>
      <dgm:spPr/>
      <dgm:t>
        <a:bodyPr/>
        <a:lstStyle/>
        <a:p>
          <a:endParaRPr lang="en-US"/>
        </a:p>
      </dgm:t>
    </dgm:pt>
    <dgm:pt modelId="{07D9E497-BA07-442A-AE82-6385FE2FAF00}" type="sibTrans" cxnId="{F6196027-6813-46C2-835E-C5A18D0B641B}">
      <dgm:prSet/>
      <dgm:spPr/>
      <dgm:t>
        <a:bodyPr/>
        <a:lstStyle/>
        <a:p>
          <a:endParaRPr lang="en-US"/>
        </a:p>
      </dgm:t>
    </dgm:pt>
    <dgm:pt modelId="{E84913AA-D3C3-4BF3-B94D-743EB16B5625}" type="pres">
      <dgm:prSet presAssocID="{496CCEE8-9C6D-443E-BB25-733A78D1D336}" presName="Name0" presStyleCnt="0">
        <dgm:presLayoutVars>
          <dgm:dir/>
          <dgm:resizeHandles val="exact"/>
        </dgm:presLayoutVars>
      </dgm:prSet>
      <dgm:spPr/>
    </dgm:pt>
    <dgm:pt modelId="{3A0F51EF-4174-4757-99E4-03AD19241615}" type="pres">
      <dgm:prSet presAssocID="{D71E3D9C-EC34-4AD4-BA77-5942AB5C7192}" presName="node" presStyleLbl="node1" presStyleIdx="0" presStyleCnt="6" custScaleX="104568" custScaleY="110112">
        <dgm:presLayoutVars>
          <dgm:bulletEnabled val="1"/>
        </dgm:presLayoutVars>
      </dgm:prSet>
      <dgm:spPr/>
    </dgm:pt>
    <dgm:pt modelId="{BC52EB2C-F327-4DA8-A0D2-F00C4BA563C8}" type="pres">
      <dgm:prSet presAssocID="{F2293A26-799E-4D1C-8E79-6CE5CF8F4909}" presName="sibTrans" presStyleLbl="sibTrans1D1" presStyleIdx="0" presStyleCnt="5"/>
      <dgm:spPr/>
    </dgm:pt>
    <dgm:pt modelId="{076811D4-DAC5-45B1-B99C-A817CF5EA85C}" type="pres">
      <dgm:prSet presAssocID="{F2293A26-799E-4D1C-8E79-6CE5CF8F4909}" presName="connectorText" presStyleLbl="sibTrans1D1" presStyleIdx="0" presStyleCnt="5"/>
      <dgm:spPr/>
    </dgm:pt>
    <dgm:pt modelId="{66B8893D-2C9E-4E3F-BBF8-A1C4E13BC89B}" type="pres">
      <dgm:prSet presAssocID="{99B3AC13-DB74-4FBB-BE5F-24E6B67323B2}" presName="node" presStyleLbl="node1" presStyleIdx="1" presStyleCnt="6" custScaleX="117940" custScaleY="104587">
        <dgm:presLayoutVars>
          <dgm:bulletEnabled val="1"/>
        </dgm:presLayoutVars>
      </dgm:prSet>
      <dgm:spPr/>
    </dgm:pt>
    <dgm:pt modelId="{E16ECE0C-6188-4010-A190-11954752BE3F}" type="pres">
      <dgm:prSet presAssocID="{D1B21EF4-7FDF-4DEE-B966-0CF2E14F62CD}" presName="sibTrans" presStyleLbl="sibTrans1D1" presStyleIdx="1" presStyleCnt="5"/>
      <dgm:spPr/>
    </dgm:pt>
    <dgm:pt modelId="{45703CCE-CB8F-472B-84E1-DBA75AAD4DCA}" type="pres">
      <dgm:prSet presAssocID="{D1B21EF4-7FDF-4DEE-B966-0CF2E14F62CD}" presName="connectorText" presStyleLbl="sibTrans1D1" presStyleIdx="1" presStyleCnt="5"/>
      <dgm:spPr/>
    </dgm:pt>
    <dgm:pt modelId="{2D500F99-B16B-4CDD-86CC-9F32CD214412}" type="pres">
      <dgm:prSet presAssocID="{2092614A-4965-479A-B20B-F654B85DA321}" presName="node" presStyleLbl="node1" presStyleIdx="2" presStyleCnt="6" custScaleX="108556" custScaleY="117805">
        <dgm:presLayoutVars>
          <dgm:bulletEnabled val="1"/>
        </dgm:presLayoutVars>
      </dgm:prSet>
      <dgm:spPr/>
    </dgm:pt>
    <dgm:pt modelId="{A570A047-AA80-4B70-9190-5A00561EA63E}" type="pres">
      <dgm:prSet presAssocID="{15B3502F-15C6-49D1-AF36-8F640FE9C300}" presName="sibTrans" presStyleLbl="sibTrans1D1" presStyleIdx="2" presStyleCnt="5"/>
      <dgm:spPr/>
    </dgm:pt>
    <dgm:pt modelId="{21778CDD-A4D4-4A97-A787-D3B55AD1EEF9}" type="pres">
      <dgm:prSet presAssocID="{15B3502F-15C6-49D1-AF36-8F640FE9C300}" presName="connectorText" presStyleLbl="sibTrans1D1" presStyleIdx="2" presStyleCnt="5"/>
      <dgm:spPr/>
    </dgm:pt>
    <dgm:pt modelId="{3C391164-C268-460A-A270-AB61723E715E}" type="pres">
      <dgm:prSet presAssocID="{11F0AE84-1556-4D1A-A6D0-AD158F42B627}" presName="node" presStyleLbl="node1" presStyleIdx="3" presStyleCnt="6" custScaleX="115909" custScaleY="120837">
        <dgm:presLayoutVars>
          <dgm:bulletEnabled val="1"/>
        </dgm:presLayoutVars>
      </dgm:prSet>
      <dgm:spPr/>
    </dgm:pt>
    <dgm:pt modelId="{85E60A05-C72F-4F1A-948C-08218DDADCE7}" type="pres">
      <dgm:prSet presAssocID="{4BA342EE-CBD8-44B1-8F5F-F9418DDF9AC0}" presName="sibTrans" presStyleLbl="sibTrans1D1" presStyleIdx="3" presStyleCnt="5"/>
      <dgm:spPr/>
    </dgm:pt>
    <dgm:pt modelId="{3B6A1848-8ABB-45F5-BAE4-C07269564D8B}" type="pres">
      <dgm:prSet presAssocID="{4BA342EE-CBD8-44B1-8F5F-F9418DDF9AC0}" presName="connectorText" presStyleLbl="sibTrans1D1" presStyleIdx="3" presStyleCnt="5"/>
      <dgm:spPr/>
    </dgm:pt>
    <dgm:pt modelId="{6B22AFD5-4141-4474-8941-58235D1A0306}" type="pres">
      <dgm:prSet presAssocID="{155A27FC-0900-43F0-8054-9A911DBC8130}" presName="node" presStyleLbl="node1" presStyleIdx="4" presStyleCnt="6" custScaleX="111732">
        <dgm:presLayoutVars>
          <dgm:bulletEnabled val="1"/>
        </dgm:presLayoutVars>
      </dgm:prSet>
      <dgm:spPr/>
    </dgm:pt>
    <dgm:pt modelId="{8B323FB6-8265-4E56-828F-C1C89F61A4AA}" type="pres">
      <dgm:prSet presAssocID="{7C175A0B-30AD-4A54-B240-452BAF23B9B4}" presName="sibTrans" presStyleLbl="sibTrans1D1" presStyleIdx="4" presStyleCnt="5"/>
      <dgm:spPr/>
    </dgm:pt>
    <dgm:pt modelId="{FD8688A0-2432-43D8-809A-F9D0CE017B85}" type="pres">
      <dgm:prSet presAssocID="{7C175A0B-30AD-4A54-B240-452BAF23B9B4}" presName="connectorText" presStyleLbl="sibTrans1D1" presStyleIdx="4" presStyleCnt="5"/>
      <dgm:spPr/>
    </dgm:pt>
    <dgm:pt modelId="{5199E4F7-7EDD-4160-B912-F2CB7A1E1DAD}" type="pres">
      <dgm:prSet presAssocID="{8CF11CDD-304E-45DD-92E4-A469FBD0BE0C}" presName="node" presStyleLbl="node1" presStyleIdx="5" presStyleCnt="6" custScaleX="103530">
        <dgm:presLayoutVars>
          <dgm:bulletEnabled val="1"/>
        </dgm:presLayoutVars>
      </dgm:prSet>
      <dgm:spPr/>
    </dgm:pt>
  </dgm:ptLst>
  <dgm:cxnLst>
    <dgm:cxn modelId="{73CC640B-58C4-421E-AADC-CF1758D07C10}" type="presOf" srcId="{D71E3D9C-EC34-4AD4-BA77-5942AB5C7192}" destId="{3A0F51EF-4174-4757-99E4-03AD19241615}" srcOrd="0" destOrd="0" presId="urn:microsoft.com/office/officeart/2016/7/layout/RepeatingBendingProcessNew"/>
    <dgm:cxn modelId="{F6196027-6813-46C2-835E-C5A18D0B641B}" srcId="{496CCEE8-9C6D-443E-BB25-733A78D1D336}" destId="{8CF11CDD-304E-45DD-92E4-A469FBD0BE0C}" srcOrd="5" destOrd="0" parTransId="{1AC2404F-4660-45E7-8191-973217F62CCF}" sibTransId="{07D9E497-BA07-442A-AE82-6385FE2FAF00}"/>
    <dgm:cxn modelId="{5014FA2A-CBF7-4B95-ADDB-A9B1CA40EB04}" type="presOf" srcId="{4BA342EE-CBD8-44B1-8F5F-F9418DDF9AC0}" destId="{3B6A1848-8ABB-45F5-BAE4-C07269564D8B}" srcOrd="1" destOrd="0" presId="urn:microsoft.com/office/officeart/2016/7/layout/RepeatingBendingProcessNew"/>
    <dgm:cxn modelId="{2B939861-3804-4BE5-8298-1B9DF504EA60}" srcId="{496CCEE8-9C6D-443E-BB25-733A78D1D336}" destId="{D71E3D9C-EC34-4AD4-BA77-5942AB5C7192}" srcOrd="0" destOrd="0" parTransId="{D4111CC6-EF07-4037-B061-FFE207674328}" sibTransId="{F2293A26-799E-4D1C-8E79-6CE5CF8F4909}"/>
    <dgm:cxn modelId="{A2F0C343-061D-4683-89F1-4D3D06446EF5}" type="presOf" srcId="{7C175A0B-30AD-4A54-B240-452BAF23B9B4}" destId="{FD8688A0-2432-43D8-809A-F9D0CE017B85}" srcOrd="1" destOrd="0" presId="urn:microsoft.com/office/officeart/2016/7/layout/RepeatingBendingProcessNew"/>
    <dgm:cxn modelId="{546D5D49-BC79-4E40-BB08-A525879BBADC}" type="presOf" srcId="{15B3502F-15C6-49D1-AF36-8F640FE9C300}" destId="{A570A047-AA80-4B70-9190-5A00561EA63E}" srcOrd="0" destOrd="0" presId="urn:microsoft.com/office/officeart/2016/7/layout/RepeatingBendingProcessNew"/>
    <dgm:cxn modelId="{8105DE6B-ADB3-4EEB-878F-4DC642421B62}" srcId="{496CCEE8-9C6D-443E-BB25-733A78D1D336}" destId="{155A27FC-0900-43F0-8054-9A911DBC8130}" srcOrd="4" destOrd="0" parTransId="{72084896-96E7-452F-B2DF-D425F210E17D}" sibTransId="{7C175A0B-30AD-4A54-B240-452BAF23B9B4}"/>
    <dgm:cxn modelId="{0D9D8F4E-00F1-49DA-BB8B-25367A2A08E2}" type="presOf" srcId="{11F0AE84-1556-4D1A-A6D0-AD158F42B627}" destId="{3C391164-C268-460A-A270-AB61723E715E}" srcOrd="0" destOrd="0" presId="urn:microsoft.com/office/officeart/2016/7/layout/RepeatingBendingProcessNew"/>
    <dgm:cxn modelId="{02991B4F-C0C4-4889-83AF-E212EF836F0B}" type="presOf" srcId="{15B3502F-15C6-49D1-AF36-8F640FE9C300}" destId="{21778CDD-A4D4-4A97-A787-D3B55AD1EEF9}" srcOrd="1" destOrd="0" presId="urn:microsoft.com/office/officeart/2016/7/layout/RepeatingBendingProcessNew"/>
    <dgm:cxn modelId="{2B264588-93E3-45DF-ADEB-947DA2894145}" type="presOf" srcId="{D1B21EF4-7FDF-4DEE-B966-0CF2E14F62CD}" destId="{E16ECE0C-6188-4010-A190-11954752BE3F}" srcOrd="0" destOrd="0" presId="urn:microsoft.com/office/officeart/2016/7/layout/RepeatingBendingProcessNew"/>
    <dgm:cxn modelId="{AAC8E590-5D92-4029-BEFF-84D1213A84CB}" type="presOf" srcId="{F2293A26-799E-4D1C-8E79-6CE5CF8F4909}" destId="{BC52EB2C-F327-4DA8-A0D2-F00C4BA563C8}" srcOrd="0" destOrd="0" presId="urn:microsoft.com/office/officeart/2016/7/layout/RepeatingBendingProcessNew"/>
    <dgm:cxn modelId="{AC7D7592-D011-45C5-8515-9F7DB5EE2DE4}" type="presOf" srcId="{496CCEE8-9C6D-443E-BB25-733A78D1D336}" destId="{E84913AA-D3C3-4BF3-B94D-743EB16B5625}" srcOrd="0" destOrd="0" presId="urn:microsoft.com/office/officeart/2016/7/layout/RepeatingBendingProcessNew"/>
    <dgm:cxn modelId="{092C8B94-BC06-4CF0-81FB-DA8D02E2B283}" type="presOf" srcId="{2092614A-4965-479A-B20B-F654B85DA321}" destId="{2D500F99-B16B-4CDD-86CC-9F32CD214412}" srcOrd="0" destOrd="0" presId="urn:microsoft.com/office/officeart/2016/7/layout/RepeatingBendingProcessNew"/>
    <dgm:cxn modelId="{A28CBE96-057C-4C51-9E24-E04C563695A5}" type="presOf" srcId="{F2293A26-799E-4D1C-8E79-6CE5CF8F4909}" destId="{076811D4-DAC5-45B1-B99C-A817CF5EA85C}" srcOrd="1" destOrd="0" presId="urn:microsoft.com/office/officeart/2016/7/layout/RepeatingBendingProcessNew"/>
    <dgm:cxn modelId="{E896769A-25F4-4AD4-9F03-7CD5D1B7CD9F}" type="presOf" srcId="{8CF11CDD-304E-45DD-92E4-A469FBD0BE0C}" destId="{5199E4F7-7EDD-4160-B912-F2CB7A1E1DAD}" srcOrd="0" destOrd="0" presId="urn:microsoft.com/office/officeart/2016/7/layout/RepeatingBendingProcessNew"/>
    <dgm:cxn modelId="{4A976FB4-37DD-4445-90A6-5960888567B5}" type="presOf" srcId="{D1B21EF4-7FDF-4DEE-B966-0CF2E14F62CD}" destId="{45703CCE-CB8F-472B-84E1-DBA75AAD4DCA}" srcOrd="1" destOrd="0" presId="urn:microsoft.com/office/officeart/2016/7/layout/RepeatingBendingProcessNew"/>
    <dgm:cxn modelId="{0B15F2BC-5921-4B95-A397-D5AC9C9A023F}" type="presOf" srcId="{99B3AC13-DB74-4FBB-BE5F-24E6B67323B2}" destId="{66B8893D-2C9E-4E3F-BBF8-A1C4E13BC89B}" srcOrd="0" destOrd="0" presId="urn:microsoft.com/office/officeart/2016/7/layout/RepeatingBendingProcessNew"/>
    <dgm:cxn modelId="{6266F1BD-8A2F-4514-85EB-181038D02279}" srcId="{496CCEE8-9C6D-443E-BB25-733A78D1D336}" destId="{99B3AC13-DB74-4FBB-BE5F-24E6B67323B2}" srcOrd="1" destOrd="0" parTransId="{20EBC12F-8AF7-4B3E-9ED3-BDD887B86B54}" sibTransId="{D1B21EF4-7FDF-4DEE-B966-0CF2E14F62CD}"/>
    <dgm:cxn modelId="{44FF89CB-28B1-4F94-A16A-AAE67F9BB89C}" type="presOf" srcId="{7C175A0B-30AD-4A54-B240-452BAF23B9B4}" destId="{8B323FB6-8265-4E56-828F-C1C89F61A4AA}" srcOrd="0" destOrd="0" presId="urn:microsoft.com/office/officeart/2016/7/layout/RepeatingBendingProcessNew"/>
    <dgm:cxn modelId="{EAC477D7-DCE7-4665-9A44-11EE8FE3F6BA}" srcId="{496CCEE8-9C6D-443E-BB25-733A78D1D336}" destId="{11F0AE84-1556-4D1A-A6D0-AD158F42B627}" srcOrd="3" destOrd="0" parTransId="{BBAAFB0E-DF77-4A6F-B80C-5AB43BD90D16}" sibTransId="{4BA342EE-CBD8-44B1-8F5F-F9418DDF9AC0}"/>
    <dgm:cxn modelId="{6246F7DA-BE33-4106-B822-7E7CF478223F}" srcId="{496CCEE8-9C6D-443E-BB25-733A78D1D336}" destId="{2092614A-4965-479A-B20B-F654B85DA321}" srcOrd="2" destOrd="0" parTransId="{3DD4C34E-3D4E-4230-ABCD-62403D05E000}" sibTransId="{15B3502F-15C6-49D1-AF36-8F640FE9C300}"/>
    <dgm:cxn modelId="{A181F9E0-9ADC-4905-8510-581B078ECF7D}" type="presOf" srcId="{4BA342EE-CBD8-44B1-8F5F-F9418DDF9AC0}" destId="{85E60A05-C72F-4F1A-948C-08218DDADCE7}" srcOrd="0" destOrd="0" presId="urn:microsoft.com/office/officeart/2016/7/layout/RepeatingBendingProcessNew"/>
    <dgm:cxn modelId="{3B45C2FB-DB83-49BA-BE41-DE3A1549582F}" type="presOf" srcId="{155A27FC-0900-43F0-8054-9A911DBC8130}" destId="{6B22AFD5-4141-4474-8941-58235D1A0306}" srcOrd="0" destOrd="0" presId="urn:microsoft.com/office/officeart/2016/7/layout/RepeatingBendingProcessNew"/>
    <dgm:cxn modelId="{2CE971A9-2BAD-4587-8DC1-2B498D3CA1C1}" type="presParOf" srcId="{E84913AA-D3C3-4BF3-B94D-743EB16B5625}" destId="{3A0F51EF-4174-4757-99E4-03AD19241615}" srcOrd="0" destOrd="0" presId="urn:microsoft.com/office/officeart/2016/7/layout/RepeatingBendingProcessNew"/>
    <dgm:cxn modelId="{5C3C3992-803F-4B73-AC60-508F3C790C22}" type="presParOf" srcId="{E84913AA-D3C3-4BF3-B94D-743EB16B5625}" destId="{BC52EB2C-F327-4DA8-A0D2-F00C4BA563C8}" srcOrd="1" destOrd="0" presId="urn:microsoft.com/office/officeart/2016/7/layout/RepeatingBendingProcessNew"/>
    <dgm:cxn modelId="{F9E9F7E5-2AF7-42EE-986B-6A39536DAF33}" type="presParOf" srcId="{BC52EB2C-F327-4DA8-A0D2-F00C4BA563C8}" destId="{076811D4-DAC5-45B1-B99C-A817CF5EA85C}" srcOrd="0" destOrd="0" presId="urn:microsoft.com/office/officeart/2016/7/layout/RepeatingBendingProcessNew"/>
    <dgm:cxn modelId="{6F09F7E0-5165-4F01-B05C-4709867154BD}" type="presParOf" srcId="{E84913AA-D3C3-4BF3-B94D-743EB16B5625}" destId="{66B8893D-2C9E-4E3F-BBF8-A1C4E13BC89B}" srcOrd="2" destOrd="0" presId="urn:microsoft.com/office/officeart/2016/7/layout/RepeatingBendingProcessNew"/>
    <dgm:cxn modelId="{23A196AB-064C-4261-B9FE-AA027CB196EF}" type="presParOf" srcId="{E84913AA-D3C3-4BF3-B94D-743EB16B5625}" destId="{E16ECE0C-6188-4010-A190-11954752BE3F}" srcOrd="3" destOrd="0" presId="urn:microsoft.com/office/officeart/2016/7/layout/RepeatingBendingProcessNew"/>
    <dgm:cxn modelId="{B03F24EB-040B-4044-9A1B-A9A1C8CC17C5}" type="presParOf" srcId="{E16ECE0C-6188-4010-A190-11954752BE3F}" destId="{45703CCE-CB8F-472B-84E1-DBA75AAD4DCA}" srcOrd="0" destOrd="0" presId="urn:microsoft.com/office/officeart/2016/7/layout/RepeatingBendingProcessNew"/>
    <dgm:cxn modelId="{3B80F617-EB5B-4D69-AF50-D5A2F25DCDE6}" type="presParOf" srcId="{E84913AA-D3C3-4BF3-B94D-743EB16B5625}" destId="{2D500F99-B16B-4CDD-86CC-9F32CD214412}" srcOrd="4" destOrd="0" presId="urn:microsoft.com/office/officeart/2016/7/layout/RepeatingBendingProcessNew"/>
    <dgm:cxn modelId="{EBE45499-7960-4612-B1D6-08951032CF66}" type="presParOf" srcId="{E84913AA-D3C3-4BF3-B94D-743EB16B5625}" destId="{A570A047-AA80-4B70-9190-5A00561EA63E}" srcOrd="5" destOrd="0" presId="urn:microsoft.com/office/officeart/2016/7/layout/RepeatingBendingProcessNew"/>
    <dgm:cxn modelId="{6161CA18-CA50-4471-8274-0CECDD714DBF}" type="presParOf" srcId="{A570A047-AA80-4B70-9190-5A00561EA63E}" destId="{21778CDD-A4D4-4A97-A787-D3B55AD1EEF9}" srcOrd="0" destOrd="0" presId="urn:microsoft.com/office/officeart/2016/7/layout/RepeatingBendingProcessNew"/>
    <dgm:cxn modelId="{47186AE9-B717-452B-A615-8690BB1857F8}" type="presParOf" srcId="{E84913AA-D3C3-4BF3-B94D-743EB16B5625}" destId="{3C391164-C268-460A-A270-AB61723E715E}" srcOrd="6" destOrd="0" presId="urn:microsoft.com/office/officeart/2016/7/layout/RepeatingBendingProcessNew"/>
    <dgm:cxn modelId="{17501E9A-3C28-4110-94DB-84C8C2046E08}" type="presParOf" srcId="{E84913AA-D3C3-4BF3-B94D-743EB16B5625}" destId="{85E60A05-C72F-4F1A-948C-08218DDADCE7}" srcOrd="7" destOrd="0" presId="urn:microsoft.com/office/officeart/2016/7/layout/RepeatingBendingProcessNew"/>
    <dgm:cxn modelId="{17C01AA4-5B4B-42F5-BD68-EA53EC4C6F09}" type="presParOf" srcId="{85E60A05-C72F-4F1A-948C-08218DDADCE7}" destId="{3B6A1848-8ABB-45F5-BAE4-C07269564D8B}" srcOrd="0" destOrd="0" presId="urn:microsoft.com/office/officeart/2016/7/layout/RepeatingBendingProcessNew"/>
    <dgm:cxn modelId="{343B8618-E18E-44C0-AC17-AE0C42276585}" type="presParOf" srcId="{E84913AA-D3C3-4BF3-B94D-743EB16B5625}" destId="{6B22AFD5-4141-4474-8941-58235D1A0306}" srcOrd="8" destOrd="0" presId="urn:microsoft.com/office/officeart/2016/7/layout/RepeatingBendingProcessNew"/>
    <dgm:cxn modelId="{5B8C0339-2B66-4DE3-919B-9D834E38A1E4}" type="presParOf" srcId="{E84913AA-D3C3-4BF3-B94D-743EB16B5625}" destId="{8B323FB6-8265-4E56-828F-C1C89F61A4AA}" srcOrd="9" destOrd="0" presId="urn:microsoft.com/office/officeart/2016/7/layout/RepeatingBendingProcessNew"/>
    <dgm:cxn modelId="{44AE3D12-EFF4-4EF1-B8B9-E2AF3608DC75}" type="presParOf" srcId="{8B323FB6-8265-4E56-828F-C1C89F61A4AA}" destId="{FD8688A0-2432-43D8-809A-F9D0CE017B85}" srcOrd="0" destOrd="0" presId="urn:microsoft.com/office/officeart/2016/7/layout/RepeatingBendingProcessNew"/>
    <dgm:cxn modelId="{BABF4709-C6BD-4684-9D7F-1EC5043BB894}" type="presParOf" srcId="{E84913AA-D3C3-4BF3-B94D-743EB16B5625}" destId="{5199E4F7-7EDD-4160-B912-F2CB7A1E1DAD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74F5AB-C3A4-47CE-AB4B-CB5A53EB0D66}">
      <dsp:nvSpPr>
        <dsp:cNvPr id="0" name=""/>
        <dsp:cNvSpPr/>
      </dsp:nvSpPr>
      <dsp:spPr>
        <a:xfrm>
          <a:off x="0" y="478"/>
          <a:ext cx="4958965" cy="11190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E00EA5-C6A6-416C-9A90-893CD700D0E6}">
      <dsp:nvSpPr>
        <dsp:cNvPr id="0" name=""/>
        <dsp:cNvSpPr/>
      </dsp:nvSpPr>
      <dsp:spPr>
        <a:xfrm>
          <a:off x="338524" y="252273"/>
          <a:ext cx="615499" cy="6154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6866AF-262E-4AAB-8CEB-3B84B50C7A20}">
      <dsp:nvSpPr>
        <dsp:cNvPr id="0" name=""/>
        <dsp:cNvSpPr/>
      </dsp:nvSpPr>
      <dsp:spPr bwMode="white">
        <a:xfrm>
          <a:off x="1292549" y="478"/>
          <a:ext cx="3666416" cy="1119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437" tIns="118437" rIns="118437" bIns="11843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Supervised by: </a:t>
          </a:r>
          <a:r>
            <a:rPr lang="nl-NL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Prof. Dr. Md. Asraf Ali</a:t>
          </a:r>
          <a:endParaRPr lang="en-US" sz="2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92549" y="478"/>
        <a:ext cx="3666416" cy="1119090"/>
      </dsp:txXfrm>
    </dsp:sp>
    <dsp:sp modelId="{F71CEA27-4E41-4A28-9DF6-27E29963904D}">
      <dsp:nvSpPr>
        <dsp:cNvPr id="0" name=""/>
        <dsp:cNvSpPr/>
      </dsp:nvSpPr>
      <dsp:spPr>
        <a:xfrm>
          <a:off x="0" y="1399341"/>
          <a:ext cx="4958965" cy="11190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E1DF15-3384-4E97-9486-CD0B76DFAE07}">
      <dsp:nvSpPr>
        <dsp:cNvPr id="0" name=""/>
        <dsp:cNvSpPr/>
      </dsp:nvSpPr>
      <dsp:spPr>
        <a:xfrm>
          <a:off x="338524" y="1651136"/>
          <a:ext cx="615499" cy="6154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7C8441-B2F0-490C-A9F7-E9F8E858821E}">
      <dsp:nvSpPr>
        <dsp:cNvPr id="0" name=""/>
        <dsp:cNvSpPr/>
      </dsp:nvSpPr>
      <dsp:spPr bwMode="white">
        <a:xfrm>
          <a:off x="1292549" y="1399341"/>
          <a:ext cx="3666416" cy="1119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437" tIns="118437" rIns="118437" bIns="11843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Course name: Machine learning</a:t>
          </a:r>
        </a:p>
      </dsp:txBody>
      <dsp:txXfrm>
        <a:off x="1292549" y="1399341"/>
        <a:ext cx="3666416" cy="1119090"/>
      </dsp:txXfrm>
    </dsp:sp>
    <dsp:sp modelId="{D12B70CC-D15B-4D85-B117-1CBC47059CEF}">
      <dsp:nvSpPr>
        <dsp:cNvPr id="0" name=""/>
        <dsp:cNvSpPr/>
      </dsp:nvSpPr>
      <dsp:spPr>
        <a:xfrm>
          <a:off x="0" y="2798204"/>
          <a:ext cx="4958965" cy="11190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2854E2-47F3-4BC8-A623-F3BE5A615365}">
      <dsp:nvSpPr>
        <dsp:cNvPr id="0" name=""/>
        <dsp:cNvSpPr/>
      </dsp:nvSpPr>
      <dsp:spPr>
        <a:xfrm>
          <a:off x="338524" y="3049999"/>
          <a:ext cx="615499" cy="6154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851A13-C633-46B9-BFA4-3C8CC15F77C7}">
      <dsp:nvSpPr>
        <dsp:cNvPr id="0" name=""/>
        <dsp:cNvSpPr/>
      </dsp:nvSpPr>
      <dsp:spPr bwMode="white">
        <a:xfrm>
          <a:off x="1292549" y="2798204"/>
          <a:ext cx="3666416" cy="1119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437" tIns="118437" rIns="118437" bIns="11843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Section: E</a:t>
          </a:r>
        </a:p>
      </dsp:txBody>
      <dsp:txXfrm>
        <a:off x="1292549" y="2798204"/>
        <a:ext cx="3666416" cy="11190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155267-A44F-433F-B47F-D604AF90993B}">
      <dsp:nvSpPr>
        <dsp:cNvPr id="0" name=""/>
        <dsp:cNvSpPr/>
      </dsp:nvSpPr>
      <dsp:spPr>
        <a:xfrm>
          <a:off x="168938" y="155442"/>
          <a:ext cx="907380" cy="907380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24C27A3-0262-46AA-A58A-87B2888E94DE}">
      <dsp:nvSpPr>
        <dsp:cNvPr id="0" name=""/>
        <dsp:cNvSpPr/>
      </dsp:nvSpPr>
      <dsp:spPr>
        <a:xfrm>
          <a:off x="359488" y="345992"/>
          <a:ext cx="526280" cy="5262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648897B-4AAD-4A7C-B4B4-2FFBF957BDB1}">
      <dsp:nvSpPr>
        <dsp:cNvPr id="0" name=""/>
        <dsp:cNvSpPr/>
      </dsp:nvSpPr>
      <dsp:spPr bwMode="white">
        <a:xfrm>
          <a:off x="1270757" y="155442"/>
          <a:ext cx="2138825" cy="907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Problem background</a:t>
          </a:r>
        </a:p>
      </dsp:txBody>
      <dsp:txXfrm>
        <a:off x="1270757" y="155442"/>
        <a:ext cx="2138825" cy="907380"/>
      </dsp:txXfrm>
    </dsp:sp>
    <dsp:sp modelId="{EA616CC8-909C-4729-858B-D27E417366B9}">
      <dsp:nvSpPr>
        <dsp:cNvPr id="0" name=""/>
        <dsp:cNvSpPr/>
      </dsp:nvSpPr>
      <dsp:spPr>
        <a:xfrm>
          <a:off x="3782257" y="155442"/>
          <a:ext cx="907380" cy="907380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31334E3-5F79-40F6-A8E8-6B7E669681D0}">
      <dsp:nvSpPr>
        <dsp:cNvPr id="0" name=""/>
        <dsp:cNvSpPr/>
      </dsp:nvSpPr>
      <dsp:spPr>
        <a:xfrm>
          <a:off x="3972807" y="345992"/>
          <a:ext cx="526280" cy="5262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77098CF-204D-418A-A072-93A61E0B61A5}">
      <dsp:nvSpPr>
        <dsp:cNvPr id="0" name=""/>
        <dsp:cNvSpPr/>
      </dsp:nvSpPr>
      <dsp:spPr bwMode="white">
        <a:xfrm>
          <a:off x="4884076" y="155442"/>
          <a:ext cx="2138825" cy="907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Motivation</a:t>
          </a:r>
        </a:p>
      </dsp:txBody>
      <dsp:txXfrm>
        <a:off x="4884076" y="155442"/>
        <a:ext cx="2138825" cy="907380"/>
      </dsp:txXfrm>
    </dsp:sp>
    <dsp:sp modelId="{3676D0A4-8F98-4C7E-AF4C-704160AA381E}">
      <dsp:nvSpPr>
        <dsp:cNvPr id="0" name=""/>
        <dsp:cNvSpPr/>
      </dsp:nvSpPr>
      <dsp:spPr>
        <a:xfrm>
          <a:off x="7395576" y="155442"/>
          <a:ext cx="907380" cy="907380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0C52223-3BB9-497C-9D64-F68EB9763532}">
      <dsp:nvSpPr>
        <dsp:cNvPr id="0" name=""/>
        <dsp:cNvSpPr/>
      </dsp:nvSpPr>
      <dsp:spPr>
        <a:xfrm>
          <a:off x="7586126" y="345992"/>
          <a:ext cx="526280" cy="5262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474B659-0512-444D-845F-E7F95B586759}">
      <dsp:nvSpPr>
        <dsp:cNvPr id="0" name=""/>
        <dsp:cNvSpPr/>
      </dsp:nvSpPr>
      <dsp:spPr bwMode="white">
        <a:xfrm>
          <a:off x="8497395" y="155442"/>
          <a:ext cx="2138825" cy="907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Objective</a:t>
          </a:r>
        </a:p>
      </dsp:txBody>
      <dsp:txXfrm>
        <a:off x="8497395" y="155442"/>
        <a:ext cx="2138825" cy="907380"/>
      </dsp:txXfrm>
    </dsp:sp>
    <dsp:sp modelId="{0498D23E-F082-40DE-81AB-58A7EDEB8127}">
      <dsp:nvSpPr>
        <dsp:cNvPr id="0" name=""/>
        <dsp:cNvSpPr/>
      </dsp:nvSpPr>
      <dsp:spPr>
        <a:xfrm>
          <a:off x="168938" y="1844057"/>
          <a:ext cx="907380" cy="907380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E1E6668-B4EA-4B10-A237-CAF6F85E0D1F}">
      <dsp:nvSpPr>
        <dsp:cNvPr id="0" name=""/>
        <dsp:cNvSpPr/>
      </dsp:nvSpPr>
      <dsp:spPr>
        <a:xfrm>
          <a:off x="359488" y="2034607"/>
          <a:ext cx="526280" cy="5262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3165F7C-E828-4714-8451-F8CFA0B01E94}">
      <dsp:nvSpPr>
        <dsp:cNvPr id="0" name=""/>
        <dsp:cNvSpPr/>
      </dsp:nvSpPr>
      <dsp:spPr bwMode="white">
        <a:xfrm>
          <a:off x="1270757" y="1844057"/>
          <a:ext cx="2138825" cy="907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Methodology</a:t>
          </a:r>
        </a:p>
      </dsp:txBody>
      <dsp:txXfrm>
        <a:off x="1270757" y="1844057"/>
        <a:ext cx="2138825" cy="907380"/>
      </dsp:txXfrm>
    </dsp:sp>
    <dsp:sp modelId="{EA6D589B-B3C8-4AD6-AB46-97AD6EF27F5D}">
      <dsp:nvSpPr>
        <dsp:cNvPr id="0" name=""/>
        <dsp:cNvSpPr/>
      </dsp:nvSpPr>
      <dsp:spPr>
        <a:xfrm>
          <a:off x="3782257" y="1844057"/>
          <a:ext cx="907380" cy="907380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713FD91-4232-4501-B6C0-659AD7029DCD}">
      <dsp:nvSpPr>
        <dsp:cNvPr id="0" name=""/>
        <dsp:cNvSpPr/>
      </dsp:nvSpPr>
      <dsp:spPr>
        <a:xfrm>
          <a:off x="3972807" y="2034607"/>
          <a:ext cx="526280" cy="52628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8C72F57-9464-4D48-941A-64ADD20E36FC}">
      <dsp:nvSpPr>
        <dsp:cNvPr id="0" name=""/>
        <dsp:cNvSpPr/>
      </dsp:nvSpPr>
      <dsp:spPr bwMode="white">
        <a:xfrm>
          <a:off x="4884076" y="1844057"/>
          <a:ext cx="2138825" cy="907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Result &amp; Discussion</a:t>
          </a:r>
        </a:p>
      </dsp:txBody>
      <dsp:txXfrm>
        <a:off x="4884076" y="1844057"/>
        <a:ext cx="2138825" cy="907380"/>
      </dsp:txXfrm>
    </dsp:sp>
    <dsp:sp modelId="{7A003B6B-9433-4430-8E2D-6C3783202CEF}">
      <dsp:nvSpPr>
        <dsp:cNvPr id="0" name=""/>
        <dsp:cNvSpPr/>
      </dsp:nvSpPr>
      <dsp:spPr>
        <a:xfrm>
          <a:off x="7395576" y="1844057"/>
          <a:ext cx="907380" cy="907380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E611485-4340-4320-AF4F-8082C2A5FDB8}">
      <dsp:nvSpPr>
        <dsp:cNvPr id="0" name=""/>
        <dsp:cNvSpPr/>
      </dsp:nvSpPr>
      <dsp:spPr>
        <a:xfrm>
          <a:off x="7586126" y="2034607"/>
          <a:ext cx="526280" cy="52628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B6009E5-EF95-4F8C-B9E5-B5912F7B929E}">
      <dsp:nvSpPr>
        <dsp:cNvPr id="0" name=""/>
        <dsp:cNvSpPr/>
      </dsp:nvSpPr>
      <dsp:spPr bwMode="white">
        <a:xfrm>
          <a:off x="8497395" y="1844057"/>
          <a:ext cx="2138825" cy="907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sp:txBody>
      <dsp:txXfrm>
        <a:off x="8497395" y="1844057"/>
        <a:ext cx="2138825" cy="907380"/>
      </dsp:txXfrm>
    </dsp:sp>
    <dsp:sp modelId="{4F8385B9-2666-4CD9-BC9A-57F637691E67}">
      <dsp:nvSpPr>
        <dsp:cNvPr id="0" name=""/>
        <dsp:cNvSpPr/>
      </dsp:nvSpPr>
      <dsp:spPr>
        <a:xfrm>
          <a:off x="168938" y="3532671"/>
          <a:ext cx="907380" cy="907380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87F41EC-0766-4B0A-ACEF-3770A27FF4CD}">
      <dsp:nvSpPr>
        <dsp:cNvPr id="0" name=""/>
        <dsp:cNvSpPr/>
      </dsp:nvSpPr>
      <dsp:spPr>
        <a:xfrm>
          <a:off x="359488" y="3723221"/>
          <a:ext cx="526280" cy="52628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21233F7-60F4-42EC-B3B6-B90378BA9B4F}">
      <dsp:nvSpPr>
        <dsp:cNvPr id="0" name=""/>
        <dsp:cNvSpPr/>
      </dsp:nvSpPr>
      <dsp:spPr bwMode="white">
        <a:xfrm>
          <a:off x="1270757" y="3532671"/>
          <a:ext cx="2138825" cy="907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References</a:t>
          </a:r>
        </a:p>
      </dsp:txBody>
      <dsp:txXfrm>
        <a:off x="1270757" y="3532671"/>
        <a:ext cx="2138825" cy="9073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7C95A6-3AE8-4DA3-A1C9-34BFBD219B3D}">
      <dsp:nvSpPr>
        <dsp:cNvPr id="0" name=""/>
        <dsp:cNvSpPr/>
      </dsp:nvSpPr>
      <dsp:spPr bwMode="white">
        <a:xfrm>
          <a:off x="181606" y="990"/>
          <a:ext cx="3345658" cy="200739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CVD accounts for </a:t>
          </a:r>
          <a:r>
            <a:rPr lang="en-US" sz="2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~31.5% of all global deaths</a:t>
          </a: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(~20.5 million annually).[1]</a:t>
          </a:r>
        </a:p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WHO projects a rise to </a:t>
          </a:r>
          <a:r>
            <a:rPr lang="en-US" sz="2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24.2 million deaths per year by 2030</a:t>
          </a: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.[1]</a:t>
          </a:r>
        </a:p>
      </dsp:txBody>
      <dsp:txXfrm>
        <a:off x="181606" y="990"/>
        <a:ext cx="3345658" cy="2007395"/>
      </dsp:txXfrm>
    </dsp:sp>
    <dsp:sp modelId="{D5B69991-8A47-4B63-99B6-195105A75506}">
      <dsp:nvSpPr>
        <dsp:cNvPr id="0" name=""/>
        <dsp:cNvSpPr/>
      </dsp:nvSpPr>
      <dsp:spPr bwMode="white">
        <a:xfrm>
          <a:off x="3889499" y="0"/>
          <a:ext cx="3345658" cy="200739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Heart disease type:</a:t>
          </a:r>
        </a:p>
      </dsp:txBody>
      <dsp:txXfrm>
        <a:off x="3889499" y="0"/>
        <a:ext cx="3345658" cy="2007395"/>
      </dsp:txXfrm>
    </dsp:sp>
    <dsp:sp modelId="{5D77D990-C809-41E9-B8B3-0532F292F91A}">
      <dsp:nvSpPr>
        <dsp:cNvPr id="0" name=""/>
        <dsp:cNvSpPr/>
      </dsp:nvSpPr>
      <dsp:spPr bwMode="white">
        <a:xfrm>
          <a:off x="7542055" y="990"/>
          <a:ext cx="3345658" cy="200739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 Coronary Artery Disease (CAD)</a:t>
          </a:r>
        </a:p>
      </dsp:txBody>
      <dsp:txXfrm>
        <a:off x="7542055" y="990"/>
        <a:ext cx="3345658" cy="2007395"/>
      </dsp:txXfrm>
    </dsp:sp>
    <dsp:sp modelId="{0F6A30C6-9538-4AD8-993D-A4252F895AEE}">
      <dsp:nvSpPr>
        <dsp:cNvPr id="0" name=""/>
        <dsp:cNvSpPr/>
      </dsp:nvSpPr>
      <dsp:spPr bwMode="white">
        <a:xfrm>
          <a:off x="181606" y="2342951"/>
          <a:ext cx="3345658" cy="200739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2. Stroke</a:t>
          </a:r>
        </a:p>
      </dsp:txBody>
      <dsp:txXfrm>
        <a:off x="181606" y="2342951"/>
        <a:ext cx="3345658" cy="2007395"/>
      </dsp:txXfrm>
    </dsp:sp>
    <dsp:sp modelId="{596C33B6-BE70-4C02-9EEA-A25BB8C890B3}">
      <dsp:nvSpPr>
        <dsp:cNvPr id="0" name=""/>
        <dsp:cNvSpPr/>
      </dsp:nvSpPr>
      <dsp:spPr bwMode="white">
        <a:xfrm>
          <a:off x="3861830" y="2342951"/>
          <a:ext cx="3345658" cy="200739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 Heart Failure</a:t>
          </a:r>
        </a:p>
      </dsp:txBody>
      <dsp:txXfrm>
        <a:off x="3861830" y="2342951"/>
        <a:ext cx="3345658" cy="2007395"/>
      </dsp:txXfrm>
    </dsp:sp>
    <dsp:sp modelId="{3B0FC59F-9984-4C92-9767-12DAABFDC72E}">
      <dsp:nvSpPr>
        <dsp:cNvPr id="0" name=""/>
        <dsp:cNvSpPr/>
      </dsp:nvSpPr>
      <dsp:spPr bwMode="white">
        <a:xfrm>
          <a:off x="7542055" y="2342951"/>
          <a:ext cx="3345658" cy="200739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4. Hypertension 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CAD alone is a leading cause due to its high mortality rate</a:t>
          </a:r>
        </a:p>
      </dsp:txBody>
      <dsp:txXfrm>
        <a:off x="7542055" y="2342951"/>
        <a:ext cx="3345658" cy="20073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9A7BAA-9E82-408A-9E63-58A8B65E723D}">
      <dsp:nvSpPr>
        <dsp:cNvPr id="0" name=""/>
        <dsp:cNvSpPr/>
      </dsp:nvSpPr>
      <dsp:spPr>
        <a:xfrm>
          <a:off x="0" y="1800"/>
          <a:ext cx="5699601" cy="9123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E2CE69-F0F1-448D-9D6E-A84D9C777A01}">
      <dsp:nvSpPr>
        <dsp:cNvPr id="0" name=""/>
        <dsp:cNvSpPr/>
      </dsp:nvSpPr>
      <dsp:spPr>
        <a:xfrm>
          <a:off x="176498" y="84562"/>
          <a:ext cx="700754" cy="7468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F7DA41-F159-4C4C-A6AF-CC0F6C186292}">
      <dsp:nvSpPr>
        <dsp:cNvPr id="0" name=""/>
        <dsp:cNvSpPr/>
      </dsp:nvSpPr>
      <dsp:spPr bwMode="white">
        <a:xfrm>
          <a:off x="1053751" y="1800"/>
          <a:ext cx="4645849" cy="912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556" tIns="96556" rIns="96556" bIns="96556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Many cardiovascular conditions are </a:t>
          </a: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asymptomatic until late stages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sp:txBody>
      <dsp:txXfrm>
        <a:off x="1053751" y="1800"/>
        <a:ext cx="4645849" cy="912338"/>
      </dsp:txXfrm>
    </dsp:sp>
    <dsp:sp modelId="{41127A6A-6AD9-45A4-9250-FA26B9A862F9}">
      <dsp:nvSpPr>
        <dsp:cNvPr id="0" name=""/>
        <dsp:cNvSpPr/>
      </dsp:nvSpPr>
      <dsp:spPr>
        <a:xfrm>
          <a:off x="0" y="1142223"/>
          <a:ext cx="5699601" cy="9123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523C67-4A81-473D-BEB1-C514A10B8F78}">
      <dsp:nvSpPr>
        <dsp:cNvPr id="0" name=""/>
        <dsp:cNvSpPr/>
      </dsp:nvSpPr>
      <dsp:spPr>
        <a:xfrm>
          <a:off x="147866" y="1251505"/>
          <a:ext cx="758018" cy="6937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AD667-B709-4799-8CFC-A17974972E4E}">
      <dsp:nvSpPr>
        <dsp:cNvPr id="0" name=""/>
        <dsp:cNvSpPr/>
      </dsp:nvSpPr>
      <dsp:spPr bwMode="white">
        <a:xfrm>
          <a:off x="1053751" y="1142223"/>
          <a:ext cx="4645849" cy="912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556" tIns="96556" rIns="96556" bIns="96556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Diagnosis often happens </a:t>
          </a: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after irreversible damage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sp:txBody>
      <dsp:txXfrm>
        <a:off x="1053751" y="1142223"/>
        <a:ext cx="4645849" cy="912338"/>
      </dsp:txXfrm>
    </dsp:sp>
    <dsp:sp modelId="{64C5DDC0-9183-45F0-BDA3-10F5CE044FCC}">
      <dsp:nvSpPr>
        <dsp:cNvPr id="0" name=""/>
        <dsp:cNvSpPr/>
      </dsp:nvSpPr>
      <dsp:spPr>
        <a:xfrm>
          <a:off x="0" y="2282646"/>
          <a:ext cx="5699601" cy="9123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4EE77C-0BCF-4E13-BBAE-89858572DCA9}">
      <dsp:nvSpPr>
        <dsp:cNvPr id="0" name=""/>
        <dsp:cNvSpPr/>
      </dsp:nvSpPr>
      <dsp:spPr>
        <a:xfrm>
          <a:off x="110919" y="2359332"/>
          <a:ext cx="831911" cy="7589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9452C0-A29F-4944-ADA2-09EB5AB3E7A2}">
      <dsp:nvSpPr>
        <dsp:cNvPr id="0" name=""/>
        <dsp:cNvSpPr/>
      </dsp:nvSpPr>
      <dsp:spPr bwMode="white">
        <a:xfrm>
          <a:off x="1053751" y="2282646"/>
          <a:ext cx="4645849" cy="912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556" tIns="96556" rIns="96556" bIns="96556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Delayed diagnosis leads to :Higher mortality, Complex and costly treatments</a:t>
          </a:r>
        </a:p>
      </dsp:txBody>
      <dsp:txXfrm>
        <a:off x="1053751" y="2282646"/>
        <a:ext cx="4645849" cy="912338"/>
      </dsp:txXfrm>
    </dsp:sp>
    <dsp:sp modelId="{7CDF2E96-A160-44D0-A13F-5254EF53C5BF}">
      <dsp:nvSpPr>
        <dsp:cNvPr id="0" name=""/>
        <dsp:cNvSpPr/>
      </dsp:nvSpPr>
      <dsp:spPr>
        <a:xfrm>
          <a:off x="0" y="3423070"/>
          <a:ext cx="5699601" cy="9123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4F899F-BCE1-41E5-8CA6-5659BA6EF480}">
      <dsp:nvSpPr>
        <dsp:cNvPr id="0" name=""/>
        <dsp:cNvSpPr/>
      </dsp:nvSpPr>
      <dsp:spPr>
        <a:xfrm>
          <a:off x="46264" y="3515462"/>
          <a:ext cx="961221" cy="7275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36FFA-E44B-4C5B-B008-03BA2323B821}">
      <dsp:nvSpPr>
        <dsp:cNvPr id="0" name=""/>
        <dsp:cNvSpPr/>
      </dsp:nvSpPr>
      <dsp:spPr bwMode="white">
        <a:xfrm>
          <a:off x="1053751" y="3423070"/>
          <a:ext cx="4645849" cy="912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556" tIns="96556" rIns="96556" bIns="96556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Traditional screening methods rely on 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clinical symptoms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and 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limited parameters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sp:txBody>
      <dsp:txXfrm>
        <a:off x="1053751" y="3423070"/>
        <a:ext cx="4645849" cy="91233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6632F-41E1-40EB-B0BD-57B01A7AC11C}">
      <dsp:nvSpPr>
        <dsp:cNvPr id="0" name=""/>
        <dsp:cNvSpPr/>
      </dsp:nvSpPr>
      <dsp:spPr>
        <a:xfrm>
          <a:off x="0" y="44"/>
          <a:ext cx="3898042" cy="17973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Most ML models use </a:t>
          </a:r>
          <a:r>
            <a:rPr lang="en-US" sz="2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only clinical features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ignoring: Genetic predisposition, Lifestyle factors.</a:t>
          </a:r>
        </a:p>
      </dsp:txBody>
      <dsp:txXfrm>
        <a:off x="87738" y="87782"/>
        <a:ext cx="3722566" cy="1621840"/>
      </dsp:txXfrm>
    </dsp:sp>
    <dsp:sp modelId="{431FF978-7220-4C66-908C-48CCA3BB9D31}">
      <dsp:nvSpPr>
        <dsp:cNvPr id="0" name=""/>
        <dsp:cNvSpPr/>
      </dsp:nvSpPr>
      <dsp:spPr>
        <a:xfrm rot="5400000">
          <a:off x="2640557" y="1135393"/>
          <a:ext cx="1733475" cy="330098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Imbalanced datasets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Limited feature selection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Inconsistent model accuracy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Poor generalizability to new data</a:t>
          </a:r>
        </a:p>
      </dsp:txBody>
      <dsp:txXfrm rot="-5400000">
        <a:off x="1856804" y="2003768"/>
        <a:ext cx="3216362" cy="1564233"/>
      </dsp:txXfrm>
    </dsp:sp>
    <dsp:sp modelId="{2B470A75-6659-4723-B6AF-FF79A230E051}">
      <dsp:nvSpPr>
        <dsp:cNvPr id="0" name=""/>
        <dsp:cNvSpPr/>
      </dsp:nvSpPr>
      <dsp:spPr>
        <a:xfrm>
          <a:off x="0" y="1887226"/>
          <a:ext cx="1856803" cy="17973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Challenges include:</a:t>
          </a:r>
        </a:p>
      </dsp:txBody>
      <dsp:txXfrm>
        <a:off x="87738" y="1974964"/>
        <a:ext cx="1681327" cy="16218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3513ED-F63C-45A0-9F82-E67CE37270D1}">
      <dsp:nvSpPr>
        <dsp:cNvPr id="0" name=""/>
        <dsp:cNvSpPr/>
      </dsp:nvSpPr>
      <dsp:spPr>
        <a:xfrm>
          <a:off x="684015" y="0"/>
          <a:ext cx="716660" cy="7166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AE37F-DBA2-4482-AD3E-EB41941DB788}">
      <dsp:nvSpPr>
        <dsp:cNvPr id="0" name=""/>
        <dsp:cNvSpPr/>
      </dsp:nvSpPr>
      <dsp:spPr bwMode="white">
        <a:xfrm>
          <a:off x="271211" y="693386"/>
          <a:ext cx="1592578" cy="2450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ML can uncover 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complex patterns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in large, multi-dimensional datasets</a:t>
          </a: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sp:txBody>
      <dsp:txXfrm>
        <a:off x="271211" y="693386"/>
        <a:ext cx="1592578" cy="2450606"/>
      </dsp:txXfrm>
    </dsp:sp>
    <dsp:sp modelId="{2D565393-DA2B-4019-A0E0-FCDE704218FF}">
      <dsp:nvSpPr>
        <dsp:cNvPr id="0" name=""/>
        <dsp:cNvSpPr/>
      </dsp:nvSpPr>
      <dsp:spPr>
        <a:xfrm>
          <a:off x="2496600" y="0"/>
          <a:ext cx="716660" cy="6118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27ECA8-BBDA-45D1-B785-E137ECFE5495}">
      <dsp:nvSpPr>
        <dsp:cNvPr id="0" name=""/>
        <dsp:cNvSpPr/>
      </dsp:nvSpPr>
      <dsp:spPr bwMode="white">
        <a:xfrm>
          <a:off x="2142490" y="629765"/>
          <a:ext cx="1592578" cy="2482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ML model capable of integrating: Clinical metrics, Genetic factors, Lifestyle data.</a:t>
          </a:r>
        </a:p>
      </dsp:txBody>
      <dsp:txXfrm>
        <a:off x="2142490" y="629765"/>
        <a:ext cx="1592578" cy="2482327"/>
      </dsp:txXfrm>
    </dsp:sp>
    <dsp:sp modelId="{6F25B421-2B8A-4523-BF2B-880128127B0E}">
      <dsp:nvSpPr>
        <dsp:cNvPr id="0" name=""/>
        <dsp:cNvSpPr/>
      </dsp:nvSpPr>
      <dsp:spPr>
        <a:xfrm>
          <a:off x="4376264" y="0"/>
          <a:ext cx="716660" cy="7166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94952-300D-4B67-98A8-0B06227E4208}">
      <dsp:nvSpPr>
        <dsp:cNvPr id="0" name=""/>
        <dsp:cNvSpPr/>
      </dsp:nvSpPr>
      <dsp:spPr bwMode="white">
        <a:xfrm>
          <a:off x="4013770" y="596376"/>
          <a:ext cx="1592578" cy="2579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Helps in 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early detection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personalized risk prediction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and 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treatment planning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sp:txBody>
      <dsp:txXfrm>
        <a:off x="4013770" y="596376"/>
        <a:ext cx="1592578" cy="257995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52EB2C-F327-4DA8-A0D2-F00C4BA563C8}">
      <dsp:nvSpPr>
        <dsp:cNvPr id="0" name=""/>
        <dsp:cNvSpPr/>
      </dsp:nvSpPr>
      <dsp:spPr bwMode="white">
        <a:xfrm>
          <a:off x="2389017" y="542616"/>
          <a:ext cx="3761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6112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66905" y="586300"/>
        <a:ext cx="20335" cy="4071"/>
      </dsp:txXfrm>
    </dsp:sp>
    <dsp:sp modelId="{3A0F51EF-4174-4757-99E4-03AD19241615}">
      <dsp:nvSpPr>
        <dsp:cNvPr id="0" name=""/>
        <dsp:cNvSpPr/>
      </dsp:nvSpPr>
      <dsp:spPr bwMode="white">
        <a:xfrm>
          <a:off x="541725" y="4198"/>
          <a:ext cx="1849091" cy="11682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649" tIns="90953" rIns="86649" bIns="90953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Improve early prediction of CVD using holistic datasets</a:t>
          </a:r>
          <a:r>
            <a:rPr lang="en-US" sz="1600" kern="1200" dirty="0"/>
            <a:t>.</a:t>
          </a:r>
        </a:p>
      </dsp:txBody>
      <dsp:txXfrm>
        <a:off x="541725" y="4198"/>
        <a:ext cx="1849091" cy="1168276"/>
      </dsp:txXfrm>
    </dsp:sp>
    <dsp:sp modelId="{E16ECE0C-6188-4010-A190-11954752BE3F}">
      <dsp:nvSpPr>
        <dsp:cNvPr id="0" name=""/>
        <dsp:cNvSpPr/>
      </dsp:nvSpPr>
      <dsp:spPr bwMode="white">
        <a:xfrm>
          <a:off x="1501531" y="1141364"/>
          <a:ext cx="2338773" cy="421506"/>
        </a:xfrm>
        <a:custGeom>
          <a:avLst/>
          <a:gdLst/>
          <a:ahLst/>
          <a:cxnLst/>
          <a:rect l="0" t="0" r="0" b="0"/>
          <a:pathLst>
            <a:path>
              <a:moveTo>
                <a:pt x="2338773" y="0"/>
              </a:moveTo>
              <a:lnTo>
                <a:pt x="2338773" y="227853"/>
              </a:lnTo>
              <a:lnTo>
                <a:pt x="0" y="227853"/>
              </a:lnTo>
              <a:lnTo>
                <a:pt x="0" y="421506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11366" y="1350082"/>
        <a:ext cx="119103" cy="4071"/>
      </dsp:txXfrm>
    </dsp:sp>
    <dsp:sp modelId="{66B8893D-2C9E-4E3F-BBF8-A1C4E13BC89B}">
      <dsp:nvSpPr>
        <dsp:cNvPr id="0" name=""/>
        <dsp:cNvSpPr/>
      </dsp:nvSpPr>
      <dsp:spPr bwMode="white">
        <a:xfrm>
          <a:off x="2797529" y="33507"/>
          <a:ext cx="2085550" cy="1109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649" tIns="90953" rIns="86649" bIns="90953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Benchmark various ML models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to determine best-fit algorithms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sp:txBody>
      <dsp:txXfrm>
        <a:off x="2797529" y="33507"/>
        <a:ext cx="2085550" cy="1109656"/>
      </dsp:txXfrm>
    </dsp:sp>
    <dsp:sp modelId="{A570A047-AA80-4B70-9190-5A00561EA63E}">
      <dsp:nvSpPr>
        <dsp:cNvPr id="0" name=""/>
        <dsp:cNvSpPr/>
      </dsp:nvSpPr>
      <dsp:spPr bwMode="white">
        <a:xfrm>
          <a:off x="2459537" y="2174500"/>
          <a:ext cx="3761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6112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37426" y="2218185"/>
        <a:ext cx="20335" cy="4071"/>
      </dsp:txXfrm>
    </dsp:sp>
    <dsp:sp modelId="{2D500F99-B16B-4CDD-86CC-9F32CD214412}">
      <dsp:nvSpPr>
        <dsp:cNvPr id="0" name=""/>
        <dsp:cNvSpPr/>
      </dsp:nvSpPr>
      <dsp:spPr bwMode="white">
        <a:xfrm>
          <a:off x="541725" y="1595271"/>
          <a:ext cx="1919612" cy="12498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649" tIns="90953" rIns="86649" bIns="90953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Bridge research gap by:</a:t>
          </a:r>
        </a:p>
      </dsp:txBody>
      <dsp:txXfrm>
        <a:off x="541725" y="1595271"/>
        <a:ext cx="1919612" cy="1249898"/>
      </dsp:txXfrm>
    </dsp:sp>
    <dsp:sp modelId="{85E60A05-C72F-4F1A-948C-08218DDADCE7}">
      <dsp:nvSpPr>
        <dsp:cNvPr id="0" name=""/>
        <dsp:cNvSpPr/>
      </dsp:nvSpPr>
      <dsp:spPr bwMode="white">
        <a:xfrm>
          <a:off x="1529612" y="2859454"/>
          <a:ext cx="2363255" cy="376112"/>
        </a:xfrm>
        <a:custGeom>
          <a:avLst/>
          <a:gdLst/>
          <a:ahLst/>
          <a:cxnLst/>
          <a:rect l="0" t="0" r="0" b="0"/>
          <a:pathLst>
            <a:path>
              <a:moveTo>
                <a:pt x="2363255" y="0"/>
              </a:moveTo>
              <a:lnTo>
                <a:pt x="2363255" y="205156"/>
              </a:lnTo>
              <a:lnTo>
                <a:pt x="0" y="205156"/>
              </a:lnTo>
              <a:lnTo>
                <a:pt x="0" y="376112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51290" y="3045475"/>
        <a:ext cx="119899" cy="4071"/>
      </dsp:txXfrm>
    </dsp:sp>
    <dsp:sp modelId="{3C391164-C268-460A-A270-AB61723E715E}">
      <dsp:nvSpPr>
        <dsp:cNvPr id="0" name=""/>
        <dsp:cNvSpPr/>
      </dsp:nvSpPr>
      <dsp:spPr bwMode="white">
        <a:xfrm>
          <a:off x="2868050" y="1579186"/>
          <a:ext cx="2049636" cy="12820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649" tIns="90953" rIns="86649" bIns="90953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 Using </a:t>
          </a: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diverse and balanced features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68050" y="1579186"/>
        <a:ext cx="2049636" cy="1282067"/>
      </dsp:txXfrm>
    </dsp:sp>
    <dsp:sp modelId="{8B323FB6-8265-4E56-828F-C1C89F61A4AA}">
      <dsp:nvSpPr>
        <dsp:cNvPr id="0" name=""/>
        <dsp:cNvSpPr/>
      </dsp:nvSpPr>
      <dsp:spPr bwMode="white">
        <a:xfrm>
          <a:off x="2515699" y="3752741"/>
          <a:ext cx="3761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6112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93587" y="3796425"/>
        <a:ext cx="20335" cy="4071"/>
      </dsp:txXfrm>
    </dsp:sp>
    <dsp:sp modelId="{6B22AFD5-4141-4474-8941-58235D1A0306}">
      <dsp:nvSpPr>
        <dsp:cNvPr id="0" name=""/>
        <dsp:cNvSpPr/>
      </dsp:nvSpPr>
      <dsp:spPr bwMode="white">
        <a:xfrm>
          <a:off x="541725" y="3267966"/>
          <a:ext cx="1975773" cy="10609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649" tIns="90953" rIns="86649" bIns="90953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2. Ensuring model interpretability and     accuracy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1725" y="3267966"/>
        <a:ext cx="1975773" cy="1060989"/>
      </dsp:txXfrm>
    </dsp:sp>
    <dsp:sp modelId="{5199E4F7-7EDD-4160-B912-F2CB7A1E1DAD}">
      <dsp:nvSpPr>
        <dsp:cNvPr id="0" name=""/>
        <dsp:cNvSpPr/>
      </dsp:nvSpPr>
      <dsp:spPr bwMode="white">
        <a:xfrm>
          <a:off x="2924211" y="3267966"/>
          <a:ext cx="1830736" cy="10609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649" tIns="90953" rIns="86649" bIns="90953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Providing insights that are </a:t>
          </a: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clinically actionable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24211" y="3267966"/>
        <a:ext cx="1830736" cy="10609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parTxLTRAlign" val="l"/>
            <dgm:param type="parTxRTLAlign" val="r"/>
            <dgm:param type="shpTxLTRAlignCh" val="l"/>
            <dgm:param type="shpTxRTLAlignCh" val="r"/>
            <dgm:param type="txAnchorVert" val="mid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parTxLTRAlign" val="l"/>
                <dgm:param type="parTxRTLAlign" val="r"/>
                <dgm:param type="shpTxLTRAlignCh" val="l"/>
                <dgm:param type="shpTxRTLAlignCh" val="r"/>
                <dgm:param type="stBulletLvl" val="0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contDir" val="sameDir"/>
            <dgm:param type="grDir" val="tL"/>
            <dgm:param type="flowDir" val="row"/>
          </dgm:alg>
        </dgm:if>
        <dgm:else name="Name5">
          <dgm:alg type="snake">
            <dgm:param type="contDir" val="sameDir"/>
            <dgm:param type="grDir" val="tR"/>
            <dgm:param type="flowDir" val="row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parTxLTRAlign" val="l"/>
                  <dgm:param type="parTxRTLAlign" val="l"/>
                  <dgm:param type="shpTxLTRAlignCh" val="l"/>
                  <dgm:param type="shpTxRTLAlignCh" val="l"/>
                  <dgm:param type="txAnchorVert" val="mid"/>
                </dgm:alg>
              </dgm:if>
              <dgm:else name="Name9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  <dgm:param type="txAnchorVert" val="mid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parTxLTRAlign" val="l"/>
            <dgm:param type="parTxRTLAlign" val="r"/>
            <dgm:param type="shpTxLTRAlignCh" val="l"/>
            <dgm:param type="shpTxRTLAlignCh" val="r"/>
            <dgm:param type="txAnchorVert" val="mid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parTxLTRAlign" val="l"/>
                <dgm:param type="parTxRTLAlign" val="r"/>
                <dgm:param type="shpTxLTRAlignCh" val="l"/>
                <dgm:param type="shpTxRTLAlignCh" val="r"/>
                <dgm:param type="stBulletLvl" val="0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off" val="ctr"/>
          <dgm:param type="contDir" val="sameDir"/>
          <dgm:param type="grDir" val="tL"/>
          <dgm:param type="flowDir" val="row"/>
          <dgm:param type="horzAlign" val="ctr"/>
          <dgm:param type="vertAlign" val="mid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  <dgm:param type="horzAlign" val="ctr"/>
          <dgm:param type="vertAlign" val="mid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bkpt" val="endCnv"/>
          <dgm:param type="contDir" val="sameDir"/>
          <dgm:param type="grDir" val="tL"/>
          <dgm:param type="flowDir" val="row"/>
        </dgm:alg>
      </dgm:if>
      <dgm:else name="Name3">
        <dgm:alg type="snake">
          <dgm:param type="bkpt" val="endCnv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dim" val="1D"/>
                <dgm:param type="connRout" val="bend"/>
                <dgm:param type="begPts" val="midR bCtr"/>
                <dgm:param type="endPts" val="midL tCtr"/>
              </dgm:alg>
            </dgm:if>
            <dgm:else name="Name6">
              <dgm:alg type="conn">
                <dgm:param type="dim" val="1D"/>
                <dgm:param type="connRout" val="ben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18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20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21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22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23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32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app11188352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3468" y="1595887"/>
            <a:ext cx="4592766" cy="3614717"/>
          </a:xfrm>
        </p:spPr>
        <p:txBody>
          <a:bodyPr>
            <a:normAutofit/>
          </a:bodyPr>
          <a:lstStyle/>
          <a:p>
            <a:pPr algn="l"/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Heart disease based on genetic, lifestyle and clinical data using machine learning.</a:t>
            </a:r>
          </a:p>
        </p:txBody>
      </p:sp>
      <p:pic>
        <p:nvPicPr>
          <p:cNvPr id="5" name="Picture 4" descr="A neon heart with blue and pink lights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62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9" name="Rectangle 12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reeform: Shape 1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-1" fmla="*/ 0 w 10768629"/>
              <a:gd name="connsiteY0-2" fmla="*/ 0 h 1978172"/>
              <a:gd name="connsiteX1-3" fmla="*/ 10768629 w 10768629"/>
              <a:gd name="connsiteY1-4" fmla="*/ 0 h 1978172"/>
              <a:gd name="connsiteX2-5" fmla="*/ 10733254 w 10768629"/>
              <a:gd name="connsiteY2-6" fmla="*/ 31439 h 1978172"/>
              <a:gd name="connsiteX3-7" fmla="*/ 10727085 w 10768629"/>
              <a:gd name="connsiteY3-8" fmla="*/ 37910 h 1978172"/>
              <a:gd name="connsiteX4-9" fmla="*/ 10675953 w 10768629"/>
              <a:gd name="connsiteY4-10" fmla="*/ 68623 h 1978172"/>
              <a:gd name="connsiteX5-11" fmla="*/ 10637091 w 10768629"/>
              <a:gd name="connsiteY5-12" fmla="*/ 90361 h 1978172"/>
              <a:gd name="connsiteX6-13" fmla="*/ 10610971 w 10768629"/>
              <a:gd name="connsiteY6-14" fmla="*/ 110764 h 1978172"/>
              <a:gd name="connsiteX7-15" fmla="*/ 10532872 w 10768629"/>
              <a:gd name="connsiteY7-16" fmla="*/ 138028 h 1978172"/>
              <a:gd name="connsiteX8-17" fmla="*/ 10398558 w 10768629"/>
              <a:gd name="connsiteY8-18" fmla="*/ 172911 h 1978172"/>
              <a:gd name="connsiteX9-19" fmla="*/ 10371128 w 10768629"/>
              <a:gd name="connsiteY9-20" fmla="*/ 182609 h 1978172"/>
              <a:gd name="connsiteX10-21" fmla="*/ 10352178 w 10768629"/>
              <a:gd name="connsiteY10-22" fmla="*/ 199976 h 1978172"/>
              <a:gd name="connsiteX11-23" fmla="*/ 10351815 w 10768629"/>
              <a:gd name="connsiteY11-24" fmla="*/ 211879 h 1978172"/>
              <a:gd name="connsiteX12-25" fmla="*/ 10337471 w 10768629"/>
              <a:gd name="connsiteY12-26" fmla="*/ 218661 h 1978172"/>
              <a:gd name="connsiteX13-27" fmla="*/ 10334625 w 10768629"/>
              <a:gd name="connsiteY13-28" fmla="*/ 222351 h 1978172"/>
              <a:gd name="connsiteX14-29" fmla="*/ 10256365 w 10768629"/>
              <a:gd name="connsiteY14-30" fmla="*/ 235917 h 1978172"/>
              <a:gd name="connsiteX15-31" fmla="*/ 10201127 w 10768629"/>
              <a:gd name="connsiteY15-32" fmla="*/ 267448 h 1978172"/>
              <a:gd name="connsiteX16-33" fmla="*/ 9961218 w 10768629"/>
              <a:gd name="connsiteY16-34" fmla="*/ 326720 h 1978172"/>
              <a:gd name="connsiteX17-35" fmla="*/ 9859715 w 10768629"/>
              <a:gd name="connsiteY17-36" fmla="*/ 355698 h 1978172"/>
              <a:gd name="connsiteX18-37" fmla="*/ 9679867 w 10768629"/>
              <a:gd name="connsiteY18-38" fmla="*/ 399081 h 1978172"/>
              <a:gd name="connsiteX19-39" fmla="*/ 9490654 w 10768629"/>
              <a:gd name="connsiteY19-40" fmla="*/ 455225 h 1978172"/>
              <a:gd name="connsiteX20-41" fmla="*/ 9470837 w 10768629"/>
              <a:gd name="connsiteY20-42" fmla="*/ 452539 h 1978172"/>
              <a:gd name="connsiteX21-43" fmla="*/ 9469082 w 10768629"/>
              <a:gd name="connsiteY21-44" fmla="*/ 454891 h 1978172"/>
              <a:gd name="connsiteX22-45" fmla="*/ 9448038 w 10768629"/>
              <a:gd name="connsiteY22-46" fmla="*/ 459733 h 1978172"/>
              <a:gd name="connsiteX23-47" fmla="*/ 9396821 w 10768629"/>
              <a:gd name="connsiteY23-48" fmla="*/ 455795 h 1978172"/>
              <a:gd name="connsiteX24-49" fmla="*/ 9392197 w 10768629"/>
              <a:gd name="connsiteY24-50" fmla="*/ 459796 h 1978172"/>
              <a:gd name="connsiteX25-51" fmla="*/ 9347994 w 10768629"/>
              <a:gd name="connsiteY25-52" fmla="*/ 464462 h 1978172"/>
              <a:gd name="connsiteX26-53" fmla="*/ 9347889 w 10768629"/>
              <a:gd name="connsiteY26-54" fmla="*/ 466539 h 1978172"/>
              <a:gd name="connsiteX27-55" fmla="*/ 9337639 w 10768629"/>
              <a:gd name="connsiteY27-56" fmla="*/ 476654 h 1978172"/>
              <a:gd name="connsiteX28-57" fmla="*/ 9316893 w 10768629"/>
              <a:gd name="connsiteY28-58" fmla="*/ 491390 h 1978172"/>
              <a:gd name="connsiteX29-59" fmla="*/ 9229283 w 10768629"/>
              <a:gd name="connsiteY29-60" fmla="*/ 555377 h 1978172"/>
              <a:gd name="connsiteX30-61" fmla="*/ 9220274 w 10768629"/>
              <a:gd name="connsiteY30-62" fmla="*/ 557502 h 1978172"/>
              <a:gd name="connsiteX31-63" fmla="*/ 9220202 w 10768629"/>
              <a:gd name="connsiteY31-64" fmla="*/ 558001 h 1978172"/>
              <a:gd name="connsiteX32-65" fmla="*/ 9210908 w 10768629"/>
              <a:gd name="connsiteY32-66" fmla="*/ 561147 h 1978172"/>
              <a:gd name="connsiteX33-67" fmla="*/ 9186374 w 10768629"/>
              <a:gd name="connsiteY33-68" fmla="*/ 565502 h 1978172"/>
              <a:gd name="connsiteX34-69" fmla="*/ 9181058 w 10768629"/>
              <a:gd name="connsiteY34-70" fmla="*/ 569943 h 1978172"/>
              <a:gd name="connsiteX35-71" fmla="*/ 9179948 w 10768629"/>
              <a:gd name="connsiteY35-72" fmla="*/ 576062 h 1978172"/>
              <a:gd name="connsiteX36-73" fmla="*/ 9149110 w 10768629"/>
              <a:gd name="connsiteY36-74" fmla="*/ 598906 h 1978172"/>
              <a:gd name="connsiteX37-75" fmla="*/ 9078556 w 10768629"/>
              <a:gd name="connsiteY37-76" fmla="*/ 644039 h 1978172"/>
              <a:gd name="connsiteX38-77" fmla="*/ 8996399 w 10768629"/>
              <a:gd name="connsiteY38-78" fmla="*/ 690055 h 1978172"/>
              <a:gd name="connsiteX39-79" fmla="*/ 8803791 w 10768629"/>
              <a:gd name="connsiteY39-80" fmla="*/ 813860 h 1978172"/>
              <a:gd name="connsiteX40-81" fmla="*/ 8636202 w 10768629"/>
              <a:gd name="connsiteY40-82" fmla="*/ 848463 h 1978172"/>
              <a:gd name="connsiteX41-83" fmla="*/ 8555372 w 10768629"/>
              <a:gd name="connsiteY41-84" fmla="*/ 883171 h 1978172"/>
              <a:gd name="connsiteX42-85" fmla="*/ 8507229 w 10768629"/>
              <a:gd name="connsiteY42-86" fmla="*/ 901665 h 1978172"/>
              <a:gd name="connsiteX43-87" fmla="*/ 8428473 w 10768629"/>
              <a:gd name="connsiteY43-88" fmla="*/ 927985 h 1978172"/>
              <a:gd name="connsiteX44-89" fmla="*/ 8427914 w 10768629"/>
              <a:gd name="connsiteY44-90" fmla="*/ 933480 h 1978172"/>
              <a:gd name="connsiteX45-91" fmla="*/ 8420327 w 10768629"/>
              <a:gd name="connsiteY45-92" fmla="*/ 941984 h 1978172"/>
              <a:gd name="connsiteX46-93" fmla="*/ 8407128 w 10768629"/>
              <a:gd name="connsiteY46-94" fmla="*/ 961344 h 1978172"/>
              <a:gd name="connsiteX47-95" fmla="*/ 8380548 w 10768629"/>
              <a:gd name="connsiteY47-96" fmla="*/ 987916 h 1978172"/>
              <a:gd name="connsiteX48-97" fmla="*/ 8379462 w 10768629"/>
              <a:gd name="connsiteY48-98" fmla="*/ 987106 h 1978172"/>
              <a:gd name="connsiteX49-99" fmla="*/ 8369725 w 10768629"/>
              <a:gd name="connsiteY49-100" fmla="*/ 989186 h 1978172"/>
              <a:gd name="connsiteX50-101" fmla="*/ 8304438 w 10768629"/>
              <a:gd name="connsiteY50-102" fmla="*/ 996739 h 1978172"/>
              <a:gd name="connsiteX51-103" fmla="*/ 8280929 w 10768629"/>
              <a:gd name="connsiteY51-104" fmla="*/ 1023089 h 1978172"/>
              <a:gd name="connsiteX52-105" fmla="*/ 8275760 w 10768629"/>
              <a:gd name="connsiteY52-106" fmla="*/ 1027772 h 1978172"/>
              <a:gd name="connsiteX53-107" fmla="*/ 8275478 w 10768629"/>
              <a:gd name="connsiteY53-108" fmla="*/ 1027605 h 1978172"/>
              <a:gd name="connsiteX54-109" fmla="*/ 8269666 w 10768629"/>
              <a:gd name="connsiteY54-110" fmla="*/ 1032033 h 1978172"/>
              <a:gd name="connsiteX55-111" fmla="*/ 8203836 w 10768629"/>
              <a:gd name="connsiteY55-112" fmla="*/ 1037347 h 1978172"/>
              <a:gd name="connsiteX56-113" fmla="*/ 8122936 w 10768629"/>
              <a:gd name="connsiteY56-114" fmla="*/ 1063113 h 1978172"/>
              <a:gd name="connsiteX57-115" fmla="*/ 8043658 w 10768629"/>
              <a:gd name="connsiteY57-116" fmla="*/ 1092746 h 1978172"/>
              <a:gd name="connsiteX58-117" fmla="*/ 8015351 w 10768629"/>
              <a:gd name="connsiteY58-118" fmla="*/ 1105478 h 1978172"/>
              <a:gd name="connsiteX59-119" fmla="*/ 7963145 w 10768629"/>
              <a:gd name="connsiteY59-120" fmla="*/ 1119346 h 1978172"/>
              <a:gd name="connsiteX60-121" fmla="*/ 7938145 w 10768629"/>
              <a:gd name="connsiteY60-122" fmla="*/ 1120225 h 1978172"/>
              <a:gd name="connsiteX61-123" fmla="*/ 7937238 w 10768629"/>
              <a:gd name="connsiteY61-124" fmla="*/ 1121204 h 1978172"/>
              <a:gd name="connsiteX62-125" fmla="*/ 7934398 w 10768629"/>
              <a:gd name="connsiteY62-126" fmla="*/ 1118240 h 1978172"/>
              <a:gd name="connsiteX63-127" fmla="*/ 7918248 w 10768629"/>
              <a:gd name="connsiteY63-128" fmla="*/ 1124371 h 1978172"/>
              <a:gd name="connsiteX64-129" fmla="*/ 7914119 w 10768629"/>
              <a:gd name="connsiteY64-130" fmla="*/ 1127653 h 1978172"/>
              <a:gd name="connsiteX65-131" fmla="*/ 7907658 w 10768629"/>
              <a:gd name="connsiteY65-132" fmla="*/ 1130350 h 1978172"/>
              <a:gd name="connsiteX66-133" fmla="*/ 7907434 w 10768629"/>
              <a:gd name="connsiteY66-134" fmla="*/ 1130103 h 1978172"/>
              <a:gd name="connsiteX67-135" fmla="*/ 7901508 w 10768629"/>
              <a:gd name="connsiteY67-136" fmla="*/ 1133245 h 1978172"/>
              <a:gd name="connsiteX68-137" fmla="*/ 7873287 w 10768629"/>
              <a:gd name="connsiteY68-138" fmla="*/ 1152609 h 1978172"/>
              <a:gd name="connsiteX69-139" fmla="*/ 7834833 w 10768629"/>
              <a:gd name="connsiteY69-140" fmla="*/ 1153868 h 1978172"/>
              <a:gd name="connsiteX70-141" fmla="*/ 7828661 w 10768629"/>
              <a:gd name="connsiteY70-142" fmla="*/ 1139994 h 1978172"/>
              <a:gd name="connsiteX71-143" fmla="*/ 7823966 w 10768629"/>
              <a:gd name="connsiteY71-144" fmla="*/ 1143178 h 1978172"/>
              <a:gd name="connsiteX72-145" fmla="*/ 7815078 w 10768629"/>
              <a:gd name="connsiteY72-146" fmla="*/ 1151776 h 1978172"/>
              <a:gd name="connsiteX73-147" fmla="*/ 7812026 w 10768629"/>
              <a:gd name="connsiteY73-148" fmla="*/ 1151522 h 1978172"/>
              <a:gd name="connsiteX74-149" fmla="*/ 7782249 w 10768629"/>
              <a:gd name="connsiteY74-150" fmla="*/ 1160970 h 1978172"/>
              <a:gd name="connsiteX75-151" fmla="*/ 7773476 w 10768629"/>
              <a:gd name="connsiteY75-152" fmla="*/ 1157414 h 1978172"/>
              <a:gd name="connsiteX76-153" fmla="*/ 7769600 w 10768629"/>
              <a:gd name="connsiteY76-154" fmla="*/ 1157365 h 1978172"/>
              <a:gd name="connsiteX77-155" fmla="*/ 7752631 w 10768629"/>
              <a:gd name="connsiteY77-156" fmla="*/ 1172815 h 1978172"/>
              <a:gd name="connsiteX78-157" fmla="*/ 7743525 w 10768629"/>
              <a:gd name="connsiteY78-158" fmla="*/ 1179064 h 1978172"/>
              <a:gd name="connsiteX79-159" fmla="*/ 7685942 w 10768629"/>
              <a:gd name="connsiteY79-160" fmla="*/ 1233723 h 1978172"/>
              <a:gd name="connsiteX80-161" fmla="*/ 7586920 w 10768629"/>
              <a:gd name="connsiteY80-162" fmla="*/ 1261888 h 1978172"/>
              <a:gd name="connsiteX81-163" fmla="*/ 7486100 w 10768629"/>
              <a:gd name="connsiteY81-164" fmla="*/ 1292563 h 1978172"/>
              <a:gd name="connsiteX82-165" fmla="*/ 7407190 w 10768629"/>
              <a:gd name="connsiteY82-166" fmla="*/ 1314737 h 1978172"/>
              <a:gd name="connsiteX83-167" fmla="*/ 7240698 w 10768629"/>
              <a:gd name="connsiteY83-168" fmla="*/ 1438832 h 1978172"/>
              <a:gd name="connsiteX84-169" fmla="*/ 7197675 w 10768629"/>
              <a:gd name="connsiteY84-170" fmla="*/ 1447530 h 1978172"/>
              <a:gd name="connsiteX85-171" fmla="*/ 7164788 w 10768629"/>
              <a:gd name="connsiteY85-172" fmla="*/ 1480293 h 1978172"/>
              <a:gd name="connsiteX86-173" fmla="*/ 7147929 w 10768629"/>
              <a:gd name="connsiteY86-174" fmla="*/ 1477641 h 1978172"/>
              <a:gd name="connsiteX87-175" fmla="*/ 7144965 w 10768629"/>
              <a:gd name="connsiteY87-176" fmla="*/ 1476908 h 1978172"/>
              <a:gd name="connsiteX88-177" fmla="*/ 7134299 w 10768629"/>
              <a:gd name="connsiteY88-178" fmla="*/ 1479969 h 1978172"/>
              <a:gd name="connsiteX89-179" fmla="*/ 7129809 w 10768629"/>
              <a:gd name="connsiteY89-180" fmla="*/ 1473339 h 1978172"/>
              <a:gd name="connsiteX90-181" fmla="*/ 7112688 w 10768629"/>
              <a:gd name="connsiteY90-182" fmla="*/ 1472575 h 1978172"/>
              <a:gd name="connsiteX91-183" fmla="*/ 7093470 w 10768629"/>
              <a:gd name="connsiteY91-184" fmla="*/ 1480300 h 1978172"/>
              <a:gd name="connsiteX92-185" fmla="*/ 7025034 w 10768629"/>
              <a:gd name="connsiteY92-186" fmla="*/ 1506934 h 1978172"/>
              <a:gd name="connsiteX93-187" fmla="*/ 7014783 w 10768629"/>
              <a:gd name="connsiteY93-188" fmla="*/ 1515868 h 1978172"/>
              <a:gd name="connsiteX94-189" fmla="*/ 6979706 w 10768629"/>
              <a:gd name="connsiteY94-190" fmla="*/ 1523511 h 1978172"/>
              <a:gd name="connsiteX95-191" fmla="*/ 6977890 w 10768629"/>
              <a:gd name="connsiteY95-192" fmla="*/ 1525793 h 1978172"/>
              <a:gd name="connsiteX96-193" fmla="*/ 6944339 w 10768629"/>
              <a:gd name="connsiteY96-194" fmla="*/ 1536237 h 1978172"/>
              <a:gd name="connsiteX97-195" fmla="*/ 6886996 w 10768629"/>
              <a:gd name="connsiteY97-196" fmla="*/ 1563569 h 1978172"/>
              <a:gd name="connsiteX98-197" fmla="*/ 6874510 w 10768629"/>
              <a:gd name="connsiteY98-198" fmla="*/ 1558469 h 1978172"/>
              <a:gd name="connsiteX99-199" fmla="*/ 6871943 w 10768629"/>
              <a:gd name="connsiteY99-200" fmla="*/ 1554651 h 1978172"/>
              <a:gd name="connsiteX100-201" fmla="*/ 6856174 w 10768629"/>
              <a:gd name="connsiteY100-202" fmla="*/ 1562024 h 1978172"/>
              <a:gd name="connsiteX101-203" fmla="*/ 6842321 w 10768629"/>
              <a:gd name="connsiteY101-204" fmla="*/ 1560554 h 1978172"/>
              <a:gd name="connsiteX102-205" fmla="*/ 6832713 w 10768629"/>
              <a:gd name="connsiteY102-206" fmla="*/ 1569357 h 1978172"/>
              <a:gd name="connsiteX103-207" fmla="*/ 6816351 w 10768629"/>
              <a:gd name="connsiteY103-208" fmla="*/ 1571495 h 1978172"/>
              <a:gd name="connsiteX104-209" fmla="*/ 6795800 w 10768629"/>
              <a:gd name="connsiteY104-210" fmla="*/ 1572010 h 1978172"/>
              <a:gd name="connsiteX105-211" fmla="*/ 6777546 w 10768629"/>
              <a:gd name="connsiteY105-212" fmla="*/ 1568661 h 1978172"/>
              <a:gd name="connsiteX106-213" fmla="*/ 6751528 w 10768629"/>
              <a:gd name="connsiteY106-214" fmla="*/ 1574143 h 1978172"/>
              <a:gd name="connsiteX107-215" fmla="*/ 6691966 w 10768629"/>
              <a:gd name="connsiteY107-216" fmla="*/ 1582255 h 1978172"/>
              <a:gd name="connsiteX108-217" fmla="*/ 6646941 w 10768629"/>
              <a:gd name="connsiteY108-218" fmla="*/ 1588471 h 1978172"/>
              <a:gd name="connsiteX109-219" fmla="*/ 6568576 w 10768629"/>
              <a:gd name="connsiteY109-220" fmla="*/ 1606488 h 1978172"/>
              <a:gd name="connsiteX110-221" fmla="*/ 6554358 w 10768629"/>
              <a:gd name="connsiteY110-222" fmla="*/ 1621701 h 1978172"/>
              <a:gd name="connsiteX111-223" fmla="*/ 6516968 w 10768629"/>
              <a:gd name="connsiteY111-224" fmla="*/ 1617195 h 1978172"/>
              <a:gd name="connsiteX112-225" fmla="*/ 6506479 w 10768629"/>
              <a:gd name="connsiteY112-226" fmla="*/ 1602227 h 1978172"/>
              <a:gd name="connsiteX113-227" fmla="*/ 6458436 w 10768629"/>
              <a:gd name="connsiteY113-228" fmla="*/ 1607332 h 1978172"/>
              <a:gd name="connsiteX114-229" fmla="*/ 6414786 w 10768629"/>
              <a:gd name="connsiteY114-230" fmla="*/ 1628815 h 1978172"/>
              <a:gd name="connsiteX115-231" fmla="*/ 6357085 w 10768629"/>
              <a:gd name="connsiteY115-232" fmla="*/ 1640846 h 1978172"/>
              <a:gd name="connsiteX116-233" fmla="*/ 6322636 w 10768629"/>
              <a:gd name="connsiteY116-234" fmla="*/ 1648213 h 1978172"/>
              <a:gd name="connsiteX117-235" fmla="*/ 6226172 w 10768629"/>
              <a:gd name="connsiteY117-236" fmla="*/ 1654676 h 1978172"/>
              <a:gd name="connsiteX118-237" fmla="*/ 6221217 w 10768629"/>
              <a:gd name="connsiteY118-238" fmla="*/ 1654506 h 1978172"/>
              <a:gd name="connsiteX119-239" fmla="*/ 6204956 w 10768629"/>
              <a:gd name="connsiteY119-240" fmla="*/ 1664280 h 1978172"/>
              <a:gd name="connsiteX120-241" fmla="*/ 6204270 w 10768629"/>
              <a:gd name="connsiteY120-242" fmla="*/ 1666782 h 1978172"/>
              <a:gd name="connsiteX121-243" fmla="*/ 6143810 w 10768629"/>
              <a:gd name="connsiteY121-244" fmla="*/ 1661963 h 1978172"/>
              <a:gd name="connsiteX122-245" fmla="*/ 6136560 w 10768629"/>
              <a:gd name="connsiteY122-246" fmla="*/ 1665728 h 1978172"/>
              <a:gd name="connsiteX123-247" fmla="*/ 6096155 w 10768629"/>
              <a:gd name="connsiteY123-248" fmla="*/ 1656951 h 1978172"/>
              <a:gd name="connsiteX124-249" fmla="*/ 6075812 w 10768629"/>
              <a:gd name="connsiteY124-250" fmla="*/ 1655422 h 1978172"/>
              <a:gd name="connsiteX125-251" fmla="*/ 6039495 w 10768629"/>
              <a:gd name="connsiteY125-252" fmla="*/ 1649680 h 1978172"/>
              <a:gd name="connsiteX126-253" fmla="*/ 6036523 w 10768629"/>
              <a:gd name="connsiteY126-254" fmla="*/ 1652121 h 1978172"/>
              <a:gd name="connsiteX127-255" fmla="*/ 6029328 w 10768629"/>
              <a:gd name="connsiteY127-256" fmla="*/ 1649904 h 1978172"/>
              <a:gd name="connsiteX128-257" fmla="*/ 6024075 w 10768629"/>
              <a:gd name="connsiteY128-258" fmla="*/ 1652779 h 1978172"/>
              <a:gd name="connsiteX129-259" fmla="*/ 6018085 w 10768629"/>
              <a:gd name="connsiteY129-260" fmla="*/ 1652030 h 1978172"/>
              <a:gd name="connsiteX130-261" fmla="*/ 5955513 w 10768629"/>
              <a:gd name="connsiteY130-262" fmla="*/ 1663584 h 1978172"/>
              <a:gd name="connsiteX131-263" fmla="*/ 5941996 w 10768629"/>
              <a:gd name="connsiteY131-264" fmla="*/ 1661326 h 1978172"/>
              <a:gd name="connsiteX132-265" fmla="*/ 5931789 w 10768629"/>
              <a:gd name="connsiteY132-266" fmla="*/ 1669915 h 1978172"/>
              <a:gd name="connsiteX133-267" fmla="*/ 5888686 w 10768629"/>
              <a:gd name="connsiteY133-268" fmla="*/ 1672175 h 1978172"/>
              <a:gd name="connsiteX134-269" fmla="*/ 5873794 w 10768629"/>
              <a:gd name="connsiteY134-270" fmla="*/ 1665454 h 1978172"/>
              <a:gd name="connsiteX135-271" fmla="*/ 5860022 w 10768629"/>
              <a:gd name="connsiteY135-272" fmla="*/ 1660635 h 1978172"/>
              <a:gd name="connsiteX136-273" fmla="*/ 5858237 w 10768629"/>
              <a:gd name="connsiteY136-274" fmla="*/ 1660649 h 1978172"/>
              <a:gd name="connsiteX137-275" fmla="*/ 5840319 w 10768629"/>
              <a:gd name="connsiteY137-276" fmla="*/ 1660798 h 1978172"/>
              <a:gd name="connsiteX138-277" fmla="*/ 5806984 w 10768629"/>
              <a:gd name="connsiteY138-278" fmla="*/ 1661075 h 1978172"/>
              <a:gd name="connsiteX139-279" fmla="*/ 5742351 w 10768629"/>
              <a:gd name="connsiteY139-280" fmla="*/ 1667489 h 1978172"/>
              <a:gd name="connsiteX140-281" fmla="*/ 5529437 w 10768629"/>
              <a:gd name="connsiteY140-282" fmla="*/ 1636968 h 1978172"/>
              <a:gd name="connsiteX141-283" fmla="*/ 5440853 w 10768629"/>
              <a:gd name="connsiteY141-284" fmla="*/ 1657958 h 1978172"/>
              <a:gd name="connsiteX142-285" fmla="*/ 4945936 w 10768629"/>
              <a:gd name="connsiteY142-286" fmla="*/ 1713743 h 1978172"/>
              <a:gd name="connsiteX143-287" fmla="*/ 4818446 w 10768629"/>
              <a:gd name="connsiteY143-288" fmla="*/ 1726895 h 1978172"/>
              <a:gd name="connsiteX144-289" fmla="*/ 4809524 w 10768629"/>
              <a:gd name="connsiteY144-290" fmla="*/ 1761033 h 1978172"/>
              <a:gd name="connsiteX145-291" fmla="*/ 4759058 w 10768629"/>
              <a:gd name="connsiteY145-292" fmla="*/ 1766533 h 1978172"/>
              <a:gd name="connsiteX146-293" fmla="*/ 4719749 w 10768629"/>
              <a:gd name="connsiteY146-294" fmla="*/ 1771811 h 1978172"/>
              <a:gd name="connsiteX147-295" fmla="*/ 4568686 w 10768629"/>
              <a:gd name="connsiteY147-296" fmla="*/ 1786141 h 1978172"/>
              <a:gd name="connsiteX148-297" fmla="*/ 4418751 w 10768629"/>
              <a:gd name="connsiteY148-298" fmla="*/ 1796932 h 1978172"/>
              <a:gd name="connsiteX149-299" fmla="*/ 4378377 w 10768629"/>
              <a:gd name="connsiteY149-300" fmla="*/ 1815528 h 1978172"/>
              <a:gd name="connsiteX150-301" fmla="*/ 4320575 w 10768629"/>
              <a:gd name="connsiteY150-302" fmla="*/ 1832722 h 1978172"/>
              <a:gd name="connsiteX151-303" fmla="*/ 4220200 w 10768629"/>
              <a:gd name="connsiteY151-304" fmla="*/ 1873173 h 1978172"/>
              <a:gd name="connsiteX152-305" fmla="*/ 4105361 w 10768629"/>
              <a:gd name="connsiteY152-306" fmla="*/ 1894711 h 1978172"/>
              <a:gd name="connsiteX153-307" fmla="*/ 3973223 w 10768629"/>
              <a:gd name="connsiteY153-308" fmla="*/ 1881015 h 1978172"/>
              <a:gd name="connsiteX154-309" fmla="*/ 3900992 w 10768629"/>
              <a:gd name="connsiteY154-310" fmla="*/ 1880603 h 1978172"/>
              <a:gd name="connsiteX155-311" fmla="*/ 3662119 w 10768629"/>
              <a:gd name="connsiteY155-312" fmla="*/ 1876289 h 1978172"/>
              <a:gd name="connsiteX156-313" fmla="*/ 3496919 w 10768629"/>
              <a:gd name="connsiteY156-314" fmla="*/ 1873180 h 1978172"/>
              <a:gd name="connsiteX157-315" fmla="*/ 3449433 w 10768629"/>
              <a:gd name="connsiteY157-316" fmla="*/ 1889681 h 1978172"/>
              <a:gd name="connsiteX158-317" fmla="*/ 3369766 w 10768629"/>
              <a:gd name="connsiteY158-318" fmla="*/ 1916653 h 1978172"/>
              <a:gd name="connsiteX159-319" fmla="*/ 3290336 w 10768629"/>
              <a:gd name="connsiteY159-320" fmla="*/ 1925039 h 1978172"/>
              <a:gd name="connsiteX160-321" fmla="*/ 3224897 w 10768629"/>
              <a:gd name="connsiteY160-322" fmla="*/ 1943733 h 1978172"/>
              <a:gd name="connsiteX161-323" fmla="*/ 3161463 w 10768629"/>
              <a:gd name="connsiteY161-324" fmla="*/ 1946591 h 1978172"/>
              <a:gd name="connsiteX162-325" fmla="*/ 3157504 w 10768629"/>
              <a:gd name="connsiteY162-326" fmla="*/ 1957276 h 1978172"/>
              <a:gd name="connsiteX163-327" fmla="*/ 3115176 w 10768629"/>
              <a:gd name="connsiteY163-328" fmla="*/ 1943459 h 1978172"/>
              <a:gd name="connsiteX164-329" fmla="*/ 3038835 w 10768629"/>
              <a:gd name="connsiteY164-330" fmla="*/ 1920210 h 1978172"/>
              <a:gd name="connsiteX165-331" fmla="*/ 2897201 w 10768629"/>
              <a:gd name="connsiteY165-332" fmla="*/ 1926772 h 1978172"/>
              <a:gd name="connsiteX166-333" fmla="*/ 2783891 w 10768629"/>
              <a:gd name="connsiteY166-334" fmla="*/ 1931749 h 1978172"/>
              <a:gd name="connsiteX167-335" fmla="*/ 2712447 w 10768629"/>
              <a:gd name="connsiteY167-336" fmla="*/ 1933044 h 1978172"/>
              <a:gd name="connsiteX168-337" fmla="*/ 2560151 w 10768629"/>
              <a:gd name="connsiteY168-338" fmla="*/ 1963609 h 1978172"/>
              <a:gd name="connsiteX169-339" fmla="*/ 2367221 w 10768629"/>
              <a:gd name="connsiteY169-340" fmla="*/ 1971884 h 1978172"/>
              <a:gd name="connsiteX170-341" fmla="*/ 2272130 w 10768629"/>
              <a:gd name="connsiteY170-342" fmla="*/ 1961162 h 1978172"/>
              <a:gd name="connsiteX171-343" fmla="*/ 2189404 w 10768629"/>
              <a:gd name="connsiteY171-344" fmla="*/ 1978172 h 1978172"/>
              <a:gd name="connsiteX172-345" fmla="*/ 2077704 w 10768629"/>
              <a:gd name="connsiteY172-346" fmla="*/ 1965002 h 1978172"/>
              <a:gd name="connsiteX173-347" fmla="*/ 1967996 w 10768629"/>
              <a:gd name="connsiteY173-348" fmla="*/ 1953187 h 1978172"/>
              <a:gd name="connsiteX174-349" fmla="*/ 1855805 w 10768629"/>
              <a:gd name="connsiteY174-350" fmla="*/ 1926082 h 1978172"/>
              <a:gd name="connsiteX175-351" fmla="*/ 1790957 w 10768629"/>
              <a:gd name="connsiteY175-352" fmla="*/ 1919460 h 1978172"/>
              <a:gd name="connsiteX176-353" fmla="*/ 1613978 w 10768629"/>
              <a:gd name="connsiteY176-354" fmla="*/ 1891581 h 1978172"/>
              <a:gd name="connsiteX177-355" fmla="*/ 1436831 w 10768629"/>
              <a:gd name="connsiteY177-356" fmla="*/ 1856201 h 1978172"/>
              <a:gd name="connsiteX178-357" fmla="*/ 1332568 w 10768629"/>
              <a:gd name="connsiteY178-358" fmla="*/ 1793149 h 1978172"/>
              <a:gd name="connsiteX179-359" fmla="*/ 1186881 w 10768629"/>
              <a:gd name="connsiteY179-360" fmla="*/ 1768613 h 1978172"/>
              <a:gd name="connsiteX180-361" fmla="*/ 1162595 w 10768629"/>
              <a:gd name="connsiteY180-362" fmla="*/ 1758337 h 1978172"/>
              <a:gd name="connsiteX181-363" fmla="*/ 1128523 w 10768629"/>
              <a:gd name="connsiteY181-364" fmla="*/ 1763621 h 1978172"/>
              <a:gd name="connsiteX182-365" fmla="*/ 991903 w 10768629"/>
              <a:gd name="connsiteY182-366" fmla="*/ 1786741 h 1978172"/>
              <a:gd name="connsiteX183-367" fmla="*/ 883960 w 10768629"/>
              <a:gd name="connsiteY183-368" fmla="*/ 1822386 h 1978172"/>
              <a:gd name="connsiteX184-369" fmla="*/ 766531 w 10768629"/>
              <a:gd name="connsiteY184-370" fmla="*/ 1805053 h 1978172"/>
              <a:gd name="connsiteX185-371" fmla="*/ 669779 w 10768629"/>
              <a:gd name="connsiteY185-372" fmla="*/ 1800537 h 1978172"/>
              <a:gd name="connsiteX186-373" fmla="*/ 523898 w 10768629"/>
              <a:gd name="connsiteY186-374" fmla="*/ 1811085 h 1978172"/>
              <a:gd name="connsiteX187-375" fmla="*/ 360251 w 10768629"/>
              <a:gd name="connsiteY187-376" fmla="*/ 1830735 h 1978172"/>
              <a:gd name="connsiteX188-377" fmla="*/ 255207 w 10768629"/>
              <a:gd name="connsiteY188-378" fmla="*/ 1818275 h 1978172"/>
              <a:gd name="connsiteX189-379" fmla="*/ 101803 w 10768629"/>
              <a:gd name="connsiteY189-380" fmla="*/ 1870647 h 1978172"/>
              <a:gd name="connsiteX190-381" fmla="*/ 25397 w 10768629"/>
              <a:gd name="connsiteY190-382" fmla="*/ 1888443 h 1978172"/>
              <a:gd name="connsiteX191-383" fmla="*/ 2370 w 10768629"/>
              <a:gd name="connsiteY191-384" fmla="*/ 1878311 h 1978172"/>
              <a:gd name="connsiteX192-385" fmla="*/ 0 w 10768629"/>
              <a:gd name="connsiteY192-386" fmla="*/ 1878785 h 1978172"/>
              <a:gd name="connsiteX193" fmla="*/ 0 w 10768629"/>
              <a:gd name="connsiteY193" fmla="*/ 0 h 1978172"/>
              <a:gd name="connsiteX0-387" fmla="*/ 0 w 10768629"/>
              <a:gd name="connsiteY0-388" fmla="*/ 0 h 1978172"/>
              <a:gd name="connsiteX1-389" fmla="*/ 10768629 w 10768629"/>
              <a:gd name="connsiteY1-390" fmla="*/ 0 h 1978172"/>
              <a:gd name="connsiteX2-391" fmla="*/ 10733254 w 10768629"/>
              <a:gd name="connsiteY2-392" fmla="*/ 31439 h 1978172"/>
              <a:gd name="connsiteX3-393" fmla="*/ 10727085 w 10768629"/>
              <a:gd name="connsiteY3-394" fmla="*/ 37910 h 1978172"/>
              <a:gd name="connsiteX4-395" fmla="*/ 10675953 w 10768629"/>
              <a:gd name="connsiteY4-396" fmla="*/ 68623 h 1978172"/>
              <a:gd name="connsiteX5-397" fmla="*/ 10637091 w 10768629"/>
              <a:gd name="connsiteY5-398" fmla="*/ 90361 h 1978172"/>
              <a:gd name="connsiteX6-399" fmla="*/ 10610971 w 10768629"/>
              <a:gd name="connsiteY6-400" fmla="*/ 110764 h 1978172"/>
              <a:gd name="connsiteX7-401" fmla="*/ 10532872 w 10768629"/>
              <a:gd name="connsiteY7-402" fmla="*/ 138028 h 1978172"/>
              <a:gd name="connsiteX8-403" fmla="*/ 10398558 w 10768629"/>
              <a:gd name="connsiteY8-404" fmla="*/ 172911 h 1978172"/>
              <a:gd name="connsiteX9-405" fmla="*/ 10371128 w 10768629"/>
              <a:gd name="connsiteY9-406" fmla="*/ 182609 h 1978172"/>
              <a:gd name="connsiteX10-407" fmla="*/ 10352178 w 10768629"/>
              <a:gd name="connsiteY10-408" fmla="*/ 199976 h 1978172"/>
              <a:gd name="connsiteX11-409" fmla="*/ 10351815 w 10768629"/>
              <a:gd name="connsiteY11-410" fmla="*/ 211879 h 1978172"/>
              <a:gd name="connsiteX12-411" fmla="*/ 10337471 w 10768629"/>
              <a:gd name="connsiteY12-412" fmla="*/ 218661 h 1978172"/>
              <a:gd name="connsiteX13-413" fmla="*/ 10334625 w 10768629"/>
              <a:gd name="connsiteY13-414" fmla="*/ 222351 h 1978172"/>
              <a:gd name="connsiteX14-415" fmla="*/ 10256365 w 10768629"/>
              <a:gd name="connsiteY14-416" fmla="*/ 235917 h 1978172"/>
              <a:gd name="connsiteX15-417" fmla="*/ 10201127 w 10768629"/>
              <a:gd name="connsiteY15-418" fmla="*/ 267448 h 1978172"/>
              <a:gd name="connsiteX16-419" fmla="*/ 9961218 w 10768629"/>
              <a:gd name="connsiteY16-420" fmla="*/ 326720 h 1978172"/>
              <a:gd name="connsiteX17-421" fmla="*/ 9859715 w 10768629"/>
              <a:gd name="connsiteY17-422" fmla="*/ 355698 h 1978172"/>
              <a:gd name="connsiteX18-423" fmla="*/ 9679867 w 10768629"/>
              <a:gd name="connsiteY18-424" fmla="*/ 399081 h 1978172"/>
              <a:gd name="connsiteX19-425" fmla="*/ 9490654 w 10768629"/>
              <a:gd name="connsiteY19-426" fmla="*/ 455225 h 1978172"/>
              <a:gd name="connsiteX20-427" fmla="*/ 9470837 w 10768629"/>
              <a:gd name="connsiteY20-428" fmla="*/ 452539 h 1978172"/>
              <a:gd name="connsiteX21-429" fmla="*/ 9469082 w 10768629"/>
              <a:gd name="connsiteY21-430" fmla="*/ 454891 h 1978172"/>
              <a:gd name="connsiteX22-431" fmla="*/ 9448038 w 10768629"/>
              <a:gd name="connsiteY22-432" fmla="*/ 459733 h 1978172"/>
              <a:gd name="connsiteX23-433" fmla="*/ 9396821 w 10768629"/>
              <a:gd name="connsiteY23-434" fmla="*/ 455795 h 1978172"/>
              <a:gd name="connsiteX24-435" fmla="*/ 9392197 w 10768629"/>
              <a:gd name="connsiteY24-436" fmla="*/ 459796 h 1978172"/>
              <a:gd name="connsiteX25-437" fmla="*/ 9347994 w 10768629"/>
              <a:gd name="connsiteY25-438" fmla="*/ 464462 h 1978172"/>
              <a:gd name="connsiteX26-439" fmla="*/ 9347889 w 10768629"/>
              <a:gd name="connsiteY26-440" fmla="*/ 466539 h 1978172"/>
              <a:gd name="connsiteX27-441" fmla="*/ 9337639 w 10768629"/>
              <a:gd name="connsiteY27-442" fmla="*/ 476654 h 1978172"/>
              <a:gd name="connsiteX28-443" fmla="*/ 9316893 w 10768629"/>
              <a:gd name="connsiteY28-444" fmla="*/ 491390 h 1978172"/>
              <a:gd name="connsiteX29-445" fmla="*/ 9229283 w 10768629"/>
              <a:gd name="connsiteY29-446" fmla="*/ 555377 h 1978172"/>
              <a:gd name="connsiteX30-447" fmla="*/ 9220274 w 10768629"/>
              <a:gd name="connsiteY30-448" fmla="*/ 557502 h 1978172"/>
              <a:gd name="connsiteX31-449" fmla="*/ 9220202 w 10768629"/>
              <a:gd name="connsiteY31-450" fmla="*/ 558001 h 1978172"/>
              <a:gd name="connsiteX32-451" fmla="*/ 9210908 w 10768629"/>
              <a:gd name="connsiteY32-452" fmla="*/ 561147 h 1978172"/>
              <a:gd name="connsiteX33-453" fmla="*/ 9186374 w 10768629"/>
              <a:gd name="connsiteY33-454" fmla="*/ 565502 h 1978172"/>
              <a:gd name="connsiteX34-455" fmla="*/ 9181058 w 10768629"/>
              <a:gd name="connsiteY34-456" fmla="*/ 569943 h 1978172"/>
              <a:gd name="connsiteX35-457" fmla="*/ 9179948 w 10768629"/>
              <a:gd name="connsiteY35-458" fmla="*/ 576062 h 1978172"/>
              <a:gd name="connsiteX36-459" fmla="*/ 9149110 w 10768629"/>
              <a:gd name="connsiteY36-460" fmla="*/ 598906 h 1978172"/>
              <a:gd name="connsiteX37-461" fmla="*/ 9078556 w 10768629"/>
              <a:gd name="connsiteY37-462" fmla="*/ 644039 h 1978172"/>
              <a:gd name="connsiteX38-463" fmla="*/ 8996399 w 10768629"/>
              <a:gd name="connsiteY38-464" fmla="*/ 690055 h 1978172"/>
              <a:gd name="connsiteX39-465" fmla="*/ 8803791 w 10768629"/>
              <a:gd name="connsiteY39-466" fmla="*/ 813860 h 1978172"/>
              <a:gd name="connsiteX40-467" fmla="*/ 8636202 w 10768629"/>
              <a:gd name="connsiteY40-468" fmla="*/ 848463 h 1978172"/>
              <a:gd name="connsiteX41-469" fmla="*/ 8555372 w 10768629"/>
              <a:gd name="connsiteY41-470" fmla="*/ 883171 h 1978172"/>
              <a:gd name="connsiteX42-471" fmla="*/ 8507229 w 10768629"/>
              <a:gd name="connsiteY42-472" fmla="*/ 901665 h 1978172"/>
              <a:gd name="connsiteX43-473" fmla="*/ 8428473 w 10768629"/>
              <a:gd name="connsiteY43-474" fmla="*/ 927985 h 1978172"/>
              <a:gd name="connsiteX44-475" fmla="*/ 8427914 w 10768629"/>
              <a:gd name="connsiteY44-476" fmla="*/ 933480 h 1978172"/>
              <a:gd name="connsiteX45-477" fmla="*/ 8420327 w 10768629"/>
              <a:gd name="connsiteY45-478" fmla="*/ 941984 h 1978172"/>
              <a:gd name="connsiteX46-479" fmla="*/ 8407128 w 10768629"/>
              <a:gd name="connsiteY46-480" fmla="*/ 961344 h 1978172"/>
              <a:gd name="connsiteX47-481" fmla="*/ 8380548 w 10768629"/>
              <a:gd name="connsiteY47-482" fmla="*/ 987916 h 1978172"/>
              <a:gd name="connsiteX48-483" fmla="*/ 8379462 w 10768629"/>
              <a:gd name="connsiteY48-484" fmla="*/ 987106 h 1978172"/>
              <a:gd name="connsiteX49-485" fmla="*/ 8369725 w 10768629"/>
              <a:gd name="connsiteY49-486" fmla="*/ 989186 h 1978172"/>
              <a:gd name="connsiteX50-487" fmla="*/ 8304438 w 10768629"/>
              <a:gd name="connsiteY50-488" fmla="*/ 996739 h 1978172"/>
              <a:gd name="connsiteX51-489" fmla="*/ 8280929 w 10768629"/>
              <a:gd name="connsiteY51-490" fmla="*/ 1023089 h 1978172"/>
              <a:gd name="connsiteX52-491" fmla="*/ 8275760 w 10768629"/>
              <a:gd name="connsiteY52-492" fmla="*/ 1027772 h 1978172"/>
              <a:gd name="connsiteX53-493" fmla="*/ 8275478 w 10768629"/>
              <a:gd name="connsiteY53-494" fmla="*/ 1027605 h 1978172"/>
              <a:gd name="connsiteX54-495" fmla="*/ 8269666 w 10768629"/>
              <a:gd name="connsiteY54-496" fmla="*/ 1032033 h 1978172"/>
              <a:gd name="connsiteX55-497" fmla="*/ 8203836 w 10768629"/>
              <a:gd name="connsiteY55-498" fmla="*/ 1037347 h 1978172"/>
              <a:gd name="connsiteX56-499" fmla="*/ 8122936 w 10768629"/>
              <a:gd name="connsiteY56-500" fmla="*/ 1063113 h 1978172"/>
              <a:gd name="connsiteX57-501" fmla="*/ 8043658 w 10768629"/>
              <a:gd name="connsiteY57-502" fmla="*/ 1092746 h 1978172"/>
              <a:gd name="connsiteX58-503" fmla="*/ 8015351 w 10768629"/>
              <a:gd name="connsiteY58-504" fmla="*/ 1105478 h 1978172"/>
              <a:gd name="connsiteX59-505" fmla="*/ 7963145 w 10768629"/>
              <a:gd name="connsiteY59-506" fmla="*/ 1119346 h 1978172"/>
              <a:gd name="connsiteX60-507" fmla="*/ 7938145 w 10768629"/>
              <a:gd name="connsiteY60-508" fmla="*/ 1120225 h 1978172"/>
              <a:gd name="connsiteX61-509" fmla="*/ 7937238 w 10768629"/>
              <a:gd name="connsiteY61-510" fmla="*/ 1121204 h 1978172"/>
              <a:gd name="connsiteX62-511" fmla="*/ 7934398 w 10768629"/>
              <a:gd name="connsiteY62-512" fmla="*/ 1118240 h 1978172"/>
              <a:gd name="connsiteX63-513" fmla="*/ 7918248 w 10768629"/>
              <a:gd name="connsiteY63-514" fmla="*/ 1124371 h 1978172"/>
              <a:gd name="connsiteX64-515" fmla="*/ 7914119 w 10768629"/>
              <a:gd name="connsiteY64-516" fmla="*/ 1127653 h 1978172"/>
              <a:gd name="connsiteX65-517" fmla="*/ 7907658 w 10768629"/>
              <a:gd name="connsiteY65-518" fmla="*/ 1130350 h 1978172"/>
              <a:gd name="connsiteX66-519" fmla="*/ 7907434 w 10768629"/>
              <a:gd name="connsiteY66-520" fmla="*/ 1130103 h 1978172"/>
              <a:gd name="connsiteX67-521" fmla="*/ 7901508 w 10768629"/>
              <a:gd name="connsiteY67-522" fmla="*/ 1133245 h 1978172"/>
              <a:gd name="connsiteX68-523" fmla="*/ 7873287 w 10768629"/>
              <a:gd name="connsiteY68-524" fmla="*/ 1152609 h 1978172"/>
              <a:gd name="connsiteX69-525" fmla="*/ 7834833 w 10768629"/>
              <a:gd name="connsiteY69-526" fmla="*/ 1153868 h 1978172"/>
              <a:gd name="connsiteX70-527" fmla="*/ 7828661 w 10768629"/>
              <a:gd name="connsiteY70-528" fmla="*/ 1139994 h 1978172"/>
              <a:gd name="connsiteX71-529" fmla="*/ 7823966 w 10768629"/>
              <a:gd name="connsiteY71-530" fmla="*/ 1143178 h 1978172"/>
              <a:gd name="connsiteX72-531" fmla="*/ 7815078 w 10768629"/>
              <a:gd name="connsiteY72-532" fmla="*/ 1151776 h 1978172"/>
              <a:gd name="connsiteX73-533" fmla="*/ 7812026 w 10768629"/>
              <a:gd name="connsiteY73-534" fmla="*/ 1151522 h 1978172"/>
              <a:gd name="connsiteX74-535" fmla="*/ 7782249 w 10768629"/>
              <a:gd name="connsiteY74-536" fmla="*/ 1160970 h 1978172"/>
              <a:gd name="connsiteX75-537" fmla="*/ 7773476 w 10768629"/>
              <a:gd name="connsiteY75-538" fmla="*/ 1157414 h 1978172"/>
              <a:gd name="connsiteX76-539" fmla="*/ 7769600 w 10768629"/>
              <a:gd name="connsiteY76-540" fmla="*/ 1157365 h 1978172"/>
              <a:gd name="connsiteX77-541" fmla="*/ 7752631 w 10768629"/>
              <a:gd name="connsiteY77-542" fmla="*/ 1172815 h 1978172"/>
              <a:gd name="connsiteX78-543" fmla="*/ 7743525 w 10768629"/>
              <a:gd name="connsiteY78-544" fmla="*/ 1179064 h 1978172"/>
              <a:gd name="connsiteX79-545" fmla="*/ 7685942 w 10768629"/>
              <a:gd name="connsiteY79-546" fmla="*/ 1233723 h 1978172"/>
              <a:gd name="connsiteX80-547" fmla="*/ 7586920 w 10768629"/>
              <a:gd name="connsiteY80-548" fmla="*/ 1261888 h 1978172"/>
              <a:gd name="connsiteX81-549" fmla="*/ 7486100 w 10768629"/>
              <a:gd name="connsiteY81-550" fmla="*/ 1292563 h 1978172"/>
              <a:gd name="connsiteX82-551" fmla="*/ 7407190 w 10768629"/>
              <a:gd name="connsiteY82-552" fmla="*/ 1314737 h 1978172"/>
              <a:gd name="connsiteX83-553" fmla="*/ 7240698 w 10768629"/>
              <a:gd name="connsiteY83-554" fmla="*/ 1438832 h 1978172"/>
              <a:gd name="connsiteX84-555" fmla="*/ 7197675 w 10768629"/>
              <a:gd name="connsiteY84-556" fmla="*/ 1447530 h 1978172"/>
              <a:gd name="connsiteX85-557" fmla="*/ 7164788 w 10768629"/>
              <a:gd name="connsiteY85-558" fmla="*/ 1480293 h 1978172"/>
              <a:gd name="connsiteX86-559" fmla="*/ 7147929 w 10768629"/>
              <a:gd name="connsiteY86-560" fmla="*/ 1477641 h 1978172"/>
              <a:gd name="connsiteX87-561" fmla="*/ 7144965 w 10768629"/>
              <a:gd name="connsiteY87-562" fmla="*/ 1476908 h 1978172"/>
              <a:gd name="connsiteX88-563" fmla="*/ 7134299 w 10768629"/>
              <a:gd name="connsiteY88-564" fmla="*/ 1479969 h 1978172"/>
              <a:gd name="connsiteX89-565" fmla="*/ 7129809 w 10768629"/>
              <a:gd name="connsiteY89-566" fmla="*/ 1473339 h 1978172"/>
              <a:gd name="connsiteX90-567" fmla="*/ 7112688 w 10768629"/>
              <a:gd name="connsiteY90-568" fmla="*/ 1472575 h 1978172"/>
              <a:gd name="connsiteX91-569" fmla="*/ 7093470 w 10768629"/>
              <a:gd name="connsiteY91-570" fmla="*/ 1480300 h 1978172"/>
              <a:gd name="connsiteX92-571" fmla="*/ 7025034 w 10768629"/>
              <a:gd name="connsiteY92-572" fmla="*/ 1506934 h 1978172"/>
              <a:gd name="connsiteX93-573" fmla="*/ 7014783 w 10768629"/>
              <a:gd name="connsiteY93-574" fmla="*/ 1515868 h 1978172"/>
              <a:gd name="connsiteX94-575" fmla="*/ 6979706 w 10768629"/>
              <a:gd name="connsiteY94-576" fmla="*/ 1523511 h 1978172"/>
              <a:gd name="connsiteX95-577" fmla="*/ 6977890 w 10768629"/>
              <a:gd name="connsiteY95-578" fmla="*/ 1525793 h 1978172"/>
              <a:gd name="connsiteX96-579" fmla="*/ 6944339 w 10768629"/>
              <a:gd name="connsiteY96-580" fmla="*/ 1536237 h 1978172"/>
              <a:gd name="connsiteX97-581" fmla="*/ 6886996 w 10768629"/>
              <a:gd name="connsiteY97-582" fmla="*/ 1563569 h 1978172"/>
              <a:gd name="connsiteX98-583" fmla="*/ 6874510 w 10768629"/>
              <a:gd name="connsiteY98-584" fmla="*/ 1558469 h 1978172"/>
              <a:gd name="connsiteX99-585" fmla="*/ 6871943 w 10768629"/>
              <a:gd name="connsiteY99-586" fmla="*/ 1554651 h 1978172"/>
              <a:gd name="connsiteX100-587" fmla="*/ 6856174 w 10768629"/>
              <a:gd name="connsiteY100-588" fmla="*/ 1562024 h 1978172"/>
              <a:gd name="connsiteX101-589" fmla="*/ 6842321 w 10768629"/>
              <a:gd name="connsiteY101-590" fmla="*/ 1560554 h 1978172"/>
              <a:gd name="connsiteX102-591" fmla="*/ 6832713 w 10768629"/>
              <a:gd name="connsiteY102-592" fmla="*/ 1569357 h 1978172"/>
              <a:gd name="connsiteX103-593" fmla="*/ 6816351 w 10768629"/>
              <a:gd name="connsiteY103-594" fmla="*/ 1571495 h 1978172"/>
              <a:gd name="connsiteX104-595" fmla="*/ 6795800 w 10768629"/>
              <a:gd name="connsiteY104-596" fmla="*/ 1572010 h 1978172"/>
              <a:gd name="connsiteX105-597" fmla="*/ 6777546 w 10768629"/>
              <a:gd name="connsiteY105-598" fmla="*/ 1568661 h 1978172"/>
              <a:gd name="connsiteX106-599" fmla="*/ 6751528 w 10768629"/>
              <a:gd name="connsiteY106-600" fmla="*/ 1574143 h 1978172"/>
              <a:gd name="connsiteX107-601" fmla="*/ 6691966 w 10768629"/>
              <a:gd name="connsiteY107-602" fmla="*/ 1582255 h 1978172"/>
              <a:gd name="connsiteX108-603" fmla="*/ 6646941 w 10768629"/>
              <a:gd name="connsiteY108-604" fmla="*/ 1588471 h 1978172"/>
              <a:gd name="connsiteX109-605" fmla="*/ 6568576 w 10768629"/>
              <a:gd name="connsiteY109-606" fmla="*/ 1606488 h 1978172"/>
              <a:gd name="connsiteX110-607" fmla="*/ 6554358 w 10768629"/>
              <a:gd name="connsiteY110-608" fmla="*/ 1621701 h 1978172"/>
              <a:gd name="connsiteX111-609" fmla="*/ 6516968 w 10768629"/>
              <a:gd name="connsiteY111-610" fmla="*/ 1617195 h 1978172"/>
              <a:gd name="connsiteX112-611" fmla="*/ 6506479 w 10768629"/>
              <a:gd name="connsiteY112-612" fmla="*/ 1602227 h 1978172"/>
              <a:gd name="connsiteX113-613" fmla="*/ 6458436 w 10768629"/>
              <a:gd name="connsiteY113-614" fmla="*/ 1607332 h 1978172"/>
              <a:gd name="connsiteX114-615" fmla="*/ 6414786 w 10768629"/>
              <a:gd name="connsiteY114-616" fmla="*/ 1628815 h 1978172"/>
              <a:gd name="connsiteX115-617" fmla="*/ 6357085 w 10768629"/>
              <a:gd name="connsiteY115-618" fmla="*/ 1640846 h 1978172"/>
              <a:gd name="connsiteX116-619" fmla="*/ 6322636 w 10768629"/>
              <a:gd name="connsiteY116-620" fmla="*/ 1648213 h 1978172"/>
              <a:gd name="connsiteX117-621" fmla="*/ 6226172 w 10768629"/>
              <a:gd name="connsiteY117-622" fmla="*/ 1654676 h 1978172"/>
              <a:gd name="connsiteX118-623" fmla="*/ 6221217 w 10768629"/>
              <a:gd name="connsiteY118-624" fmla="*/ 1654506 h 1978172"/>
              <a:gd name="connsiteX119-625" fmla="*/ 6204956 w 10768629"/>
              <a:gd name="connsiteY119-626" fmla="*/ 1664280 h 1978172"/>
              <a:gd name="connsiteX120-627" fmla="*/ 6204270 w 10768629"/>
              <a:gd name="connsiteY120-628" fmla="*/ 1666782 h 1978172"/>
              <a:gd name="connsiteX121-629" fmla="*/ 6143810 w 10768629"/>
              <a:gd name="connsiteY121-630" fmla="*/ 1661963 h 1978172"/>
              <a:gd name="connsiteX122-631" fmla="*/ 6136560 w 10768629"/>
              <a:gd name="connsiteY122-632" fmla="*/ 1665728 h 1978172"/>
              <a:gd name="connsiteX123-633" fmla="*/ 6096155 w 10768629"/>
              <a:gd name="connsiteY123-634" fmla="*/ 1656951 h 1978172"/>
              <a:gd name="connsiteX124-635" fmla="*/ 6075812 w 10768629"/>
              <a:gd name="connsiteY124-636" fmla="*/ 1655422 h 1978172"/>
              <a:gd name="connsiteX125-637" fmla="*/ 6039495 w 10768629"/>
              <a:gd name="connsiteY125-638" fmla="*/ 1649680 h 1978172"/>
              <a:gd name="connsiteX126-639" fmla="*/ 6036523 w 10768629"/>
              <a:gd name="connsiteY126-640" fmla="*/ 1652121 h 1978172"/>
              <a:gd name="connsiteX127-641" fmla="*/ 6029328 w 10768629"/>
              <a:gd name="connsiteY127-642" fmla="*/ 1649904 h 1978172"/>
              <a:gd name="connsiteX128-643" fmla="*/ 6024075 w 10768629"/>
              <a:gd name="connsiteY128-644" fmla="*/ 1652779 h 1978172"/>
              <a:gd name="connsiteX129-645" fmla="*/ 6018085 w 10768629"/>
              <a:gd name="connsiteY129-646" fmla="*/ 1652030 h 1978172"/>
              <a:gd name="connsiteX130-647" fmla="*/ 5955513 w 10768629"/>
              <a:gd name="connsiteY130-648" fmla="*/ 1663584 h 1978172"/>
              <a:gd name="connsiteX131-649" fmla="*/ 5941996 w 10768629"/>
              <a:gd name="connsiteY131-650" fmla="*/ 1661326 h 1978172"/>
              <a:gd name="connsiteX132-651" fmla="*/ 5931789 w 10768629"/>
              <a:gd name="connsiteY132-652" fmla="*/ 1669915 h 1978172"/>
              <a:gd name="connsiteX133-653" fmla="*/ 5888686 w 10768629"/>
              <a:gd name="connsiteY133-654" fmla="*/ 1672175 h 1978172"/>
              <a:gd name="connsiteX134-655" fmla="*/ 5873794 w 10768629"/>
              <a:gd name="connsiteY134-656" fmla="*/ 1665454 h 1978172"/>
              <a:gd name="connsiteX135-657" fmla="*/ 5860022 w 10768629"/>
              <a:gd name="connsiteY135-658" fmla="*/ 1660635 h 1978172"/>
              <a:gd name="connsiteX136-659" fmla="*/ 5858237 w 10768629"/>
              <a:gd name="connsiteY136-660" fmla="*/ 1660649 h 1978172"/>
              <a:gd name="connsiteX137-661" fmla="*/ 5840319 w 10768629"/>
              <a:gd name="connsiteY137-662" fmla="*/ 1660798 h 1978172"/>
              <a:gd name="connsiteX138-663" fmla="*/ 5806984 w 10768629"/>
              <a:gd name="connsiteY138-664" fmla="*/ 1661075 h 1978172"/>
              <a:gd name="connsiteX139-665" fmla="*/ 5742351 w 10768629"/>
              <a:gd name="connsiteY139-666" fmla="*/ 1667489 h 1978172"/>
              <a:gd name="connsiteX140-667" fmla="*/ 5529437 w 10768629"/>
              <a:gd name="connsiteY140-668" fmla="*/ 1636968 h 1978172"/>
              <a:gd name="connsiteX141-669" fmla="*/ 5440853 w 10768629"/>
              <a:gd name="connsiteY141-670" fmla="*/ 1657958 h 1978172"/>
              <a:gd name="connsiteX142-671" fmla="*/ 4945936 w 10768629"/>
              <a:gd name="connsiteY142-672" fmla="*/ 1713743 h 1978172"/>
              <a:gd name="connsiteX143-673" fmla="*/ 4872172 w 10768629"/>
              <a:gd name="connsiteY143-674" fmla="*/ 1757222 h 1978172"/>
              <a:gd name="connsiteX144-675" fmla="*/ 4809524 w 10768629"/>
              <a:gd name="connsiteY144-676" fmla="*/ 1761033 h 1978172"/>
              <a:gd name="connsiteX145-677" fmla="*/ 4759058 w 10768629"/>
              <a:gd name="connsiteY145-678" fmla="*/ 1766533 h 1978172"/>
              <a:gd name="connsiteX146-679" fmla="*/ 4719749 w 10768629"/>
              <a:gd name="connsiteY146-680" fmla="*/ 1771811 h 1978172"/>
              <a:gd name="connsiteX147-681" fmla="*/ 4568686 w 10768629"/>
              <a:gd name="connsiteY147-682" fmla="*/ 1786141 h 1978172"/>
              <a:gd name="connsiteX148-683" fmla="*/ 4418751 w 10768629"/>
              <a:gd name="connsiteY148-684" fmla="*/ 1796932 h 1978172"/>
              <a:gd name="connsiteX149-685" fmla="*/ 4378377 w 10768629"/>
              <a:gd name="connsiteY149-686" fmla="*/ 1815528 h 1978172"/>
              <a:gd name="connsiteX150-687" fmla="*/ 4320575 w 10768629"/>
              <a:gd name="connsiteY150-688" fmla="*/ 1832722 h 1978172"/>
              <a:gd name="connsiteX151-689" fmla="*/ 4220200 w 10768629"/>
              <a:gd name="connsiteY151-690" fmla="*/ 1873173 h 1978172"/>
              <a:gd name="connsiteX152-691" fmla="*/ 4105361 w 10768629"/>
              <a:gd name="connsiteY152-692" fmla="*/ 1894711 h 1978172"/>
              <a:gd name="connsiteX153-693" fmla="*/ 3973223 w 10768629"/>
              <a:gd name="connsiteY153-694" fmla="*/ 1881015 h 1978172"/>
              <a:gd name="connsiteX154-695" fmla="*/ 3900992 w 10768629"/>
              <a:gd name="connsiteY154-696" fmla="*/ 1880603 h 1978172"/>
              <a:gd name="connsiteX155-697" fmla="*/ 3662119 w 10768629"/>
              <a:gd name="connsiteY155-698" fmla="*/ 1876289 h 1978172"/>
              <a:gd name="connsiteX156-699" fmla="*/ 3496919 w 10768629"/>
              <a:gd name="connsiteY156-700" fmla="*/ 1873180 h 1978172"/>
              <a:gd name="connsiteX157-701" fmla="*/ 3449433 w 10768629"/>
              <a:gd name="connsiteY157-702" fmla="*/ 1889681 h 1978172"/>
              <a:gd name="connsiteX158-703" fmla="*/ 3369766 w 10768629"/>
              <a:gd name="connsiteY158-704" fmla="*/ 1916653 h 1978172"/>
              <a:gd name="connsiteX159-705" fmla="*/ 3290336 w 10768629"/>
              <a:gd name="connsiteY159-706" fmla="*/ 1925039 h 1978172"/>
              <a:gd name="connsiteX160-707" fmla="*/ 3224897 w 10768629"/>
              <a:gd name="connsiteY160-708" fmla="*/ 1943733 h 1978172"/>
              <a:gd name="connsiteX161-709" fmla="*/ 3161463 w 10768629"/>
              <a:gd name="connsiteY161-710" fmla="*/ 1946591 h 1978172"/>
              <a:gd name="connsiteX162-711" fmla="*/ 3157504 w 10768629"/>
              <a:gd name="connsiteY162-712" fmla="*/ 1957276 h 1978172"/>
              <a:gd name="connsiteX163-713" fmla="*/ 3115176 w 10768629"/>
              <a:gd name="connsiteY163-714" fmla="*/ 1943459 h 1978172"/>
              <a:gd name="connsiteX164-715" fmla="*/ 3038835 w 10768629"/>
              <a:gd name="connsiteY164-716" fmla="*/ 1920210 h 1978172"/>
              <a:gd name="connsiteX165-717" fmla="*/ 2897201 w 10768629"/>
              <a:gd name="connsiteY165-718" fmla="*/ 1926772 h 1978172"/>
              <a:gd name="connsiteX166-719" fmla="*/ 2783891 w 10768629"/>
              <a:gd name="connsiteY166-720" fmla="*/ 1931749 h 1978172"/>
              <a:gd name="connsiteX167-721" fmla="*/ 2712447 w 10768629"/>
              <a:gd name="connsiteY167-722" fmla="*/ 1933044 h 1978172"/>
              <a:gd name="connsiteX168-723" fmla="*/ 2560151 w 10768629"/>
              <a:gd name="connsiteY168-724" fmla="*/ 1963609 h 1978172"/>
              <a:gd name="connsiteX169-725" fmla="*/ 2367221 w 10768629"/>
              <a:gd name="connsiteY169-726" fmla="*/ 1971884 h 1978172"/>
              <a:gd name="connsiteX170-727" fmla="*/ 2272130 w 10768629"/>
              <a:gd name="connsiteY170-728" fmla="*/ 1961162 h 1978172"/>
              <a:gd name="connsiteX171-729" fmla="*/ 2189404 w 10768629"/>
              <a:gd name="connsiteY171-730" fmla="*/ 1978172 h 1978172"/>
              <a:gd name="connsiteX172-731" fmla="*/ 2077704 w 10768629"/>
              <a:gd name="connsiteY172-732" fmla="*/ 1965002 h 1978172"/>
              <a:gd name="connsiteX173-733" fmla="*/ 1967996 w 10768629"/>
              <a:gd name="connsiteY173-734" fmla="*/ 1953187 h 1978172"/>
              <a:gd name="connsiteX174-735" fmla="*/ 1855805 w 10768629"/>
              <a:gd name="connsiteY174-736" fmla="*/ 1926082 h 1978172"/>
              <a:gd name="connsiteX175-737" fmla="*/ 1790957 w 10768629"/>
              <a:gd name="connsiteY175-738" fmla="*/ 1919460 h 1978172"/>
              <a:gd name="connsiteX176-739" fmla="*/ 1613978 w 10768629"/>
              <a:gd name="connsiteY176-740" fmla="*/ 1891581 h 1978172"/>
              <a:gd name="connsiteX177-741" fmla="*/ 1436831 w 10768629"/>
              <a:gd name="connsiteY177-742" fmla="*/ 1856201 h 1978172"/>
              <a:gd name="connsiteX178-743" fmla="*/ 1332568 w 10768629"/>
              <a:gd name="connsiteY178-744" fmla="*/ 1793149 h 1978172"/>
              <a:gd name="connsiteX179-745" fmla="*/ 1186881 w 10768629"/>
              <a:gd name="connsiteY179-746" fmla="*/ 1768613 h 1978172"/>
              <a:gd name="connsiteX180-747" fmla="*/ 1162595 w 10768629"/>
              <a:gd name="connsiteY180-748" fmla="*/ 1758337 h 1978172"/>
              <a:gd name="connsiteX181-749" fmla="*/ 1128523 w 10768629"/>
              <a:gd name="connsiteY181-750" fmla="*/ 1763621 h 1978172"/>
              <a:gd name="connsiteX182-751" fmla="*/ 991903 w 10768629"/>
              <a:gd name="connsiteY182-752" fmla="*/ 1786741 h 1978172"/>
              <a:gd name="connsiteX183-753" fmla="*/ 883960 w 10768629"/>
              <a:gd name="connsiteY183-754" fmla="*/ 1822386 h 1978172"/>
              <a:gd name="connsiteX184-755" fmla="*/ 766531 w 10768629"/>
              <a:gd name="connsiteY184-756" fmla="*/ 1805053 h 1978172"/>
              <a:gd name="connsiteX185-757" fmla="*/ 669779 w 10768629"/>
              <a:gd name="connsiteY185-758" fmla="*/ 1800537 h 1978172"/>
              <a:gd name="connsiteX186-759" fmla="*/ 523898 w 10768629"/>
              <a:gd name="connsiteY186-760" fmla="*/ 1811085 h 1978172"/>
              <a:gd name="connsiteX187-761" fmla="*/ 360251 w 10768629"/>
              <a:gd name="connsiteY187-762" fmla="*/ 1830735 h 1978172"/>
              <a:gd name="connsiteX188-763" fmla="*/ 255207 w 10768629"/>
              <a:gd name="connsiteY188-764" fmla="*/ 1818275 h 1978172"/>
              <a:gd name="connsiteX189-765" fmla="*/ 101803 w 10768629"/>
              <a:gd name="connsiteY189-766" fmla="*/ 1870647 h 1978172"/>
              <a:gd name="connsiteX190-767" fmla="*/ 25397 w 10768629"/>
              <a:gd name="connsiteY190-768" fmla="*/ 1888443 h 1978172"/>
              <a:gd name="connsiteX191-769" fmla="*/ 2370 w 10768629"/>
              <a:gd name="connsiteY191-770" fmla="*/ 1878311 h 1978172"/>
              <a:gd name="connsiteX192-771" fmla="*/ 0 w 10768629"/>
              <a:gd name="connsiteY192-772" fmla="*/ 1878785 h 1978172"/>
              <a:gd name="connsiteX193-773" fmla="*/ 0 w 10768629"/>
              <a:gd name="connsiteY193-774" fmla="*/ 0 h 1978172"/>
              <a:gd name="connsiteX0-775" fmla="*/ 0 w 10768629"/>
              <a:gd name="connsiteY0-776" fmla="*/ 0 h 1978172"/>
              <a:gd name="connsiteX1-777" fmla="*/ 10768629 w 10768629"/>
              <a:gd name="connsiteY1-778" fmla="*/ 0 h 1978172"/>
              <a:gd name="connsiteX2-779" fmla="*/ 10733254 w 10768629"/>
              <a:gd name="connsiteY2-780" fmla="*/ 31439 h 1978172"/>
              <a:gd name="connsiteX3-781" fmla="*/ 10727085 w 10768629"/>
              <a:gd name="connsiteY3-782" fmla="*/ 37910 h 1978172"/>
              <a:gd name="connsiteX4-783" fmla="*/ 10675953 w 10768629"/>
              <a:gd name="connsiteY4-784" fmla="*/ 68623 h 1978172"/>
              <a:gd name="connsiteX5-785" fmla="*/ 10637091 w 10768629"/>
              <a:gd name="connsiteY5-786" fmla="*/ 90361 h 1978172"/>
              <a:gd name="connsiteX6-787" fmla="*/ 10610971 w 10768629"/>
              <a:gd name="connsiteY6-788" fmla="*/ 110764 h 1978172"/>
              <a:gd name="connsiteX7-789" fmla="*/ 10532872 w 10768629"/>
              <a:gd name="connsiteY7-790" fmla="*/ 138028 h 1978172"/>
              <a:gd name="connsiteX8-791" fmla="*/ 10398558 w 10768629"/>
              <a:gd name="connsiteY8-792" fmla="*/ 172911 h 1978172"/>
              <a:gd name="connsiteX9-793" fmla="*/ 10371128 w 10768629"/>
              <a:gd name="connsiteY9-794" fmla="*/ 182609 h 1978172"/>
              <a:gd name="connsiteX10-795" fmla="*/ 10352178 w 10768629"/>
              <a:gd name="connsiteY10-796" fmla="*/ 199976 h 1978172"/>
              <a:gd name="connsiteX11-797" fmla="*/ 10351815 w 10768629"/>
              <a:gd name="connsiteY11-798" fmla="*/ 211879 h 1978172"/>
              <a:gd name="connsiteX12-799" fmla="*/ 10337471 w 10768629"/>
              <a:gd name="connsiteY12-800" fmla="*/ 218661 h 1978172"/>
              <a:gd name="connsiteX13-801" fmla="*/ 10334625 w 10768629"/>
              <a:gd name="connsiteY13-802" fmla="*/ 222351 h 1978172"/>
              <a:gd name="connsiteX14-803" fmla="*/ 10256365 w 10768629"/>
              <a:gd name="connsiteY14-804" fmla="*/ 235917 h 1978172"/>
              <a:gd name="connsiteX15-805" fmla="*/ 10201127 w 10768629"/>
              <a:gd name="connsiteY15-806" fmla="*/ 267448 h 1978172"/>
              <a:gd name="connsiteX16-807" fmla="*/ 9961218 w 10768629"/>
              <a:gd name="connsiteY16-808" fmla="*/ 326720 h 1978172"/>
              <a:gd name="connsiteX17-809" fmla="*/ 9859715 w 10768629"/>
              <a:gd name="connsiteY17-810" fmla="*/ 355698 h 1978172"/>
              <a:gd name="connsiteX18-811" fmla="*/ 9679867 w 10768629"/>
              <a:gd name="connsiteY18-812" fmla="*/ 399081 h 1978172"/>
              <a:gd name="connsiteX19-813" fmla="*/ 9490654 w 10768629"/>
              <a:gd name="connsiteY19-814" fmla="*/ 455225 h 1978172"/>
              <a:gd name="connsiteX20-815" fmla="*/ 9470837 w 10768629"/>
              <a:gd name="connsiteY20-816" fmla="*/ 452539 h 1978172"/>
              <a:gd name="connsiteX21-817" fmla="*/ 9469082 w 10768629"/>
              <a:gd name="connsiteY21-818" fmla="*/ 454891 h 1978172"/>
              <a:gd name="connsiteX22-819" fmla="*/ 9448038 w 10768629"/>
              <a:gd name="connsiteY22-820" fmla="*/ 459733 h 1978172"/>
              <a:gd name="connsiteX23-821" fmla="*/ 9396821 w 10768629"/>
              <a:gd name="connsiteY23-822" fmla="*/ 455795 h 1978172"/>
              <a:gd name="connsiteX24-823" fmla="*/ 9392197 w 10768629"/>
              <a:gd name="connsiteY24-824" fmla="*/ 459796 h 1978172"/>
              <a:gd name="connsiteX25-825" fmla="*/ 9347994 w 10768629"/>
              <a:gd name="connsiteY25-826" fmla="*/ 464462 h 1978172"/>
              <a:gd name="connsiteX26-827" fmla="*/ 9347889 w 10768629"/>
              <a:gd name="connsiteY26-828" fmla="*/ 466539 h 1978172"/>
              <a:gd name="connsiteX27-829" fmla="*/ 9337639 w 10768629"/>
              <a:gd name="connsiteY27-830" fmla="*/ 476654 h 1978172"/>
              <a:gd name="connsiteX28-831" fmla="*/ 9316893 w 10768629"/>
              <a:gd name="connsiteY28-832" fmla="*/ 491390 h 1978172"/>
              <a:gd name="connsiteX29-833" fmla="*/ 9229283 w 10768629"/>
              <a:gd name="connsiteY29-834" fmla="*/ 555377 h 1978172"/>
              <a:gd name="connsiteX30-835" fmla="*/ 9220274 w 10768629"/>
              <a:gd name="connsiteY30-836" fmla="*/ 557502 h 1978172"/>
              <a:gd name="connsiteX31-837" fmla="*/ 9220202 w 10768629"/>
              <a:gd name="connsiteY31-838" fmla="*/ 558001 h 1978172"/>
              <a:gd name="connsiteX32-839" fmla="*/ 9210908 w 10768629"/>
              <a:gd name="connsiteY32-840" fmla="*/ 561147 h 1978172"/>
              <a:gd name="connsiteX33-841" fmla="*/ 9186374 w 10768629"/>
              <a:gd name="connsiteY33-842" fmla="*/ 565502 h 1978172"/>
              <a:gd name="connsiteX34-843" fmla="*/ 9181058 w 10768629"/>
              <a:gd name="connsiteY34-844" fmla="*/ 569943 h 1978172"/>
              <a:gd name="connsiteX35-845" fmla="*/ 9179948 w 10768629"/>
              <a:gd name="connsiteY35-846" fmla="*/ 576062 h 1978172"/>
              <a:gd name="connsiteX36-847" fmla="*/ 9149110 w 10768629"/>
              <a:gd name="connsiteY36-848" fmla="*/ 598906 h 1978172"/>
              <a:gd name="connsiteX37-849" fmla="*/ 9078556 w 10768629"/>
              <a:gd name="connsiteY37-850" fmla="*/ 644039 h 1978172"/>
              <a:gd name="connsiteX38-851" fmla="*/ 8996399 w 10768629"/>
              <a:gd name="connsiteY38-852" fmla="*/ 690055 h 1978172"/>
              <a:gd name="connsiteX39-853" fmla="*/ 8803791 w 10768629"/>
              <a:gd name="connsiteY39-854" fmla="*/ 813860 h 1978172"/>
              <a:gd name="connsiteX40-855" fmla="*/ 8636202 w 10768629"/>
              <a:gd name="connsiteY40-856" fmla="*/ 848463 h 1978172"/>
              <a:gd name="connsiteX41-857" fmla="*/ 8555372 w 10768629"/>
              <a:gd name="connsiteY41-858" fmla="*/ 883171 h 1978172"/>
              <a:gd name="connsiteX42-859" fmla="*/ 8507229 w 10768629"/>
              <a:gd name="connsiteY42-860" fmla="*/ 901665 h 1978172"/>
              <a:gd name="connsiteX43-861" fmla="*/ 8428473 w 10768629"/>
              <a:gd name="connsiteY43-862" fmla="*/ 927985 h 1978172"/>
              <a:gd name="connsiteX44-863" fmla="*/ 8427914 w 10768629"/>
              <a:gd name="connsiteY44-864" fmla="*/ 933480 h 1978172"/>
              <a:gd name="connsiteX45-865" fmla="*/ 8420327 w 10768629"/>
              <a:gd name="connsiteY45-866" fmla="*/ 941984 h 1978172"/>
              <a:gd name="connsiteX46-867" fmla="*/ 8407128 w 10768629"/>
              <a:gd name="connsiteY46-868" fmla="*/ 961344 h 1978172"/>
              <a:gd name="connsiteX47-869" fmla="*/ 8380548 w 10768629"/>
              <a:gd name="connsiteY47-870" fmla="*/ 987916 h 1978172"/>
              <a:gd name="connsiteX48-871" fmla="*/ 8379462 w 10768629"/>
              <a:gd name="connsiteY48-872" fmla="*/ 987106 h 1978172"/>
              <a:gd name="connsiteX49-873" fmla="*/ 8369725 w 10768629"/>
              <a:gd name="connsiteY49-874" fmla="*/ 989186 h 1978172"/>
              <a:gd name="connsiteX50-875" fmla="*/ 8304438 w 10768629"/>
              <a:gd name="connsiteY50-876" fmla="*/ 996739 h 1978172"/>
              <a:gd name="connsiteX51-877" fmla="*/ 8280929 w 10768629"/>
              <a:gd name="connsiteY51-878" fmla="*/ 1023089 h 1978172"/>
              <a:gd name="connsiteX52-879" fmla="*/ 8275760 w 10768629"/>
              <a:gd name="connsiteY52-880" fmla="*/ 1027772 h 1978172"/>
              <a:gd name="connsiteX53-881" fmla="*/ 8275478 w 10768629"/>
              <a:gd name="connsiteY53-882" fmla="*/ 1027605 h 1978172"/>
              <a:gd name="connsiteX54-883" fmla="*/ 8269666 w 10768629"/>
              <a:gd name="connsiteY54-884" fmla="*/ 1032033 h 1978172"/>
              <a:gd name="connsiteX55-885" fmla="*/ 8203836 w 10768629"/>
              <a:gd name="connsiteY55-886" fmla="*/ 1037347 h 1978172"/>
              <a:gd name="connsiteX56-887" fmla="*/ 8122936 w 10768629"/>
              <a:gd name="connsiteY56-888" fmla="*/ 1063113 h 1978172"/>
              <a:gd name="connsiteX57-889" fmla="*/ 8043658 w 10768629"/>
              <a:gd name="connsiteY57-890" fmla="*/ 1092746 h 1978172"/>
              <a:gd name="connsiteX58-891" fmla="*/ 8015351 w 10768629"/>
              <a:gd name="connsiteY58-892" fmla="*/ 1105478 h 1978172"/>
              <a:gd name="connsiteX59-893" fmla="*/ 7963145 w 10768629"/>
              <a:gd name="connsiteY59-894" fmla="*/ 1119346 h 1978172"/>
              <a:gd name="connsiteX60-895" fmla="*/ 7938145 w 10768629"/>
              <a:gd name="connsiteY60-896" fmla="*/ 1120225 h 1978172"/>
              <a:gd name="connsiteX61-897" fmla="*/ 7937238 w 10768629"/>
              <a:gd name="connsiteY61-898" fmla="*/ 1121204 h 1978172"/>
              <a:gd name="connsiteX62-899" fmla="*/ 7934398 w 10768629"/>
              <a:gd name="connsiteY62-900" fmla="*/ 1118240 h 1978172"/>
              <a:gd name="connsiteX63-901" fmla="*/ 7918248 w 10768629"/>
              <a:gd name="connsiteY63-902" fmla="*/ 1124371 h 1978172"/>
              <a:gd name="connsiteX64-903" fmla="*/ 7914119 w 10768629"/>
              <a:gd name="connsiteY64-904" fmla="*/ 1127653 h 1978172"/>
              <a:gd name="connsiteX65-905" fmla="*/ 7907658 w 10768629"/>
              <a:gd name="connsiteY65-906" fmla="*/ 1130350 h 1978172"/>
              <a:gd name="connsiteX66-907" fmla="*/ 7907434 w 10768629"/>
              <a:gd name="connsiteY66-908" fmla="*/ 1130103 h 1978172"/>
              <a:gd name="connsiteX67-909" fmla="*/ 7901508 w 10768629"/>
              <a:gd name="connsiteY67-910" fmla="*/ 1133245 h 1978172"/>
              <a:gd name="connsiteX68-911" fmla="*/ 7873287 w 10768629"/>
              <a:gd name="connsiteY68-912" fmla="*/ 1152609 h 1978172"/>
              <a:gd name="connsiteX69-913" fmla="*/ 7834833 w 10768629"/>
              <a:gd name="connsiteY69-914" fmla="*/ 1153868 h 1978172"/>
              <a:gd name="connsiteX70-915" fmla="*/ 7828661 w 10768629"/>
              <a:gd name="connsiteY70-916" fmla="*/ 1139994 h 1978172"/>
              <a:gd name="connsiteX71-917" fmla="*/ 7823966 w 10768629"/>
              <a:gd name="connsiteY71-918" fmla="*/ 1143178 h 1978172"/>
              <a:gd name="connsiteX72-919" fmla="*/ 7815078 w 10768629"/>
              <a:gd name="connsiteY72-920" fmla="*/ 1151776 h 1978172"/>
              <a:gd name="connsiteX73-921" fmla="*/ 7812026 w 10768629"/>
              <a:gd name="connsiteY73-922" fmla="*/ 1151522 h 1978172"/>
              <a:gd name="connsiteX74-923" fmla="*/ 7782249 w 10768629"/>
              <a:gd name="connsiteY74-924" fmla="*/ 1160970 h 1978172"/>
              <a:gd name="connsiteX75-925" fmla="*/ 7773476 w 10768629"/>
              <a:gd name="connsiteY75-926" fmla="*/ 1157414 h 1978172"/>
              <a:gd name="connsiteX76-927" fmla="*/ 7769600 w 10768629"/>
              <a:gd name="connsiteY76-928" fmla="*/ 1157365 h 1978172"/>
              <a:gd name="connsiteX77-929" fmla="*/ 7752631 w 10768629"/>
              <a:gd name="connsiteY77-930" fmla="*/ 1172815 h 1978172"/>
              <a:gd name="connsiteX78-931" fmla="*/ 7743525 w 10768629"/>
              <a:gd name="connsiteY78-932" fmla="*/ 1179064 h 1978172"/>
              <a:gd name="connsiteX79-933" fmla="*/ 7685942 w 10768629"/>
              <a:gd name="connsiteY79-934" fmla="*/ 1233723 h 1978172"/>
              <a:gd name="connsiteX80-935" fmla="*/ 7586920 w 10768629"/>
              <a:gd name="connsiteY80-936" fmla="*/ 1261888 h 1978172"/>
              <a:gd name="connsiteX81-937" fmla="*/ 7486100 w 10768629"/>
              <a:gd name="connsiteY81-938" fmla="*/ 1292563 h 1978172"/>
              <a:gd name="connsiteX82-939" fmla="*/ 7407190 w 10768629"/>
              <a:gd name="connsiteY82-940" fmla="*/ 1314737 h 1978172"/>
              <a:gd name="connsiteX83-941" fmla="*/ 7240698 w 10768629"/>
              <a:gd name="connsiteY83-942" fmla="*/ 1438832 h 1978172"/>
              <a:gd name="connsiteX84-943" fmla="*/ 7197675 w 10768629"/>
              <a:gd name="connsiteY84-944" fmla="*/ 1447530 h 1978172"/>
              <a:gd name="connsiteX85-945" fmla="*/ 7164788 w 10768629"/>
              <a:gd name="connsiteY85-946" fmla="*/ 1480293 h 1978172"/>
              <a:gd name="connsiteX86-947" fmla="*/ 7147929 w 10768629"/>
              <a:gd name="connsiteY86-948" fmla="*/ 1477641 h 1978172"/>
              <a:gd name="connsiteX87-949" fmla="*/ 7144965 w 10768629"/>
              <a:gd name="connsiteY87-950" fmla="*/ 1476908 h 1978172"/>
              <a:gd name="connsiteX88-951" fmla="*/ 7134299 w 10768629"/>
              <a:gd name="connsiteY88-952" fmla="*/ 1479969 h 1978172"/>
              <a:gd name="connsiteX89-953" fmla="*/ 7129809 w 10768629"/>
              <a:gd name="connsiteY89-954" fmla="*/ 1473339 h 1978172"/>
              <a:gd name="connsiteX90-955" fmla="*/ 7112688 w 10768629"/>
              <a:gd name="connsiteY90-956" fmla="*/ 1472575 h 1978172"/>
              <a:gd name="connsiteX91-957" fmla="*/ 7093470 w 10768629"/>
              <a:gd name="connsiteY91-958" fmla="*/ 1480300 h 1978172"/>
              <a:gd name="connsiteX92-959" fmla="*/ 7025034 w 10768629"/>
              <a:gd name="connsiteY92-960" fmla="*/ 1506934 h 1978172"/>
              <a:gd name="connsiteX93-961" fmla="*/ 7014783 w 10768629"/>
              <a:gd name="connsiteY93-962" fmla="*/ 1515868 h 1978172"/>
              <a:gd name="connsiteX94-963" fmla="*/ 6979706 w 10768629"/>
              <a:gd name="connsiteY94-964" fmla="*/ 1523511 h 1978172"/>
              <a:gd name="connsiteX95-965" fmla="*/ 6977890 w 10768629"/>
              <a:gd name="connsiteY95-966" fmla="*/ 1525793 h 1978172"/>
              <a:gd name="connsiteX96-967" fmla="*/ 6944339 w 10768629"/>
              <a:gd name="connsiteY96-968" fmla="*/ 1536237 h 1978172"/>
              <a:gd name="connsiteX97-969" fmla="*/ 6886996 w 10768629"/>
              <a:gd name="connsiteY97-970" fmla="*/ 1563569 h 1978172"/>
              <a:gd name="connsiteX98-971" fmla="*/ 6874510 w 10768629"/>
              <a:gd name="connsiteY98-972" fmla="*/ 1558469 h 1978172"/>
              <a:gd name="connsiteX99-973" fmla="*/ 6871943 w 10768629"/>
              <a:gd name="connsiteY99-974" fmla="*/ 1554651 h 1978172"/>
              <a:gd name="connsiteX100-975" fmla="*/ 6856174 w 10768629"/>
              <a:gd name="connsiteY100-976" fmla="*/ 1562024 h 1978172"/>
              <a:gd name="connsiteX101-977" fmla="*/ 6842321 w 10768629"/>
              <a:gd name="connsiteY101-978" fmla="*/ 1560554 h 1978172"/>
              <a:gd name="connsiteX102-979" fmla="*/ 6832713 w 10768629"/>
              <a:gd name="connsiteY102-980" fmla="*/ 1569357 h 1978172"/>
              <a:gd name="connsiteX103-981" fmla="*/ 6816351 w 10768629"/>
              <a:gd name="connsiteY103-982" fmla="*/ 1571495 h 1978172"/>
              <a:gd name="connsiteX104-983" fmla="*/ 6795800 w 10768629"/>
              <a:gd name="connsiteY104-984" fmla="*/ 1572010 h 1978172"/>
              <a:gd name="connsiteX105-985" fmla="*/ 6777546 w 10768629"/>
              <a:gd name="connsiteY105-986" fmla="*/ 1568661 h 1978172"/>
              <a:gd name="connsiteX106-987" fmla="*/ 6751528 w 10768629"/>
              <a:gd name="connsiteY106-988" fmla="*/ 1574143 h 1978172"/>
              <a:gd name="connsiteX107-989" fmla="*/ 6691966 w 10768629"/>
              <a:gd name="connsiteY107-990" fmla="*/ 1582255 h 1978172"/>
              <a:gd name="connsiteX108-991" fmla="*/ 6646941 w 10768629"/>
              <a:gd name="connsiteY108-992" fmla="*/ 1588471 h 1978172"/>
              <a:gd name="connsiteX109-993" fmla="*/ 6568576 w 10768629"/>
              <a:gd name="connsiteY109-994" fmla="*/ 1606488 h 1978172"/>
              <a:gd name="connsiteX110-995" fmla="*/ 6554358 w 10768629"/>
              <a:gd name="connsiteY110-996" fmla="*/ 1621701 h 1978172"/>
              <a:gd name="connsiteX111-997" fmla="*/ 6516968 w 10768629"/>
              <a:gd name="connsiteY111-998" fmla="*/ 1617195 h 1978172"/>
              <a:gd name="connsiteX112-999" fmla="*/ 6506479 w 10768629"/>
              <a:gd name="connsiteY112-1000" fmla="*/ 1602227 h 1978172"/>
              <a:gd name="connsiteX113-1001" fmla="*/ 6458436 w 10768629"/>
              <a:gd name="connsiteY113-1002" fmla="*/ 1607332 h 1978172"/>
              <a:gd name="connsiteX114-1003" fmla="*/ 6414786 w 10768629"/>
              <a:gd name="connsiteY114-1004" fmla="*/ 1628815 h 1978172"/>
              <a:gd name="connsiteX115-1005" fmla="*/ 6357085 w 10768629"/>
              <a:gd name="connsiteY115-1006" fmla="*/ 1640846 h 1978172"/>
              <a:gd name="connsiteX116-1007" fmla="*/ 6322636 w 10768629"/>
              <a:gd name="connsiteY116-1008" fmla="*/ 1648213 h 1978172"/>
              <a:gd name="connsiteX117-1009" fmla="*/ 6226172 w 10768629"/>
              <a:gd name="connsiteY117-1010" fmla="*/ 1654676 h 1978172"/>
              <a:gd name="connsiteX118-1011" fmla="*/ 6221217 w 10768629"/>
              <a:gd name="connsiteY118-1012" fmla="*/ 1654506 h 1978172"/>
              <a:gd name="connsiteX119-1013" fmla="*/ 6204956 w 10768629"/>
              <a:gd name="connsiteY119-1014" fmla="*/ 1664280 h 1978172"/>
              <a:gd name="connsiteX120-1015" fmla="*/ 6204270 w 10768629"/>
              <a:gd name="connsiteY120-1016" fmla="*/ 1666782 h 1978172"/>
              <a:gd name="connsiteX121-1017" fmla="*/ 6143810 w 10768629"/>
              <a:gd name="connsiteY121-1018" fmla="*/ 1661963 h 1978172"/>
              <a:gd name="connsiteX122-1019" fmla="*/ 6136560 w 10768629"/>
              <a:gd name="connsiteY122-1020" fmla="*/ 1665728 h 1978172"/>
              <a:gd name="connsiteX123-1021" fmla="*/ 6096155 w 10768629"/>
              <a:gd name="connsiteY123-1022" fmla="*/ 1656951 h 1978172"/>
              <a:gd name="connsiteX124-1023" fmla="*/ 6075812 w 10768629"/>
              <a:gd name="connsiteY124-1024" fmla="*/ 1655422 h 1978172"/>
              <a:gd name="connsiteX125-1025" fmla="*/ 6039495 w 10768629"/>
              <a:gd name="connsiteY125-1026" fmla="*/ 1649680 h 1978172"/>
              <a:gd name="connsiteX126-1027" fmla="*/ 6036523 w 10768629"/>
              <a:gd name="connsiteY126-1028" fmla="*/ 1652121 h 1978172"/>
              <a:gd name="connsiteX127-1029" fmla="*/ 6029328 w 10768629"/>
              <a:gd name="connsiteY127-1030" fmla="*/ 1649904 h 1978172"/>
              <a:gd name="connsiteX128-1031" fmla="*/ 6024075 w 10768629"/>
              <a:gd name="connsiteY128-1032" fmla="*/ 1652779 h 1978172"/>
              <a:gd name="connsiteX129-1033" fmla="*/ 6018085 w 10768629"/>
              <a:gd name="connsiteY129-1034" fmla="*/ 1652030 h 1978172"/>
              <a:gd name="connsiteX130-1035" fmla="*/ 5955513 w 10768629"/>
              <a:gd name="connsiteY130-1036" fmla="*/ 1663584 h 1978172"/>
              <a:gd name="connsiteX131-1037" fmla="*/ 5941996 w 10768629"/>
              <a:gd name="connsiteY131-1038" fmla="*/ 1661326 h 1978172"/>
              <a:gd name="connsiteX132-1039" fmla="*/ 5931789 w 10768629"/>
              <a:gd name="connsiteY132-1040" fmla="*/ 1669915 h 1978172"/>
              <a:gd name="connsiteX133-1041" fmla="*/ 5888686 w 10768629"/>
              <a:gd name="connsiteY133-1042" fmla="*/ 1672175 h 1978172"/>
              <a:gd name="connsiteX134-1043" fmla="*/ 5873794 w 10768629"/>
              <a:gd name="connsiteY134-1044" fmla="*/ 1665454 h 1978172"/>
              <a:gd name="connsiteX135-1045" fmla="*/ 5860022 w 10768629"/>
              <a:gd name="connsiteY135-1046" fmla="*/ 1660635 h 1978172"/>
              <a:gd name="connsiteX136-1047" fmla="*/ 5858237 w 10768629"/>
              <a:gd name="connsiteY136-1048" fmla="*/ 1660649 h 1978172"/>
              <a:gd name="connsiteX137-1049" fmla="*/ 5840319 w 10768629"/>
              <a:gd name="connsiteY137-1050" fmla="*/ 1660798 h 1978172"/>
              <a:gd name="connsiteX138-1051" fmla="*/ 5806984 w 10768629"/>
              <a:gd name="connsiteY138-1052" fmla="*/ 1661075 h 1978172"/>
              <a:gd name="connsiteX139-1053" fmla="*/ 5742351 w 10768629"/>
              <a:gd name="connsiteY139-1054" fmla="*/ 1667489 h 1978172"/>
              <a:gd name="connsiteX140-1055" fmla="*/ 5529437 w 10768629"/>
              <a:gd name="connsiteY140-1056" fmla="*/ 1636968 h 1978172"/>
              <a:gd name="connsiteX141-1057" fmla="*/ 5440853 w 10768629"/>
              <a:gd name="connsiteY141-1058" fmla="*/ 1657958 h 1978172"/>
              <a:gd name="connsiteX142-1059" fmla="*/ 4950070 w 10768629"/>
              <a:gd name="connsiteY142-1060" fmla="*/ 1748401 h 1978172"/>
              <a:gd name="connsiteX143-1061" fmla="*/ 4872172 w 10768629"/>
              <a:gd name="connsiteY143-1062" fmla="*/ 1757222 h 1978172"/>
              <a:gd name="connsiteX144-1063" fmla="*/ 4809524 w 10768629"/>
              <a:gd name="connsiteY144-1064" fmla="*/ 1761033 h 1978172"/>
              <a:gd name="connsiteX145-1065" fmla="*/ 4759058 w 10768629"/>
              <a:gd name="connsiteY145-1066" fmla="*/ 1766533 h 1978172"/>
              <a:gd name="connsiteX146-1067" fmla="*/ 4719749 w 10768629"/>
              <a:gd name="connsiteY146-1068" fmla="*/ 1771811 h 1978172"/>
              <a:gd name="connsiteX147-1069" fmla="*/ 4568686 w 10768629"/>
              <a:gd name="connsiteY147-1070" fmla="*/ 1786141 h 1978172"/>
              <a:gd name="connsiteX148-1071" fmla="*/ 4418751 w 10768629"/>
              <a:gd name="connsiteY148-1072" fmla="*/ 1796932 h 1978172"/>
              <a:gd name="connsiteX149-1073" fmla="*/ 4378377 w 10768629"/>
              <a:gd name="connsiteY149-1074" fmla="*/ 1815528 h 1978172"/>
              <a:gd name="connsiteX150-1075" fmla="*/ 4320575 w 10768629"/>
              <a:gd name="connsiteY150-1076" fmla="*/ 1832722 h 1978172"/>
              <a:gd name="connsiteX151-1077" fmla="*/ 4220200 w 10768629"/>
              <a:gd name="connsiteY151-1078" fmla="*/ 1873173 h 1978172"/>
              <a:gd name="connsiteX152-1079" fmla="*/ 4105361 w 10768629"/>
              <a:gd name="connsiteY152-1080" fmla="*/ 1894711 h 1978172"/>
              <a:gd name="connsiteX153-1081" fmla="*/ 3973223 w 10768629"/>
              <a:gd name="connsiteY153-1082" fmla="*/ 1881015 h 1978172"/>
              <a:gd name="connsiteX154-1083" fmla="*/ 3900992 w 10768629"/>
              <a:gd name="connsiteY154-1084" fmla="*/ 1880603 h 1978172"/>
              <a:gd name="connsiteX155-1085" fmla="*/ 3662119 w 10768629"/>
              <a:gd name="connsiteY155-1086" fmla="*/ 1876289 h 1978172"/>
              <a:gd name="connsiteX156-1087" fmla="*/ 3496919 w 10768629"/>
              <a:gd name="connsiteY156-1088" fmla="*/ 1873180 h 1978172"/>
              <a:gd name="connsiteX157-1089" fmla="*/ 3449433 w 10768629"/>
              <a:gd name="connsiteY157-1090" fmla="*/ 1889681 h 1978172"/>
              <a:gd name="connsiteX158-1091" fmla="*/ 3369766 w 10768629"/>
              <a:gd name="connsiteY158-1092" fmla="*/ 1916653 h 1978172"/>
              <a:gd name="connsiteX159-1093" fmla="*/ 3290336 w 10768629"/>
              <a:gd name="connsiteY159-1094" fmla="*/ 1925039 h 1978172"/>
              <a:gd name="connsiteX160-1095" fmla="*/ 3224897 w 10768629"/>
              <a:gd name="connsiteY160-1096" fmla="*/ 1943733 h 1978172"/>
              <a:gd name="connsiteX161-1097" fmla="*/ 3161463 w 10768629"/>
              <a:gd name="connsiteY161-1098" fmla="*/ 1946591 h 1978172"/>
              <a:gd name="connsiteX162-1099" fmla="*/ 3157504 w 10768629"/>
              <a:gd name="connsiteY162-1100" fmla="*/ 1957276 h 1978172"/>
              <a:gd name="connsiteX163-1101" fmla="*/ 3115176 w 10768629"/>
              <a:gd name="connsiteY163-1102" fmla="*/ 1943459 h 1978172"/>
              <a:gd name="connsiteX164-1103" fmla="*/ 3038835 w 10768629"/>
              <a:gd name="connsiteY164-1104" fmla="*/ 1920210 h 1978172"/>
              <a:gd name="connsiteX165-1105" fmla="*/ 2897201 w 10768629"/>
              <a:gd name="connsiteY165-1106" fmla="*/ 1926772 h 1978172"/>
              <a:gd name="connsiteX166-1107" fmla="*/ 2783891 w 10768629"/>
              <a:gd name="connsiteY166-1108" fmla="*/ 1931749 h 1978172"/>
              <a:gd name="connsiteX167-1109" fmla="*/ 2712447 w 10768629"/>
              <a:gd name="connsiteY167-1110" fmla="*/ 1933044 h 1978172"/>
              <a:gd name="connsiteX168-1111" fmla="*/ 2560151 w 10768629"/>
              <a:gd name="connsiteY168-1112" fmla="*/ 1963609 h 1978172"/>
              <a:gd name="connsiteX169-1113" fmla="*/ 2367221 w 10768629"/>
              <a:gd name="connsiteY169-1114" fmla="*/ 1971884 h 1978172"/>
              <a:gd name="connsiteX170-1115" fmla="*/ 2272130 w 10768629"/>
              <a:gd name="connsiteY170-1116" fmla="*/ 1961162 h 1978172"/>
              <a:gd name="connsiteX171-1117" fmla="*/ 2189404 w 10768629"/>
              <a:gd name="connsiteY171-1118" fmla="*/ 1978172 h 1978172"/>
              <a:gd name="connsiteX172-1119" fmla="*/ 2077704 w 10768629"/>
              <a:gd name="connsiteY172-1120" fmla="*/ 1965002 h 1978172"/>
              <a:gd name="connsiteX173-1121" fmla="*/ 1967996 w 10768629"/>
              <a:gd name="connsiteY173-1122" fmla="*/ 1953187 h 1978172"/>
              <a:gd name="connsiteX174-1123" fmla="*/ 1855805 w 10768629"/>
              <a:gd name="connsiteY174-1124" fmla="*/ 1926082 h 1978172"/>
              <a:gd name="connsiteX175-1125" fmla="*/ 1790957 w 10768629"/>
              <a:gd name="connsiteY175-1126" fmla="*/ 1919460 h 1978172"/>
              <a:gd name="connsiteX176-1127" fmla="*/ 1613978 w 10768629"/>
              <a:gd name="connsiteY176-1128" fmla="*/ 1891581 h 1978172"/>
              <a:gd name="connsiteX177-1129" fmla="*/ 1436831 w 10768629"/>
              <a:gd name="connsiteY177-1130" fmla="*/ 1856201 h 1978172"/>
              <a:gd name="connsiteX178-1131" fmla="*/ 1332568 w 10768629"/>
              <a:gd name="connsiteY178-1132" fmla="*/ 1793149 h 1978172"/>
              <a:gd name="connsiteX179-1133" fmla="*/ 1186881 w 10768629"/>
              <a:gd name="connsiteY179-1134" fmla="*/ 1768613 h 1978172"/>
              <a:gd name="connsiteX180-1135" fmla="*/ 1162595 w 10768629"/>
              <a:gd name="connsiteY180-1136" fmla="*/ 1758337 h 1978172"/>
              <a:gd name="connsiteX181-1137" fmla="*/ 1128523 w 10768629"/>
              <a:gd name="connsiteY181-1138" fmla="*/ 1763621 h 1978172"/>
              <a:gd name="connsiteX182-1139" fmla="*/ 991903 w 10768629"/>
              <a:gd name="connsiteY182-1140" fmla="*/ 1786741 h 1978172"/>
              <a:gd name="connsiteX183-1141" fmla="*/ 883960 w 10768629"/>
              <a:gd name="connsiteY183-1142" fmla="*/ 1822386 h 1978172"/>
              <a:gd name="connsiteX184-1143" fmla="*/ 766531 w 10768629"/>
              <a:gd name="connsiteY184-1144" fmla="*/ 1805053 h 1978172"/>
              <a:gd name="connsiteX185-1145" fmla="*/ 669779 w 10768629"/>
              <a:gd name="connsiteY185-1146" fmla="*/ 1800537 h 1978172"/>
              <a:gd name="connsiteX186-1147" fmla="*/ 523898 w 10768629"/>
              <a:gd name="connsiteY186-1148" fmla="*/ 1811085 h 1978172"/>
              <a:gd name="connsiteX187-1149" fmla="*/ 360251 w 10768629"/>
              <a:gd name="connsiteY187-1150" fmla="*/ 1830735 h 1978172"/>
              <a:gd name="connsiteX188-1151" fmla="*/ 255207 w 10768629"/>
              <a:gd name="connsiteY188-1152" fmla="*/ 1818275 h 1978172"/>
              <a:gd name="connsiteX189-1153" fmla="*/ 101803 w 10768629"/>
              <a:gd name="connsiteY189-1154" fmla="*/ 1870647 h 1978172"/>
              <a:gd name="connsiteX190-1155" fmla="*/ 25397 w 10768629"/>
              <a:gd name="connsiteY190-1156" fmla="*/ 1888443 h 1978172"/>
              <a:gd name="connsiteX191-1157" fmla="*/ 2370 w 10768629"/>
              <a:gd name="connsiteY191-1158" fmla="*/ 1878311 h 1978172"/>
              <a:gd name="connsiteX192-1159" fmla="*/ 0 w 10768629"/>
              <a:gd name="connsiteY192-1160" fmla="*/ 1878785 h 1978172"/>
              <a:gd name="connsiteX193-1161" fmla="*/ 0 w 10768629"/>
              <a:gd name="connsiteY193-1162" fmla="*/ 0 h 1978172"/>
              <a:gd name="connsiteX0-1163" fmla="*/ 0 w 10768629"/>
              <a:gd name="connsiteY0-1164" fmla="*/ 0 h 1978172"/>
              <a:gd name="connsiteX1-1165" fmla="*/ 10768629 w 10768629"/>
              <a:gd name="connsiteY1-1166" fmla="*/ 0 h 1978172"/>
              <a:gd name="connsiteX2-1167" fmla="*/ 10733254 w 10768629"/>
              <a:gd name="connsiteY2-1168" fmla="*/ 31439 h 1978172"/>
              <a:gd name="connsiteX3-1169" fmla="*/ 10727085 w 10768629"/>
              <a:gd name="connsiteY3-1170" fmla="*/ 37910 h 1978172"/>
              <a:gd name="connsiteX4-1171" fmla="*/ 10675953 w 10768629"/>
              <a:gd name="connsiteY4-1172" fmla="*/ 68623 h 1978172"/>
              <a:gd name="connsiteX5-1173" fmla="*/ 10637091 w 10768629"/>
              <a:gd name="connsiteY5-1174" fmla="*/ 90361 h 1978172"/>
              <a:gd name="connsiteX6-1175" fmla="*/ 10610971 w 10768629"/>
              <a:gd name="connsiteY6-1176" fmla="*/ 110764 h 1978172"/>
              <a:gd name="connsiteX7-1177" fmla="*/ 10532872 w 10768629"/>
              <a:gd name="connsiteY7-1178" fmla="*/ 138028 h 1978172"/>
              <a:gd name="connsiteX8-1179" fmla="*/ 10398558 w 10768629"/>
              <a:gd name="connsiteY8-1180" fmla="*/ 172911 h 1978172"/>
              <a:gd name="connsiteX9-1181" fmla="*/ 10371128 w 10768629"/>
              <a:gd name="connsiteY9-1182" fmla="*/ 182609 h 1978172"/>
              <a:gd name="connsiteX10-1183" fmla="*/ 10352178 w 10768629"/>
              <a:gd name="connsiteY10-1184" fmla="*/ 199976 h 1978172"/>
              <a:gd name="connsiteX11-1185" fmla="*/ 10351815 w 10768629"/>
              <a:gd name="connsiteY11-1186" fmla="*/ 211879 h 1978172"/>
              <a:gd name="connsiteX12-1187" fmla="*/ 10337471 w 10768629"/>
              <a:gd name="connsiteY12-1188" fmla="*/ 218661 h 1978172"/>
              <a:gd name="connsiteX13-1189" fmla="*/ 10334625 w 10768629"/>
              <a:gd name="connsiteY13-1190" fmla="*/ 222351 h 1978172"/>
              <a:gd name="connsiteX14-1191" fmla="*/ 10256365 w 10768629"/>
              <a:gd name="connsiteY14-1192" fmla="*/ 235917 h 1978172"/>
              <a:gd name="connsiteX15-1193" fmla="*/ 10201127 w 10768629"/>
              <a:gd name="connsiteY15-1194" fmla="*/ 267448 h 1978172"/>
              <a:gd name="connsiteX16-1195" fmla="*/ 9961218 w 10768629"/>
              <a:gd name="connsiteY16-1196" fmla="*/ 326720 h 1978172"/>
              <a:gd name="connsiteX17-1197" fmla="*/ 9859715 w 10768629"/>
              <a:gd name="connsiteY17-1198" fmla="*/ 355698 h 1978172"/>
              <a:gd name="connsiteX18-1199" fmla="*/ 9679867 w 10768629"/>
              <a:gd name="connsiteY18-1200" fmla="*/ 399081 h 1978172"/>
              <a:gd name="connsiteX19-1201" fmla="*/ 9490654 w 10768629"/>
              <a:gd name="connsiteY19-1202" fmla="*/ 455225 h 1978172"/>
              <a:gd name="connsiteX20-1203" fmla="*/ 9470837 w 10768629"/>
              <a:gd name="connsiteY20-1204" fmla="*/ 452539 h 1978172"/>
              <a:gd name="connsiteX21-1205" fmla="*/ 9469082 w 10768629"/>
              <a:gd name="connsiteY21-1206" fmla="*/ 454891 h 1978172"/>
              <a:gd name="connsiteX22-1207" fmla="*/ 9448038 w 10768629"/>
              <a:gd name="connsiteY22-1208" fmla="*/ 459733 h 1978172"/>
              <a:gd name="connsiteX23-1209" fmla="*/ 9396821 w 10768629"/>
              <a:gd name="connsiteY23-1210" fmla="*/ 455795 h 1978172"/>
              <a:gd name="connsiteX24-1211" fmla="*/ 9392197 w 10768629"/>
              <a:gd name="connsiteY24-1212" fmla="*/ 459796 h 1978172"/>
              <a:gd name="connsiteX25-1213" fmla="*/ 9347994 w 10768629"/>
              <a:gd name="connsiteY25-1214" fmla="*/ 464462 h 1978172"/>
              <a:gd name="connsiteX26-1215" fmla="*/ 9347889 w 10768629"/>
              <a:gd name="connsiteY26-1216" fmla="*/ 466539 h 1978172"/>
              <a:gd name="connsiteX27-1217" fmla="*/ 9337639 w 10768629"/>
              <a:gd name="connsiteY27-1218" fmla="*/ 476654 h 1978172"/>
              <a:gd name="connsiteX28-1219" fmla="*/ 9316893 w 10768629"/>
              <a:gd name="connsiteY28-1220" fmla="*/ 491390 h 1978172"/>
              <a:gd name="connsiteX29-1221" fmla="*/ 9229283 w 10768629"/>
              <a:gd name="connsiteY29-1222" fmla="*/ 555377 h 1978172"/>
              <a:gd name="connsiteX30-1223" fmla="*/ 9220274 w 10768629"/>
              <a:gd name="connsiteY30-1224" fmla="*/ 557502 h 1978172"/>
              <a:gd name="connsiteX31-1225" fmla="*/ 9220202 w 10768629"/>
              <a:gd name="connsiteY31-1226" fmla="*/ 558001 h 1978172"/>
              <a:gd name="connsiteX32-1227" fmla="*/ 9210908 w 10768629"/>
              <a:gd name="connsiteY32-1228" fmla="*/ 561147 h 1978172"/>
              <a:gd name="connsiteX33-1229" fmla="*/ 9186374 w 10768629"/>
              <a:gd name="connsiteY33-1230" fmla="*/ 565502 h 1978172"/>
              <a:gd name="connsiteX34-1231" fmla="*/ 9181058 w 10768629"/>
              <a:gd name="connsiteY34-1232" fmla="*/ 569943 h 1978172"/>
              <a:gd name="connsiteX35-1233" fmla="*/ 9179948 w 10768629"/>
              <a:gd name="connsiteY35-1234" fmla="*/ 576062 h 1978172"/>
              <a:gd name="connsiteX36-1235" fmla="*/ 9149110 w 10768629"/>
              <a:gd name="connsiteY36-1236" fmla="*/ 598906 h 1978172"/>
              <a:gd name="connsiteX37-1237" fmla="*/ 9078556 w 10768629"/>
              <a:gd name="connsiteY37-1238" fmla="*/ 644039 h 1978172"/>
              <a:gd name="connsiteX38-1239" fmla="*/ 8996399 w 10768629"/>
              <a:gd name="connsiteY38-1240" fmla="*/ 690055 h 1978172"/>
              <a:gd name="connsiteX39-1241" fmla="*/ 8803791 w 10768629"/>
              <a:gd name="connsiteY39-1242" fmla="*/ 813860 h 1978172"/>
              <a:gd name="connsiteX40-1243" fmla="*/ 8636202 w 10768629"/>
              <a:gd name="connsiteY40-1244" fmla="*/ 848463 h 1978172"/>
              <a:gd name="connsiteX41-1245" fmla="*/ 8555372 w 10768629"/>
              <a:gd name="connsiteY41-1246" fmla="*/ 883171 h 1978172"/>
              <a:gd name="connsiteX42-1247" fmla="*/ 8507229 w 10768629"/>
              <a:gd name="connsiteY42-1248" fmla="*/ 901665 h 1978172"/>
              <a:gd name="connsiteX43-1249" fmla="*/ 8428473 w 10768629"/>
              <a:gd name="connsiteY43-1250" fmla="*/ 927985 h 1978172"/>
              <a:gd name="connsiteX44-1251" fmla="*/ 8427914 w 10768629"/>
              <a:gd name="connsiteY44-1252" fmla="*/ 933480 h 1978172"/>
              <a:gd name="connsiteX45-1253" fmla="*/ 8420327 w 10768629"/>
              <a:gd name="connsiteY45-1254" fmla="*/ 941984 h 1978172"/>
              <a:gd name="connsiteX46-1255" fmla="*/ 8407128 w 10768629"/>
              <a:gd name="connsiteY46-1256" fmla="*/ 961344 h 1978172"/>
              <a:gd name="connsiteX47-1257" fmla="*/ 8380548 w 10768629"/>
              <a:gd name="connsiteY47-1258" fmla="*/ 987916 h 1978172"/>
              <a:gd name="connsiteX48-1259" fmla="*/ 8379462 w 10768629"/>
              <a:gd name="connsiteY48-1260" fmla="*/ 987106 h 1978172"/>
              <a:gd name="connsiteX49-1261" fmla="*/ 8369725 w 10768629"/>
              <a:gd name="connsiteY49-1262" fmla="*/ 989186 h 1978172"/>
              <a:gd name="connsiteX50-1263" fmla="*/ 8304438 w 10768629"/>
              <a:gd name="connsiteY50-1264" fmla="*/ 996739 h 1978172"/>
              <a:gd name="connsiteX51-1265" fmla="*/ 8280929 w 10768629"/>
              <a:gd name="connsiteY51-1266" fmla="*/ 1023089 h 1978172"/>
              <a:gd name="connsiteX52-1267" fmla="*/ 8275760 w 10768629"/>
              <a:gd name="connsiteY52-1268" fmla="*/ 1027772 h 1978172"/>
              <a:gd name="connsiteX53-1269" fmla="*/ 8275478 w 10768629"/>
              <a:gd name="connsiteY53-1270" fmla="*/ 1027605 h 1978172"/>
              <a:gd name="connsiteX54-1271" fmla="*/ 8269666 w 10768629"/>
              <a:gd name="connsiteY54-1272" fmla="*/ 1032033 h 1978172"/>
              <a:gd name="connsiteX55-1273" fmla="*/ 8203836 w 10768629"/>
              <a:gd name="connsiteY55-1274" fmla="*/ 1037347 h 1978172"/>
              <a:gd name="connsiteX56-1275" fmla="*/ 8122936 w 10768629"/>
              <a:gd name="connsiteY56-1276" fmla="*/ 1063113 h 1978172"/>
              <a:gd name="connsiteX57-1277" fmla="*/ 8043658 w 10768629"/>
              <a:gd name="connsiteY57-1278" fmla="*/ 1092746 h 1978172"/>
              <a:gd name="connsiteX58-1279" fmla="*/ 8015351 w 10768629"/>
              <a:gd name="connsiteY58-1280" fmla="*/ 1105478 h 1978172"/>
              <a:gd name="connsiteX59-1281" fmla="*/ 7963145 w 10768629"/>
              <a:gd name="connsiteY59-1282" fmla="*/ 1119346 h 1978172"/>
              <a:gd name="connsiteX60-1283" fmla="*/ 7938145 w 10768629"/>
              <a:gd name="connsiteY60-1284" fmla="*/ 1120225 h 1978172"/>
              <a:gd name="connsiteX61-1285" fmla="*/ 7937238 w 10768629"/>
              <a:gd name="connsiteY61-1286" fmla="*/ 1121204 h 1978172"/>
              <a:gd name="connsiteX62-1287" fmla="*/ 7934398 w 10768629"/>
              <a:gd name="connsiteY62-1288" fmla="*/ 1118240 h 1978172"/>
              <a:gd name="connsiteX63-1289" fmla="*/ 7918248 w 10768629"/>
              <a:gd name="connsiteY63-1290" fmla="*/ 1124371 h 1978172"/>
              <a:gd name="connsiteX64-1291" fmla="*/ 7914119 w 10768629"/>
              <a:gd name="connsiteY64-1292" fmla="*/ 1127653 h 1978172"/>
              <a:gd name="connsiteX65-1293" fmla="*/ 7907658 w 10768629"/>
              <a:gd name="connsiteY65-1294" fmla="*/ 1130350 h 1978172"/>
              <a:gd name="connsiteX66-1295" fmla="*/ 7907434 w 10768629"/>
              <a:gd name="connsiteY66-1296" fmla="*/ 1130103 h 1978172"/>
              <a:gd name="connsiteX67-1297" fmla="*/ 7901508 w 10768629"/>
              <a:gd name="connsiteY67-1298" fmla="*/ 1133245 h 1978172"/>
              <a:gd name="connsiteX68-1299" fmla="*/ 7873287 w 10768629"/>
              <a:gd name="connsiteY68-1300" fmla="*/ 1152609 h 1978172"/>
              <a:gd name="connsiteX69-1301" fmla="*/ 7834833 w 10768629"/>
              <a:gd name="connsiteY69-1302" fmla="*/ 1153868 h 1978172"/>
              <a:gd name="connsiteX70-1303" fmla="*/ 7828661 w 10768629"/>
              <a:gd name="connsiteY70-1304" fmla="*/ 1139994 h 1978172"/>
              <a:gd name="connsiteX71-1305" fmla="*/ 7823966 w 10768629"/>
              <a:gd name="connsiteY71-1306" fmla="*/ 1143178 h 1978172"/>
              <a:gd name="connsiteX72-1307" fmla="*/ 7815078 w 10768629"/>
              <a:gd name="connsiteY72-1308" fmla="*/ 1151776 h 1978172"/>
              <a:gd name="connsiteX73-1309" fmla="*/ 7812026 w 10768629"/>
              <a:gd name="connsiteY73-1310" fmla="*/ 1151522 h 1978172"/>
              <a:gd name="connsiteX74-1311" fmla="*/ 7782249 w 10768629"/>
              <a:gd name="connsiteY74-1312" fmla="*/ 1160970 h 1978172"/>
              <a:gd name="connsiteX75-1313" fmla="*/ 7773476 w 10768629"/>
              <a:gd name="connsiteY75-1314" fmla="*/ 1157414 h 1978172"/>
              <a:gd name="connsiteX76-1315" fmla="*/ 7769600 w 10768629"/>
              <a:gd name="connsiteY76-1316" fmla="*/ 1157365 h 1978172"/>
              <a:gd name="connsiteX77-1317" fmla="*/ 7752631 w 10768629"/>
              <a:gd name="connsiteY77-1318" fmla="*/ 1172815 h 1978172"/>
              <a:gd name="connsiteX78-1319" fmla="*/ 7743525 w 10768629"/>
              <a:gd name="connsiteY78-1320" fmla="*/ 1179064 h 1978172"/>
              <a:gd name="connsiteX79-1321" fmla="*/ 7685942 w 10768629"/>
              <a:gd name="connsiteY79-1322" fmla="*/ 1233723 h 1978172"/>
              <a:gd name="connsiteX80-1323" fmla="*/ 7586920 w 10768629"/>
              <a:gd name="connsiteY80-1324" fmla="*/ 1261888 h 1978172"/>
              <a:gd name="connsiteX81-1325" fmla="*/ 7486100 w 10768629"/>
              <a:gd name="connsiteY81-1326" fmla="*/ 1292563 h 1978172"/>
              <a:gd name="connsiteX82-1327" fmla="*/ 7407190 w 10768629"/>
              <a:gd name="connsiteY82-1328" fmla="*/ 1314737 h 1978172"/>
              <a:gd name="connsiteX83-1329" fmla="*/ 7240698 w 10768629"/>
              <a:gd name="connsiteY83-1330" fmla="*/ 1438832 h 1978172"/>
              <a:gd name="connsiteX84-1331" fmla="*/ 7197675 w 10768629"/>
              <a:gd name="connsiteY84-1332" fmla="*/ 1447530 h 1978172"/>
              <a:gd name="connsiteX85-1333" fmla="*/ 7164788 w 10768629"/>
              <a:gd name="connsiteY85-1334" fmla="*/ 1480293 h 1978172"/>
              <a:gd name="connsiteX86-1335" fmla="*/ 7147929 w 10768629"/>
              <a:gd name="connsiteY86-1336" fmla="*/ 1477641 h 1978172"/>
              <a:gd name="connsiteX87-1337" fmla="*/ 7144965 w 10768629"/>
              <a:gd name="connsiteY87-1338" fmla="*/ 1476908 h 1978172"/>
              <a:gd name="connsiteX88-1339" fmla="*/ 7134299 w 10768629"/>
              <a:gd name="connsiteY88-1340" fmla="*/ 1479969 h 1978172"/>
              <a:gd name="connsiteX89-1341" fmla="*/ 7129809 w 10768629"/>
              <a:gd name="connsiteY89-1342" fmla="*/ 1473339 h 1978172"/>
              <a:gd name="connsiteX90-1343" fmla="*/ 7112688 w 10768629"/>
              <a:gd name="connsiteY90-1344" fmla="*/ 1472575 h 1978172"/>
              <a:gd name="connsiteX91-1345" fmla="*/ 7093470 w 10768629"/>
              <a:gd name="connsiteY91-1346" fmla="*/ 1480300 h 1978172"/>
              <a:gd name="connsiteX92-1347" fmla="*/ 7025034 w 10768629"/>
              <a:gd name="connsiteY92-1348" fmla="*/ 1506934 h 1978172"/>
              <a:gd name="connsiteX93-1349" fmla="*/ 7014783 w 10768629"/>
              <a:gd name="connsiteY93-1350" fmla="*/ 1515868 h 1978172"/>
              <a:gd name="connsiteX94-1351" fmla="*/ 6979706 w 10768629"/>
              <a:gd name="connsiteY94-1352" fmla="*/ 1523511 h 1978172"/>
              <a:gd name="connsiteX95-1353" fmla="*/ 6977890 w 10768629"/>
              <a:gd name="connsiteY95-1354" fmla="*/ 1525793 h 1978172"/>
              <a:gd name="connsiteX96-1355" fmla="*/ 6944339 w 10768629"/>
              <a:gd name="connsiteY96-1356" fmla="*/ 1536237 h 1978172"/>
              <a:gd name="connsiteX97-1357" fmla="*/ 6886996 w 10768629"/>
              <a:gd name="connsiteY97-1358" fmla="*/ 1563569 h 1978172"/>
              <a:gd name="connsiteX98-1359" fmla="*/ 6874510 w 10768629"/>
              <a:gd name="connsiteY98-1360" fmla="*/ 1558469 h 1978172"/>
              <a:gd name="connsiteX99-1361" fmla="*/ 6871943 w 10768629"/>
              <a:gd name="connsiteY99-1362" fmla="*/ 1554651 h 1978172"/>
              <a:gd name="connsiteX100-1363" fmla="*/ 6856174 w 10768629"/>
              <a:gd name="connsiteY100-1364" fmla="*/ 1562024 h 1978172"/>
              <a:gd name="connsiteX101-1365" fmla="*/ 6842321 w 10768629"/>
              <a:gd name="connsiteY101-1366" fmla="*/ 1560554 h 1978172"/>
              <a:gd name="connsiteX102-1367" fmla="*/ 6832713 w 10768629"/>
              <a:gd name="connsiteY102-1368" fmla="*/ 1569357 h 1978172"/>
              <a:gd name="connsiteX103-1369" fmla="*/ 6816351 w 10768629"/>
              <a:gd name="connsiteY103-1370" fmla="*/ 1571495 h 1978172"/>
              <a:gd name="connsiteX104-1371" fmla="*/ 6795800 w 10768629"/>
              <a:gd name="connsiteY104-1372" fmla="*/ 1572010 h 1978172"/>
              <a:gd name="connsiteX105-1373" fmla="*/ 6777546 w 10768629"/>
              <a:gd name="connsiteY105-1374" fmla="*/ 1568661 h 1978172"/>
              <a:gd name="connsiteX106-1375" fmla="*/ 6751528 w 10768629"/>
              <a:gd name="connsiteY106-1376" fmla="*/ 1574143 h 1978172"/>
              <a:gd name="connsiteX107-1377" fmla="*/ 6691966 w 10768629"/>
              <a:gd name="connsiteY107-1378" fmla="*/ 1582255 h 1978172"/>
              <a:gd name="connsiteX108-1379" fmla="*/ 6646941 w 10768629"/>
              <a:gd name="connsiteY108-1380" fmla="*/ 1588471 h 1978172"/>
              <a:gd name="connsiteX109-1381" fmla="*/ 6568576 w 10768629"/>
              <a:gd name="connsiteY109-1382" fmla="*/ 1606488 h 1978172"/>
              <a:gd name="connsiteX110-1383" fmla="*/ 6554358 w 10768629"/>
              <a:gd name="connsiteY110-1384" fmla="*/ 1621701 h 1978172"/>
              <a:gd name="connsiteX111-1385" fmla="*/ 6516968 w 10768629"/>
              <a:gd name="connsiteY111-1386" fmla="*/ 1617195 h 1978172"/>
              <a:gd name="connsiteX112-1387" fmla="*/ 6506479 w 10768629"/>
              <a:gd name="connsiteY112-1388" fmla="*/ 1602227 h 1978172"/>
              <a:gd name="connsiteX113-1389" fmla="*/ 6458436 w 10768629"/>
              <a:gd name="connsiteY113-1390" fmla="*/ 1607332 h 1978172"/>
              <a:gd name="connsiteX114-1391" fmla="*/ 6414786 w 10768629"/>
              <a:gd name="connsiteY114-1392" fmla="*/ 1628815 h 1978172"/>
              <a:gd name="connsiteX115-1393" fmla="*/ 6357085 w 10768629"/>
              <a:gd name="connsiteY115-1394" fmla="*/ 1640846 h 1978172"/>
              <a:gd name="connsiteX116-1395" fmla="*/ 6322636 w 10768629"/>
              <a:gd name="connsiteY116-1396" fmla="*/ 1648213 h 1978172"/>
              <a:gd name="connsiteX117-1397" fmla="*/ 6226172 w 10768629"/>
              <a:gd name="connsiteY117-1398" fmla="*/ 1654676 h 1978172"/>
              <a:gd name="connsiteX118-1399" fmla="*/ 6221217 w 10768629"/>
              <a:gd name="connsiteY118-1400" fmla="*/ 1654506 h 1978172"/>
              <a:gd name="connsiteX119-1401" fmla="*/ 6204956 w 10768629"/>
              <a:gd name="connsiteY119-1402" fmla="*/ 1664280 h 1978172"/>
              <a:gd name="connsiteX120-1403" fmla="*/ 6204270 w 10768629"/>
              <a:gd name="connsiteY120-1404" fmla="*/ 1666782 h 1978172"/>
              <a:gd name="connsiteX121-1405" fmla="*/ 6143810 w 10768629"/>
              <a:gd name="connsiteY121-1406" fmla="*/ 1661963 h 1978172"/>
              <a:gd name="connsiteX122-1407" fmla="*/ 6136560 w 10768629"/>
              <a:gd name="connsiteY122-1408" fmla="*/ 1665728 h 1978172"/>
              <a:gd name="connsiteX123-1409" fmla="*/ 6096155 w 10768629"/>
              <a:gd name="connsiteY123-1410" fmla="*/ 1656951 h 1978172"/>
              <a:gd name="connsiteX124-1411" fmla="*/ 6075812 w 10768629"/>
              <a:gd name="connsiteY124-1412" fmla="*/ 1655422 h 1978172"/>
              <a:gd name="connsiteX125-1413" fmla="*/ 6039495 w 10768629"/>
              <a:gd name="connsiteY125-1414" fmla="*/ 1649680 h 1978172"/>
              <a:gd name="connsiteX126-1415" fmla="*/ 6036523 w 10768629"/>
              <a:gd name="connsiteY126-1416" fmla="*/ 1652121 h 1978172"/>
              <a:gd name="connsiteX127-1417" fmla="*/ 6029328 w 10768629"/>
              <a:gd name="connsiteY127-1418" fmla="*/ 1649904 h 1978172"/>
              <a:gd name="connsiteX128-1419" fmla="*/ 6024075 w 10768629"/>
              <a:gd name="connsiteY128-1420" fmla="*/ 1652779 h 1978172"/>
              <a:gd name="connsiteX129-1421" fmla="*/ 6018085 w 10768629"/>
              <a:gd name="connsiteY129-1422" fmla="*/ 1652030 h 1978172"/>
              <a:gd name="connsiteX130-1423" fmla="*/ 5955513 w 10768629"/>
              <a:gd name="connsiteY130-1424" fmla="*/ 1663584 h 1978172"/>
              <a:gd name="connsiteX131-1425" fmla="*/ 5941996 w 10768629"/>
              <a:gd name="connsiteY131-1426" fmla="*/ 1661326 h 1978172"/>
              <a:gd name="connsiteX132-1427" fmla="*/ 5931789 w 10768629"/>
              <a:gd name="connsiteY132-1428" fmla="*/ 1669915 h 1978172"/>
              <a:gd name="connsiteX133-1429" fmla="*/ 5888686 w 10768629"/>
              <a:gd name="connsiteY133-1430" fmla="*/ 1672175 h 1978172"/>
              <a:gd name="connsiteX134-1431" fmla="*/ 5873794 w 10768629"/>
              <a:gd name="connsiteY134-1432" fmla="*/ 1665454 h 1978172"/>
              <a:gd name="connsiteX135-1433" fmla="*/ 5860022 w 10768629"/>
              <a:gd name="connsiteY135-1434" fmla="*/ 1660635 h 1978172"/>
              <a:gd name="connsiteX136-1435" fmla="*/ 5858237 w 10768629"/>
              <a:gd name="connsiteY136-1436" fmla="*/ 1660649 h 1978172"/>
              <a:gd name="connsiteX137-1437" fmla="*/ 5840319 w 10768629"/>
              <a:gd name="connsiteY137-1438" fmla="*/ 1660798 h 1978172"/>
              <a:gd name="connsiteX138-1439" fmla="*/ 5806984 w 10768629"/>
              <a:gd name="connsiteY138-1440" fmla="*/ 1661075 h 1978172"/>
              <a:gd name="connsiteX139-1441" fmla="*/ 5742351 w 10768629"/>
              <a:gd name="connsiteY139-1442" fmla="*/ 1667489 h 1978172"/>
              <a:gd name="connsiteX140-1443" fmla="*/ 5521171 w 10768629"/>
              <a:gd name="connsiteY140-1444" fmla="*/ 1671626 h 1978172"/>
              <a:gd name="connsiteX141-1445" fmla="*/ 5440853 w 10768629"/>
              <a:gd name="connsiteY141-1446" fmla="*/ 1657958 h 1978172"/>
              <a:gd name="connsiteX142-1447" fmla="*/ 4950070 w 10768629"/>
              <a:gd name="connsiteY142-1448" fmla="*/ 1748401 h 1978172"/>
              <a:gd name="connsiteX143-1449" fmla="*/ 4872172 w 10768629"/>
              <a:gd name="connsiteY143-1450" fmla="*/ 1757222 h 1978172"/>
              <a:gd name="connsiteX144-1451" fmla="*/ 4809524 w 10768629"/>
              <a:gd name="connsiteY144-1452" fmla="*/ 1761033 h 1978172"/>
              <a:gd name="connsiteX145-1453" fmla="*/ 4759058 w 10768629"/>
              <a:gd name="connsiteY145-1454" fmla="*/ 1766533 h 1978172"/>
              <a:gd name="connsiteX146-1455" fmla="*/ 4719749 w 10768629"/>
              <a:gd name="connsiteY146-1456" fmla="*/ 1771811 h 1978172"/>
              <a:gd name="connsiteX147-1457" fmla="*/ 4568686 w 10768629"/>
              <a:gd name="connsiteY147-1458" fmla="*/ 1786141 h 1978172"/>
              <a:gd name="connsiteX148-1459" fmla="*/ 4418751 w 10768629"/>
              <a:gd name="connsiteY148-1460" fmla="*/ 1796932 h 1978172"/>
              <a:gd name="connsiteX149-1461" fmla="*/ 4378377 w 10768629"/>
              <a:gd name="connsiteY149-1462" fmla="*/ 1815528 h 1978172"/>
              <a:gd name="connsiteX150-1463" fmla="*/ 4320575 w 10768629"/>
              <a:gd name="connsiteY150-1464" fmla="*/ 1832722 h 1978172"/>
              <a:gd name="connsiteX151-1465" fmla="*/ 4220200 w 10768629"/>
              <a:gd name="connsiteY151-1466" fmla="*/ 1873173 h 1978172"/>
              <a:gd name="connsiteX152-1467" fmla="*/ 4105361 w 10768629"/>
              <a:gd name="connsiteY152-1468" fmla="*/ 1894711 h 1978172"/>
              <a:gd name="connsiteX153-1469" fmla="*/ 3973223 w 10768629"/>
              <a:gd name="connsiteY153-1470" fmla="*/ 1881015 h 1978172"/>
              <a:gd name="connsiteX154-1471" fmla="*/ 3900992 w 10768629"/>
              <a:gd name="connsiteY154-1472" fmla="*/ 1880603 h 1978172"/>
              <a:gd name="connsiteX155-1473" fmla="*/ 3662119 w 10768629"/>
              <a:gd name="connsiteY155-1474" fmla="*/ 1876289 h 1978172"/>
              <a:gd name="connsiteX156-1475" fmla="*/ 3496919 w 10768629"/>
              <a:gd name="connsiteY156-1476" fmla="*/ 1873180 h 1978172"/>
              <a:gd name="connsiteX157-1477" fmla="*/ 3449433 w 10768629"/>
              <a:gd name="connsiteY157-1478" fmla="*/ 1889681 h 1978172"/>
              <a:gd name="connsiteX158-1479" fmla="*/ 3369766 w 10768629"/>
              <a:gd name="connsiteY158-1480" fmla="*/ 1916653 h 1978172"/>
              <a:gd name="connsiteX159-1481" fmla="*/ 3290336 w 10768629"/>
              <a:gd name="connsiteY159-1482" fmla="*/ 1925039 h 1978172"/>
              <a:gd name="connsiteX160-1483" fmla="*/ 3224897 w 10768629"/>
              <a:gd name="connsiteY160-1484" fmla="*/ 1943733 h 1978172"/>
              <a:gd name="connsiteX161-1485" fmla="*/ 3161463 w 10768629"/>
              <a:gd name="connsiteY161-1486" fmla="*/ 1946591 h 1978172"/>
              <a:gd name="connsiteX162-1487" fmla="*/ 3157504 w 10768629"/>
              <a:gd name="connsiteY162-1488" fmla="*/ 1957276 h 1978172"/>
              <a:gd name="connsiteX163-1489" fmla="*/ 3115176 w 10768629"/>
              <a:gd name="connsiteY163-1490" fmla="*/ 1943459 h 1978172"/>
              <a:gd name="connsiteX164-1491" fmla="*/ 3038835 w 10768629"/>
              <a:gd name="connsiteY164-1492" fmla="*/ 1920210 h 1978172"/>
              <a:gd name="connsiteX165-1493" fmla="*/ 2897201 w 10768629"/>
              <a:gd name="connsiteY165-1494" fmla="*/ 1926772 h 1978172"/>
              <a:gd name="connsiteX166-1495" fmla="*/ 2783891 w 10768629"/>
              <a:gd name="connsiteY166-1496" fmla="*/ 1931749 h 1978172"/>
              <a:gd name="connsiteX167-1497" fmla="*/ 2712447 w 10768629"/>
              <a:gd name="connsiteY167-1498" fmla="*/ 1933044 h 1978172"/>
              <a:gd name="connsiteX168-1499" fmla="*/ 2560151 w 10768629"/>
              <a:gd name="connsiteY168-1500" fmla="*/ 1963609 h 1978172"/>
              <a:gd name="connsiteX169-1501" fmla="*/ 2367221 w 10768629"/>
              <a:gd name="connsiteY169-1502" fmla="*/ 1971884 h 1978172"/>
              <a:gd name="connsiteX170-1503" fmla="*/ 2272130 w 10768629"/>
              <a:gd name="connsiteY170-1504" fmla="*/ 1961162 h 1978172"/>
              <a:gd name="connsiteX171-1505" fmla="*/ 2189404 w 10768629"/>
              <a:gd name="connsiteY171-1506" fmla="*/ 1978172 h 1978172"/>
              <a:gd name="connsiteX172-1507" fmla="*/ 2077704 w 10768629"/>
              <a:gd name="connsiteY172-1508" fmla="*/ 1965002 h 1978172"/>
              <a:gd name="connsiteX173-1509" fmla="*/ 1967996 w 10768629"/>
              <a:gd name="connsiteY173-1510" fmla="*/ 1953187 h 1978172"/>
              <a:gd name="connsiteX174-1511" fmla="*/ 1855805 w 10768629"/>
              <a:gd name="connsiteY174-1512" fmla="*/ 1926082 h 1978172"/>
              <a:gd name="connsiteX175-1513" fmla="*/ 1790957 w 10768629"/>
              <a:gd name="connsiteY175-1514" fmla="*/ 1919460 h 1978172"/>
              <a:gd name="connsiteX176-1515" fmla="*/ 1613978 w 10768629"/>
              <a:gd name="connsiteY176-1516" fmla="*/ 1891581 h 1978172"/>
              <a:gd name="connsiteX177-1517" fmla="*/ 1436831 w 10768629"/>
              <a:gd name="connsiteY177-1518" fmla="*/ 1856201 h 1978172"/>
              <a:gd name="connsiteX178-1519" fmla="*/ 1332568 w 10768629"/>
              <a:gd name="connsiteY178-1520" fmla="*/ 1793149 h 1978172"/>
              <a:gd name="connsiteX179-1521" fmla="*/ 1186881 w 10768629"/>
              <a:gd name="connsiteY179-1522" fmla="*/ 1768613 h 1978172"/>
              <a:gd name="connsiteX180-1523" fmla="*/ 1162595 w 10768629"/>
              <a:gd name="connsiteY180-1524" fmla="*/ 1758337 h 1978172"/>
              <a:gd name="connsiteX181-1525" fmla="*/ 1128523 w 10768629"/>
              <a:gd name="connsiteY181-1526" fmla="*/ 1763621 h 1978172"/>
              <a:gd name="connsiteX182-1527" fmla="*/ 991903 w 10768629"/>
              <a:gd name="connsiteY182-1528" fmla="*/ 1786741 h 1978172"/>
              <a:gd name="connsiteX183-1529" fmla="*/ 883960 w 10768629"/>
              <a:gd name="connsiteY183-1530" fmla="*/ 1822386 h 1978172"/>
              <a:gd name="connsiteX184-1531" fmla="*/ 766531 w 10768629"/>
              <a:gd name="connsiteY184-1532" fmla="*/ 1805053 h 1978172"/>
              <a:gd name="connsiteX185-1533" fmla="*/ 669779 w 10768629"/>
              <a:gd name="connsiteY185-1534" fmla="*/ 1800537 h 1978172"/>
              <a:gd name="connsiteX186-1535" fmla="*/ 523898 w 10768629"/>
              <a:gd name="connsiteY186-1536" fmla="*/ 1811085 h 1978172"/>
              <a:gd name="connsiteX187-1537" fmla="*/ 360251 w 10768629"/>
              <a:gd name="connsiteY187-1538" fmla="*/ 1830735 h 1978172"/>
              <a:gd name="connsiteX188-1539" fmla="*/ 255207 w 10768629"/>
              <a:gd name="connsiteY188-1540" fmla="*/ 1818275 h 1978172"/>
              <a:gd name="connsiteX189-1541" fmla="*/ 101803 w 10768629"/>
              <a:gd name="connsiteY189-1542" fmla="*/ 1870647 h 1978172"/>
              <a:gd name="connsiteX190-1543" fmla="*/ 25397 w 10768629"/>
              <a:gd name="connsiteY190-1544" fmla="*/ 1888443 h 1978172"/>
              <a:gd name="connsiteX191-1545" fmla="*/ 2370 w 10768629"/>
              <a:gd name="connsiteY191-1546" fmla="*/ 1878311 h 1978172"/>
              <a:gd name="connsiteX192-1547" fmla="*/ 0 w 10768629"/>
              <a:gd name="connsiteY192-1548" fmla="*/ 1878785 h 1978172"/>
              <a:gd name="connsiteX193-1549" fmla="*/ 0 w 10768629"/>
              <a:gd name="connsiteY193-1550" fmla="*/ 0 h 1978172"/>
              <a:gd name="connsiteX0-1551" fmla="*/ 0 w 10768629"/>
              <a:gd name="connsiteY0-1552" fmla="*/ 0 h 1978172"/>
              <a:gd name="connsiteX1-1553" fmla="*/ 10768629 w 10768629"/>
              <a:gd name="connsiteY1-1554" fmla="*/ 0 h 1978172"/>
              <a:gd name="connsiteX2-1555" fmla="*/ 10733254 w 10768629"/>
              <a:gd name="connsiteY2-1556" fmla="*/ 31439 h 1978172"/>
              <a:gd name="connsiteX3-1557" fmla="*/ 10727085 w 10768629"/>
              <a:gd name="connsiteY3-1558" fmla="*/ 37910 h 1978172"/>
              <a:gd name="connsiteX4-1559" fmla="*/ 10675953 w 10768629"/>
              <a:gd name="connsiteY4-1560" fmla="*/ 68623 h 1978172"/>
              <a:gd name="connsiteX5-1561" fmla="*/ 10637091 w 10768629"/>
              <a:gd name="connsiteY5-1562" fmla="*/ 90361 h 1978172"/>
              <a:gd name="connsiteX6-1563" fmla="*/ 10610971 w 10768629"/>
              <a:gd name="connsiteY6-1564" fmla="*/ 110764 h 1978172"/>
              <a:gd name="connsiteX7-1565" fmla="*/ 10532872 w 10768629"/>
              <a:gd name="connsiteY7-1566" fmla="*/ 138028 h 1978172"/>
              <a:gd name="connsiteX8-1567" fmla="*/ 10398558 w 10768629"/>
              <a:gd name="connsiteY8-1568" fmla="*/ 172911 h 1978172"/>
              <a:gd name="connsiteX9-1569" fmla="*/ 10371128 w 10768629"/>
              <a:gd name="connsiteY9-1570" fmla="*/ 182609 h 1978172"/>
              <a:gd name="connsiteX10-1571" fmla="*/ 10352178 w 10768629"/>
              <a:gd name="connsiteY10-1572" fmla="*/ 199976 h 1978172"/>
              <a:gd name="connsiteX11-1573" fmla="*/ 10351815 w 10768629"/>
              <a:gd name="connsiteY11-1574" fmla="*/ 211879 h 1978172"/>
              <a:gd name="connsiteX12-1575" fmla="*/ 10337471 w 10768629"/>
              <a:gd name="connsiteY12-1576" fmla="*/ 218661 h 1978172"/>
              <a:gd name="connsiteX13-1577" fmla="*/ 10334625 w 10768629"/>
              <a:gd name="connsiteY13-1578" fmla="*/ 222351 h 1978172"/>
              <a:gd name="connsiteX14-1579" fmla="*/ 10256365 w 10768629"/>
              <a:gd name="connsiteY14-1580" fmla="*/ 235917 h 1978172"/>
              <a:gd name="connsiteX15-1581" fmla="*/ 10201127 w 10768629"/>
              <a:gd name="connsiteY15-1582" fmla="*/ 267448 h 1978172"/>
              <a:gd name="connsiteX16-1583" fmla="*/ 9961218 w 10768629"/>
              <a:gd name="connsiteY16-1584" fmla="*/ 326720 h 1978172"/>
              <a:gd name="connsiteX17-1585" fmla="*/ 9859715 w 10768629"/>
              <a:gd name="connsiteY17-1586" fmla="*/ 355698 h 1978172"/>
              <a:gd name="connsiteX18-1587" fmla="*/ 9679867 w 10768629"/>
              <a:gd name="connsiteY18-1588" fmla="*/ 399081 h 1978172"/>
              <a:gd name="connsiteX19-1589" fmla="*/ 9490654 w 10768629"/>
              <a:gd name="connsiteY19-1590" fmla="*/ 455225 h 1978172"/>
              <a:gd name="connsiteX20-1591" fmla="*/ 9470837 w 10768629"/>
              <a:gd name="connsiteY20-1592" fmla="*/ 452539 h 1978172"/>
              <a:gd name="connsiteX21-1593" fmla="*/ 9469082 w 10768629"/>
              <a:gd name="connsiteY21-1594" fmla="*/ 454891 h 1978172"/>
              <a:gd name="connsiteX22-1595" fmla="*/ 9448038 w 10768629"/>
              <a:gd name="connsiteY22-1596" fmla="*/ 459733 h 1978172"/>
              <a:gd name="connsiteX23-1597" fmla="*/ 9396821 w 10768629"/>
              <a:gd name="connsiteY23-1598" fmla="*/ 455795 h 1978172"/>
              <a:gd name="connsiteX24-1599" fmla="*/ 9392197 w 10768629"/>
              <a:gd name="connsiteY24-1600" fmla="*/ 459796 h 1978172"/>
              <a:gd name="connsiteX25-1601" fmla="*/ 9347994 w 10768629"/>
              <a:gd name="connsiteY25-1602" fmla="*/ 464462 h 1978172"/>
              <a:gd name="connsiteX26-1603" fmla="*/ 9347889 w 10768629"/>
              <a:gd name="connsiteY26-1604" fmla="*/ 466539 h 1978172"/>
              <a:gd name="connsiteX27-1605" fmla="*/ 9337639 w 10768629"/>
              <a:gd name="connsiteY27-1606" fmla="*/ 476654 h 1978172"/>
              <a:gd name="connsiteX28-1607" fmla="*/ 9316893 w 10768629"/>
              <a:gd name="connsiteY28-1608" fmla="*/ 491390 h 1978172"/>
              <a:gd name="connsiteX29-1609" fmla="*/ 9229283 w 10768629"/>
              <a:gd name="connsiteY29-1610" fmla="*/ 555377 h 1978172"/>
              <a:gd name="connsiteX30-1611" fmla="*/ 9220274 w 10768629"/>
              <a:gd name="connsiteY30-1612" fmla="*/ 557502 h 1978172"/>
              <a:gd name="connsiteX31-1613" fmla="*/ 9220202 w 10768629"/>
              <a:gd name="connsiteY31-1614" fmla="*/ 558001 h 1978172"/>
              <a:gd name="connsiteX32-1615" fmla="*/ 9210908 w 10768629"/>
              <a:gd name="connsiteY32-1616" fmla="*/ 561147 h 1978172"/>
              <a:gd name="connsiteX33-1617" fmla="*/ 9186374 w 10768629"/>
              <a:gd name="connsiteY33-1618" fmla="*/ 565502 h 1978172"/>
              <a:gd name="connsiteX34-1619" fmla="*/ 9181058 w 10768629"/>
              <a:gd name="connsiteY34-1620" fmla="*/ 569943 h 1978172"/>
              <a:gd name="connsiteX35-1621" fmla="*/ 9179948 w 10768629"/>
              <a:gd name="connsiteY35-1622" fmla="*/ 576062 h 1978172"/>
              <a:gd name="connsiteX36-1623" fmla="*/ 9149110 w 10768629"/>
              <a:gd name="connsiteY36-1624" fmla="*/ 598906 h 1978172"/>
              <a:gd name="connsiteX37-1625" fmla="*/ 9078556 w 10768629"/>
              <a:gd name="connsiteY37-1626" fmla="*/ 644039 h 1978172"/>
              <a:gd name="connsiteX38-1627" fmla="*/ 8996399 w 10768629"/>
              <a:gd name="connsiteY38-1628" fmla="*/ 690055 h 1978172"/>
              <a:gd name="connsiteX39-1629" fmla="*/ 8803791 w 10768629"/>
              <a:gd name="connsiteY39-1630" fmla="*/ 813860 h 1978172"/>
              <a:gd name="connsiteX40-1631" fmla="*/ 8636202 w 10768629"/>
              <a:gd name="connsiteY40-1632" fmla="*/ 848463 h 1978172"/>
              <a:gd name="connsiteX41-1633" fmla="*/ 8555372 w 10768629"/>
              <a:gd name="connsiteY41-1634" fmla="*/ 883171 h 1978172"/>
              <a:gd name="connsiteX42-1635" fmla="*/ 8507229 w 10768629"/>
              <a:gd name="connsiteY42-1636" fmla="*/ 901665 h 1978172"/>
              <a:gd name="connsiteX43-1637" fmla="*/ 8428473 w 10768629"/>
              <a:gd name="connsiteY43-1638" fmla="*/ 927985 h 1978172"/>
              <a:gd name="connsiteX44-1639" fmla="*/ 8427914 w 10768629"/>
              <a:gd name="connsiteY44-1640" fmla="*/ 933480 h 1978172"/>
              <a:gd name="connsiteX45-1641" fmla="*/ 8420327 w 10768629"/>
              <a:gd name="connsiteY45-1642" fmla="*/ 941984 h 1978172"/>
              <a:gd name="connsiteX46-1643" fmla="*/ 8407128 w 10768629"/>
              <a:gd name="connsiteY46-1644" fmla="*/ 961344 h 1978172"/>
              <a:gd name="connsiteX47-1645" fmla="*/ 8380548 w 10768629"/>
              <a:gd name="connsiteY47-1646" fmla="*/ 987916 h 1978172"/>
              <a:gd name="connsiteX48-1647" fmla="*/ 8379462 w 10768629"/>
              <a:gd name="connsiteY48-1648" fmla="*/ 987106 h 1978172"/>
              <a:gd name="connsiteX49-1649" fmla="*/ 8369725 w 10768629"/>
              <a:gd name="connsiteY49-1650" fmla="*/ 989186 h 1978172"/>
              <a:gd name="connsiteX50-1651" fmla="*/ 8304438 w 10768629"/>
              <a:gd name="connsiteY50-1652" fmla="*/ 996739 h 1978172"/>
              <a:gd name="connsiteX51-1653" fmla="*/ 8280929 w 10768629"/>
              <a:gd name="connsiteY51-1654" fmla="*/ 1023089 h 1978172"/>
              <a:gd name="connsiteX52-1655" fmla="*/ 8275760 w 10768629"/>
              <a:gd name="connsiteY52-1656" fmla="*/ 1027772 h 1978172"/>
              <a:gd name="connsiteX53-1657" fmla="*/ 8275478 w 10768629"/>
              <a:gd name="connsiteY53-1658" fmla="*/ 1027605 h 1978172"/>
              <a:gd name="connsiteX54-1659" fmla="*/ 8269666 w 10768629"/>
              <a:gd name="connsiteY54-1660" fmla="*/ 1032033 h 1978172"/>
              <a:gd name="connsiteX55-1661" fmla="*/ 8203836 w 10768629"/>
              <a:gd name="connsiteY55-1662" fmla="*/ 1037347 h 1978172"/>
              <a:gd name="connsiteX56-1663" fmla="*/ 8122936 w 10768629"/>
              <a:gd name="connsiteY56-1664" fmla="*/ 1063113 h 1978172"/>
              <a:gd name="connsiteX57-1665" fmla="*/ 8043658 w 10768629"/>
              <a:gd name="connsiteY57-1666" fmla="*/ 1092746 h 1978172"/>
              <a:gd name="connsiteX58-1667" fmla="*/ 8015351 w 10768629"/>
              <a:gd name="connsiteY58-1668" fmla="*/ 1105478 h 1978172"/>
              <a:gd name="connsiteX59-1669" fmla="*/ 7963145 w 10768629"/>
              <a:gd name="connsiteY59-1670" fmla="*/ 1119346 h 1978172"/>
              <a:gd name="connsiteX60-1671" fmla="*/ 7938145 w 10768629"/>
              <a:gd name="connsiteY60-1672" fmla="*/ 1120225 h 1978172"/>
              <a:gd name="connsiteX61-1673" fmla="*/ 7937238 w 10768629"/>
              <a:gd name="connsiteY61-1674" fmla="*/ 1121204 h 1978172"/>
              <a:gd name="connsiteX62-1675" fmla="*/ 7934398 w 10768629"/>
              <a:gd name="connsiteY62-1676" fmla="*/ 1118240 h 1978172"/>
              <a:gd name="connsiteX63-1677" fmla="*/ 7918248 w 10768629"/>
              <a:gd name="connsiteY63-1678" fmla="*/ 1124371 h 1978172"/>
              <a:gd name="connsiteX64-1679" fmla="*/ 7914119 w 10768629"/>
              <a:gd name="connsiteY64-1680" fmla="*/ 1127653 h 1978172"/>
              <a:gd name="connsiteX65-1681" fmla="*/ 7907658 w 10768629"/>
              <a:gd name="connsiteY65-1682" fmla="*/ 1130350 h 1978172"/>
              <a:gd name="connsiteX66-1683" fmla="*/ 7907434 w 10768629"/>
              <a:gd name="connsiteY66-1684" fmla="*/ 1130103 h 1978172"/>
              <a:gd name="connsiteX67-1685" fmla="*/ 7901508 w 10768629"/>
              <a:gd name="connsiteY67-1686" fmla="*/ 1133245 h 1978172"/>
              <a:gd name="connsiteX68-1687" fmla="*/ 7873287 w 10768629"/>
              <a:gd name="connsiteY68-1688" fmla="*/ 1152609 h 1978172"/>
              <a:gd name="connsiteX69-1689" fmla="*/ 7834833 w 10768629"/>
              <a:gd name="connsiteY69-1690" fmla="*/ 1153868 h 1978172"/>
              <a:gd name="connsiteX70-1691" fmla="*/ 7828661 w 10768629"/>
              <a:gd name="connsiteY70-1692" fmla="*/ 1139994 h 1978172"/>
              <a:gd name="connsiteX71-1693" fmla="*/ 7823966 w 10768629"/>
              <a:gd name="connsiteY71-1694" fmla="*/ 1143178 h 1978172"/>
              <a:gd name="connsiteX72-1695" fmla="*/ 7815078 w 10768629"/>
              <a:gd name="connsiteY72-1696" fmla="*/ 1151776 h 1978172"/>
              <a:gd name="connsiteX73-1697" fmla="*/ 7812026 w 10768629"/>
              <a:gd name="connsiteY73-1698" fmla="*/ 1151522 h 1978172"/>
              <a:gd name="connsiteX74-1699" fmla="*/ 7782249 w 10768629"/>
              <a:gd name="connsiteY74-1700" fmla="*/ 1160970 h 1978172"/>
              <a:gd name="connsiteX75-1701" fmla="*/ 7773476 w 10768629"/>
              <a:gd name="connsiteY75-1702" fmla="*/ 1157414 h 1978172"/>
              <a:gd name="connsiteX76-1703" fmla="*/ 7769600 w 10768629"/>
              <a:gd name="connsiteY76-1704" fmla="*/ 1157365 h 1978172"/>
              <a:gd name="connsiteX77-1705" fmla="*/ 7752631 w 10768629"/>
              <a:gd name="connsiteY77-1706" fmla="*/ 1172815 h 1978172"/>
              <a:gd name="connsiteX78-1707" fmla="*/ 7743525 w 10768629"/>
              <a:gd name="connsiteY78-1708" fmla="*/ 1179064 h 1978172"/>
              <a:gd name="connsiteX79-1709" fmla="*/ 7685942 w 10768629"/>
              <a:gd name="connsiteY79-1710" fmla="*/ 1233723 h 1978172"/>
              <a:gd name="connsiteX80-1711" fmla="*/ 7586920 w 10768629"/>
              <a:gd name="connsiteY80-1712" fmla="*/ 1261888 h 1978172"/>
              <a:gd name="connsiteX81-1713" fmla="*/ 7486100 w 10768629"/>
              <a:gd name="connsiteY81-1714" fmla="*/ 1292563 h 1978172"/>
              <a:gd name="connsiteX82-1715" fmla="*/ 7407190 w 10768629"/>
              <a:gd name="connsiteY82-1716" fmla="*/ 1314737 h 1978172"/>
              <a:gd name="connsiteX83-1717" fmla="*/ 7240698 w 10768629"/>
              <a:gd name="connsiteY83-1718" fmla="*/ 1438832 h 1978172"/>
              <a:gd name="connsiteX84-1719" fmla="*/ 7197675 w 10768629"/>
              <a:gd name="connsiteY84-1720" fmla="*/ 1447530 h 1978172"/>
              <a:gd name="connsiteX85-1721" fmla="*/ 7164788 w 10768629"/>
              <a:gd name="connsiteY85-1722" fmla="*/ 1480293 h 1978172"/>
              <a:gd name="connsiteX86-1723" fmla="*/ 7147929 w 10768629"/>
              <a:gd name="connsiteY86-1724" fmla="*/ 1477641 h 1978172"/>
              <a:gd name="connsiteX87-1725" fmla="*/ 7144965 w 10768629"/>
              <a:gd name="connsiteY87-1726" fmla="*/ 1476908 h 1978172"/>
              <a:gd name="connsiteX88-1727" fmla="*/ 7134299 w 10768629"/>
              <a:gd name="connsiteY88-1728" fmla="*/ 1479969 h 1978172"/>
              <a:gd name="connsiteX89-1729" fmla="*/ 7129809 w 10768629"/>
              <a:gd name="connsiteY89-1730" fmla="*/ 1473339 h 1978172"/>
              <a:gd name="connsiteX90-1731" fmla="*/ 7112688 w 10768629"/>
              <a:gd name="connsiteY90-1732" fmla="*/ 1472575 h 1978172"/>
              <a:gd name="connsiteX91-1733" fmla="*/ 7093470 w 10768629"/>
              <a:gd name="connsiteY91-1734" fmla="*/ 1480300 h 1978172"/>
              <a:gd name="connsiteX92-1735" fmla="*/ 7025034 w 10768629"/>
              <a:gd name="connsiteY92-1736" fmla="*/ 1506934 h 1978172"/>
              <a:gd name="connsiteX93-1737" fmla="*/ 7014783 w 10768629"/>
              <a:gd name="connsiteY93-1738" fmla="*/ 1515868 h 1978172"/>
              <a:gd name="connsiteX94-1739" fmla="*/ 6979706 w 10768629"/>
              <a:gd name="connsiteY94-1740" fmla="*/ 1523511 h 1978172"/>
              <a:gd name="connsiteX95-1741" fmla="*/ 6977890 w 10768629"/>
              <a:gd name="connsiteY95-1742" fmla="*/ 1525793 h 1978172"/>
              <a:gd name="connsiteX96-1743" fmla="*/ 6944339 w 10768629"/>
              <a:gd name="connsiteY96-1744" fmla="*/ 1536237 h 1978172"/>
              <a:gd name="connsiteX97-1745" fmla="*/ 6886996 w 10768629"/>
              <a:gd name="connsiteY97-1746" fmla="*/ 1563569 h 1978172"/>
              <a:gd name="connsiteX98-1747" fmla="*/ 6874510 w 10768629"/>
              <a:gd name="connsiteY98-1748" fmla="*/ 1558469 h 1978172"/>
              <a:gd name="connsiteX99-1749" fmla="*/ 6871943 w 10768629"/>
              <a:gd name="connsiteY99-1750" fmla="*/ 1554651 h 1978172"/>
              <a:gd name="connsiteX100-1751" fmla="*/ 6856174 w 10768629"/>
              <a:gd name="connsiteY100-1752" fmla="*/ 1562024 h 1978172"/>
              <a:gd name="connsiteX101-1753" fmla="*/ 6842321 w 10768629"/>
              <a:gd name="connsiteY101-1754" fmla="*/ 1560554 h 1978172"/>
              <a:gd name="connsiteX102-1755" fmla="*/ 6832713 w 10768629"/>
              <a:gd name="connsiteY102-1756" fmla="*/ 1569357 h 1978172"/>
              <a:gd name="connsiteX103-1757" fmla="*/ 6816351 w 10768629"/>
              <a:gd name="connsiteY103-1758" fmla="*/ 1571495 h 1978172"/>
              <a:gd name="connsiteX104-1759" fmla="*/ 6795800 w 10768629"/>
              <a:gd name="connsiteY104-1760" fmla="*/ 1572010 h 1978172"/>
              <a:gd name="connsiteX105-1761" fmla="*/ 6777546 w 10768629"/>
              <a:gd name="connsiteY105-1762" fmla="*/ 1568661 h 1978172"/>
              <a:gd name="connsiteX106-1763" fmla="*/ 6751528 w 10768629"/>
              <a:gd name="connsiteY106-1764" fmla="*/ 1574143 h 1978172"/>
              <a:gd name="connsiteX107-1765" fmla="*/ 6691966 w 10768629"/>
              <a:gd name="connsiteY107-1766" fmla="*/ 1582255 h 1978172"/>
              <a:gd name="connsiteX108-1767" fmla="*/ 6646941 w 10768629"/>
              <a:gd name="connsiteY108-1768" fmla="*/ 1588471 h 1978172"/>
              <a:gd name="connsiteX109-1769" fmla="*/ 6568576 w 10768629"/>
              <a:gd name="connsiteY109-1770" fmla="*/ 1606488 h 1978172"/>
              <a:gd name="connsiteX110-1771" fmla="*/ 6554358 w 10768629"/>
              <a:gd name="connsiteY110-1772" fmla="*/ 1621701 h 1978172"/>
              <a:gd name="connsiteX111-1773" fmla="*/ 6516968 w 10768629"/>
              <a:gd name="connsiteY111-1774" fmla="*/ 1617195 h 1978172"/>
              <a:gd name="connsiteX112-1775" fmla="*/ 6506479 w 10768629"/>
              <a:gd name="connsiteY112-1776" fmla="*/ 1602227 h 1978172"/>
              <a:gd name="connsiteX113-1777" fmla="*/ 6458436 w 10768629"/>
              <a:gd name="connsiteY113-1778" fmla="*/ 1607332 h 1978172"/>
              <a:gd name="connsiteX114-1779" fmla="*/ 6414786 w 10768629"/>
              <a:gd name="connsiteY114-1780" fmla="*/ 1628815 h 1978172"/>
              <a:gd name="connsiteX115-1781" fmla="*/ 6357085 w 10768629"/>
              <a:gd name="connsiteY115-1782" fmla="*/ 1640846 h 1978172"/>
              <a:gd name="connsiteX116-1783" fmla="*/ 6322636 w 10768629"/>
              <a:gd name="connsiteY116-1784" fmla="*/ 1648213 h 1978172"/>
              <a:gd name="connsiteX117-1785" fmla="*/ 6226172 w 10768629"/>
              <a:gd name="connsiteY117-1786" fmla="*/ 1654676 h 1978172"/>
              <a:gd name="connsiteX118-1787" fmla="*/ 6221217 w 10768629"/>
              <a:gd name="connsiteY118-1788" fmla="*/ 1654506 h 1978172"/>
              <a:gd name="connsiteX119-1789" fmla="*/ 6204956 w 10768629"/>
              <a:gd name="connsiteY119-1790" fmla="*/ 1664280 h 1978172"/>
              <a:gd name="connsiteX120-1791" fmla="*/ 6204270 w 10768629"/>
              <a:gd name="connsiteY120-1792" fmla="*/ 1666782 h 1978172"/>
              <a:gd name="connsiteX121-1793" fmla="*/ 6143810 w 10768629"/>
              <a:gd name="connsiteY121-1794" fmla="*/ 1661963 h 1978172"/>
              <a:gd name="connsiteX122-1795" fmla="*/ 6136560 w 10768629"/>
              <a:gd name="connsiteY122-1796" fmla="*/ 1665728 h 1978172"/>
              <a:gd name="connsiteX123-1797" fmla="*/ 6096155 w 10768629"/>
              <a:gd name="connsiteY123-1798" fmla="*/ 1656951 h 1978172"/>
              <a:gd name="connsiteX124-1799" fmla="*/ 6075812 w 10768629"/>
              <a:gd name="connsiteY124-1800" fmla="*/ 1655422 h 1978172"/>
              <a:gd name="connsiteX125-1801" fmla="*/ 6039495 w 10768629"/>
              <a:gd name="connsiteY125-1802" fmla="*/ 1649680 h 1978172"/>
              <a:gd name="connsiteX126-1803" fmla="*/ 6036523 w 10768629"/>
              <a:gd name="connsiteY126-1804" fmla="*/ 1652121 h 1978172"/>
              <a:gd name="connsiteX127-1805" fmla="*/ 6029328 w 10768629"/>
              <a:gd name="connsiteY127-1806" fmla="*/ 1649904 h 1978172"/>
              <a:gd name="connsiteX128-1807" fmla="*/ 6024075 w 10768629"/>
              <a:gd name="connsiteY128-1808" fmla="*/ 1652779 h 1978172"/>
              <a:gd name="connsiteX129-1809" fmla="*/ 6018085 w 10768629"/>
              <a:gd name="connsiteY129-1810" fmla="*/ 1652030 h 1978172"/>
              <a:gd name="connsiteX130-1811" fmla="*/ 5955513 w 10768629"/>
              <a:gd name="connsiteY130-1812" fmla="*/ 1663584 h 1978172"/>
              <a:gd name="connsiteX131-1813" fmla="*/ 5941996 w 10768629"/>
              <a:gd name="connsiteY131-1814" fmla="*/ 1661326 h 1978172"/>
              <a:gd name="connsiteX132-1815" fmla="*/ 5931789 w 10768629"/>
              <a:gd name="connsiteY132-1816" fmla="*/ 1669915 h 1978172"/>
              <a:gd name="connsiteX133-1817" fmla="*/ 5888686 w 10768629"/>
              <a:gd name="connsiteY133-1818" fmla="*/ 1672175 h 1978172"/>
              <a:gd name="connsiteX134-1819" fmla="*/ 5873794 w 10768629"/>
              <a:gd name="connsiteY134-1820" fmla="*/ 1665454 h 1978172"/>
              <a:gd name="connsiteX135-1821" fmla="*/ 5860022 w 10768629"/>
              <a:gd name="connsiteY135-1822" fmla="*/ 1660635 h 1978172"/>
              <a:gd name="connsiteX136-1823" fmla="*/ 5858237 w 10768629"/>
              <a:gd name="connsiteY136-1824" fmla="*/ 1660649 h 1978172"/>
              <a:gd name="connsiteX137-1825" fmla="*/ 5840319 w 10768629"/>
              <a:gd name="connsiteY137-1826" fmla="*/ 1660798 h 1978172"/>
              <a:gd name="connsiteX138-1827" fmla="*/ 5806984 w 10768629"/>
              <a:gd name="connsiteY138-1828" fmla="*/ 1661075 h 1978172"/>
              <a:gd name="connsiteX139-1829" fmla="*/ 5742351 w 10768629"/>
              <a:gd name="connsiteY139-1830" fmla="*/ 1667489 h 1978172"/>
              <a:gd name="connsiteX140-1831" fmla="*/ 5521171 w 10768629"/>
              <a:gd name="connsiteY140-1832" fmla="*/ 1671626 h 1978172"/>
              <a:gd name="connsiteX141-1833" fmla="*/ 5457384 w 10768629"/>
              <a:gd name="connsiteY141-1834" fmla="*/ 1683952 h 1978172"/>
              <a:gd name="connsiteX142-1835" fmla="*/ 4950070 w 10768629"/>
              <a:gd name="connsiteY142-1836" fmla="*/ 1748401 h 1978172"/>
              <a:gd name="connsiteX143-1837" fmla="*/ 4872172 w 10768629"/>
              <a:gd name="connsiteY143-1838" fmla="*/ 1757222 h 1978172"/>
              <a:gd name="connsiteX144-1839" fmla="*/ 4809524 w 10768629"/>
              <a:gd name="connsiteY144-1840" fmla="*/ 1761033 h 1978172"/>
              <a:gd name="connsiteX145-1841" fmla="*/ 4759058 w 10768629"/>
              <a:gd name="connsiteY145-1842" fmla="*/ 1766533 h 1978172"/>
              <a:gd name="connsiteX146-1843" fmla="*/ 4719749 w 10768629"/>
              <a:gd name="connsiteY146-1844" fmla="*/ 1771811 h 1978172"/>
              <a:gd name="connsiteX147-1845" fmla="*/ 4568686 w 10768629"/>
              <a:gd name="connsiteY147-1846" fmla="*/ 1786141 h 1978172"/>
              <a:gd name="connsiteX148-1847" fmla="*/ 4418751 w 10768629"/>
              <a:gd name="connsiteY148-1848" fmla="*/ 1796932 h 1978172"/>
              <a:gd name="connsiteX149-1849" fmla="*/ 4378377 w 10768629"/>
              <a:gd name="connsiteY149-1850" fmla="*/ 1815528 h 1978172"/>
              <a:gd name="connsiteX150-1851" fmla="*/ 4320575 w 10768629"/>
              <a:gd name="connsiteY150-1852" fmla="*/ 1832722 h 1978172"/>
              <a:gd name="connsiteX151-1853" fmla="*/ 4220200 w 10768629"/>
              <a:gd name="connsiteY151-1854" fmla="*/ 1873173 h 1978172"/>
              <a:gd name="connsiteX152-1855" fmla="*/ 4105361 w 10768629"/>
              <a:gd name="connsiteY152-1856" fmla="*/ 1894711 h 1978172"/>
              <a:gd name="connsiteX153-1857" fmla="*/ 3973223 w 10768629"/>
              <a:gd name="connsiteY153-1858" fmla="*/ 1881015 h 1978172"/>
              <a:gd name="connsiteX154-1859" fmla="*/ 3900992 w 10768629"/>
              <a:gd name="connsiteY154-1860" fmla="*/ 1880603 h 1978172"/>
              <a:gd name="connsiteX155-1861" fmla="*/ 3662119 w 10768629"/>
              <a:gd name="connsiteY155-1862" fmla="*/ 1876289 h 1978172"/>
              <a:gd name="connsiteX156-1863" fmla="*/ 3496919 w 10768629"/>
              <a:gd name="connsiteY156-1864" fmla="*/ 1873180 h 1978172"/>
              <a:gd name="connsiteX157-1865" fmla="*/ 3449433 w 10768629"/>
              <a:gd name="connsiteY157-1866" fmla="*/ 1889681 h 1978172"/>
              <a:gd name="connsiteX158-1867" fmla="*/ 3369766 w 10768629"/>
              <a:gd name="connsiteY158-1868" fmla="*/ 1916653 h 1978172"/>
              <a:gd name="connsiteX159-1869" fmla="*/ 3290336 w 10768629"/>
              <a:gd name="connsiteY159-1870" fmla="*/ 1925039 h 1978172"/>
              <a:gd name="connsiteX160-1871" fmla="*/ 3224897 w 10768629"/>
              <a:gd name="connsiteY160-1872" fmla="*/ 1943733 h 1978172"/>
              <a:gd name="connsiteX161-1873" fmla="*/ 3161463 w 10768629"/>
              <a:gd name="connsiteY161-1874" fmla="*/ 1946591 h 1978172"/>
              <a:gd name="connsiteX162-1875" fmla="*/ 3157504 w 10768629"/>
              <a:gd name="connsiteY162-1876" fmla="*/ 1957276 h 1978172"/>
              <a:gd name="connsiteX163-1877" fmla="*/ 3115176 w 10768629"/>
              <a:gd name="connsiteY163-1878" fmla="*/ 1943459 h 1978172"/>
              <a:gd name="connsiteX164-1879" fmla="*/ 3038835 w 10768629"/>
              <a:gd name="connsiteY164-1880" fmla="*/ 1920210 h 1978172"/>
              <a:gd name="connsiteX165-1881" fmla="*/ 2897201 w 10768629"/>
              <a:gd name="connsiteY165-1882" fmla="*/ 1926772 h 1978172"/>
              <a:gd name="connsiteX166-1883" fmla="*/ 2783891 w 10768629"/>
              <a:gd name="connsiteY166-1884" fmla="*/ 1931749 h 1978172"/>
              <a:gd name="connsiteX167-1885" fmla="*/ 2712447 w 10768629"/>
              <a:gd name="connsiteY167-1886" fmla="*/ 1933044 h 1978172"/>
              <a:gd name="connsiteX168-1887" fmla="*/ 2560151 w 10768629"/>
              <a:gd name="connsiteY168-1888" fmla="*/ 1963609 h 1978172"/>
              <a:gd name="connsiteX169-1889" fmla="*/ 2367221 w 10768629"/>
              <a:gd name="connsiteY169-1890" fmla="*/ 1971884 h 1978172"/>
              <a:gd name="connsiteX170-1891" fmla="*/ 2272130 w 10768629"/>
              <a:gd name="connsiteY170-1892" fmla="*/ 1961162 h 1978172"/>
              <a:gd name="connsiteX171-1893" fmla="*/ 2189404 w 10768629"/>
              <a:gd name="connsiteY171-1894" fmla="*/ 1978172 h 1978172"/>
              <a:gd name="connsiteX172-1895" fmla="*/ 2077704 w 10768629"/>
              <a:gd name="connsiteY172-1896" fmla="*/ 1965002 h 1978172"/>
              <a:gd name="connsiteX173-1897" fmla="*/ 1967996 w 10768629"/>
              <a:gd name="connsiteY173-1898" fmla="*/ 1953187 h 1978172"/>
              <a:gd name="connsiteX174-1899" fmla="*/ 1855805 w 10768629"/>
              <a:gd name="connsiteY174-1900" fmla="*/ 1926082 h 1978172"/>
              <a:gd name="connsiteX175-1901" fmla="*/ 1790957 w 10768629"/>
              <a:gd name="connsiteY175-1902" fmla="*/ 1919460 h 1978172"/>
              <a:gd name="connsiteX176-1903" fmla="*/ 1613978 w 10768629"/>
              <a:gd name="connsiteY176-1904" fmla="*/ 1891581 h 1978172"/>
              <a:gd name="connsiteX177-1905" fmla="*/ 1436831 w 10768629"/>
              <a:gd name="connsiteY177-1906" fmla="*/ 1856201 h 1978172"/>
              <a:gd name="connsiteX178-1907" fmla="*/ 1332568 w 10768629"/>
              <a:gd name="connsiteY178-1908" fmla="*/ 1793149 h 1978172"/>
              <a:gd name="connsiteX179-1909" fmla="*/ 1186881 w 10768629"/>
              <a:gd name="connsiteY179-1910" fmla="*/ 1768613 h 1978172"/>
              <a:gd name="connsiteX180-1911" fmla="*/ 1162595 w 10768629"/>
              <a:gd name="connsiteY180-1912" fmla="*/ 1758337 h 1978172"/>
              <a:gd name="connsiteX181-1913" fmla="*/ 1128523 w 10768629"/>
              <a:gd name="connsiteY181-1914" fmla="*/ 1763621 h 1978172"/>
              <a:gd name="connsiteX182-1915" fmla="*/ 991903 w 10768629"/>
              <a:gd name="connsiteY182-1916" fmla="*/ 1786741 h 1978172"/>
              <a:gd name="connsiteX183-1917" fmla="*/ 883960 w 10768629"/>
              <a:gd name="connsiteY183-1918" fmla="*/ 1822386 h 1978172"/>
              <a:gd name="connsiteX184-1919" fmla="*/ 766531 w 10768629"/>
              <a:gd name="connsiteY184-1920" fmla="*/ 1805053 h 1978172"/>
              <a:gd name="connsiteX185-1921" fmla="*/ 669779 w 10768629"/>
              <a:gd name="connsiteY185-1922" fmla="*/ 1800537 h 1978172"/>
              <a:gd name="connsiteX186-1923" fmla="*/ 523898 w 10768629"/>
              <a:gd name="connsiteY186-1924" fmla="*/ 1811085 h 1978172"/>
              <a:gd name="connsiteX187-1925" fmla="*/ 360251 w 10768629"/>
              <a:gd name="connsiteY187-1926" fmla="*/ 1830735 h 1978172"/>
              <a:gd name="connsiteX188-1927" fmla="*/ 255207 w 10768629"/>
              <a:gd name="connsiteY188-1928" fmla="*/ 1818275 h 1978172"/>
              <a:gd name="connsiteX189-1929" fmla="*/ 101803 w 10768629"/>
              <a:gd name="connsiteY189-1930" fmla="*/ 1870647 h 1978172"/>
              <a:gd name="connsiteX190-1931" fmla="*/ 25397 w 10768629"/>
              <a:gd name="connsiteY190-1932" fmla="*/ 1888443 h 1978172"/>
              <a:gd name="connsiteX191-1933" fmla="*/ 2370 w 10768629"/>
              <a:gd name="connsiteY191-1934" fmla="*/ 1878311 h 1978172"/>
              <a:gd name="connsiteX192-1935" fmla="*/ 0 w 10768629"/>
              <a:gd name="connsiteY192-1936" fmla="*/ 1878785 h 1978172"/>
              <a:gd name="connsiteX193-1937" fmla="*/ 0 w 10768629"/>
              <a:gd name="connsiteY193-1938" fmla="*/ 0 h 1978172"/>
              <a:gd name="connsiteX0-1939" fmla="*/ 0 w 10768629"/>
              <a:gd name="connsiteY0-1940" fmla="*/ 0 h 1978172"/>
              <a:gd name="connsiteX1-1941" fmla="*/ 10768629 w 10768629"/>
              <a:gd name="connsiteY1-1942" fmla="*/ 0 h 1978172"/>
              <a:gd name="connsiteX2-1943" fmla="*/ 10733254 w 10768629"/>
              <a:gd name="connsiteY2-1944" fmla="*/ 31439 h 1978172"/>
              <a:gd name="connsiteX3-1945" fmla="*/ 10727085 w 10768629"/>
              <a:gd name="connsiteY3-1946" fmla="*/ 37910 h 1978172"/>
              <a:gd name="connsiteX4-1947" fmla="*/ 10675953 w 10768629"/>
              <a:gd name="connsiteY4-1948" fmla="*/ 68623 h 1978172"/>
              <a:gd name="connsiteX5-1949" fmla="*/ 10637091 w 10768629"/>
              <a:gd name="connsiteY5-1950" fmla="*/ 90361 h 1978172"/>
              <a:gd name="connsiteX6-1951" fmla="*/ 10610971 w 10768629"/>
              <a:gd name="connsiteY6-1952" fmla="*/ 110764 h 1978172"/>
              <a:gd name="connsiteX7-1953" fmla="*/ 10532872 w 10768629"/>
              <a:gd name="connsiteY7-1954" fmla="*/ 138028 h 1978172"/>
              <a:gd name="connsiteX8-1955" fmla="*/ 10398558 w 10768629"/>
              <a:gd name="connsiteY8-1956" fmla="*/ 172911 h 1978172"/>
              <a:gd name="connsiteX9-1957" fmla="*/ 10371128 w 10768629"/>
              <a:gd name="connsiteY9-1958" fmla="*/ 182609 h 1978172"/>
              <a:gd name="connsiteX10-1959" fmla="*/ 10352178 w 10768629"/>
              <a:gd name="connsiteY10-1960" fmla="*/ 199976 h 1978172"/>
              <a:gd name="connsiteX11-1961" fmla="*/ 10351815 w 10768629"/>
              <a:gd name="connsiteY11-1962" fmla="*/ 211879 h 1978172"/>
              <a:gd name="connsiteX12-1963" fmla="*/ 10337471 w 10768629"/>
              <a:gd name="connsiteY12-1964" fmla="*/ 218661 h 1978172"/>
              <a:gd name="connsiteX13-1965" fmla="*/ 10334625 w 10768629"/>
              <a:gd name="connsiteY13-1966" fmla="*/ 222351 h 1978172"/>
              <a:gd name="connsiteX14-1967" fmla="*/ 10256365 w 10768629"/>
              <a:gd name="connsiteY14-1968" fmla="*/ 235917 h 1978172"/>
              <a:gd name="connsiteX15-1969" fmla="*/ 10201127 w 10768629"/>
              <a:gd name="connsiteY15-1970" fmla="*/ 267448 h 1978172"/>
              <a:gd name="connsiteX16-1971" fmla="*/ 9961218 w 10768629"/>
              <a:gd name="connsiteY16-1972" fmla="*/ 326720 h 1978172"/>
              <a:gd name="connsiteX17-1973" fmla="*/ 9859715 w 10768629"/>
              <a:gd name="connsiteY17-1974" fmla="*/ 355698 h 1978172"/>
              <a:gd name="connsiteX18-1975" fmla="*/ 9679867 w 10768629"/>
              <a:gd name="connsiteY18-1976" fmla="*/ 399081 h 1978172"/>
              <a:gd name="connsiteX19-1977" fmla="*/ 9490654 w 10768629"/>
              <a:gd name="connsiteY19-1978" fmla="*/ 455225 h 1978172"/>
              <a:gd name="connsiteX20-1979" fmla="*/ 9470837 w 10768629"/>
              <a:gd name="connsiteY20-1980" fmla="*/ 452539 h 1978172"/>
              <a:gd name="connsiteX21-1981" fmla="*/ 9469082 w 10768629"/>
              <a:gd name="connsiteY21-1982" fmla="*/ 454891 h 1978172"/>
              <a:gd name="connsiteX22-1983" fmla="*/ 9448038 w 10768629"/>
              <a:gd name="connsiteY22-1984" fmla="*/ 459733 h 1978172"/>
              <a:gd name="connsiteX23-1985" fmla="*/ 9396821 w 10768629"/>
              <a:gd name="connsiteY23-1986" fmla="*/ 455795 h 1978172"/>
              <a:gd name="connsiteX24-1987" fmla="*/ 9392197 w 10768629"/>
              <a:gd name="connsiteY24-1988" fmla="*/ 459796 h 1978172"/>
              <a:gd name="connsiteX25-1989" fmla="*/ 9347994 w 10768629"/>
              <a:gd name="connsiteY25-1990" fmla="*/ 464462 h 1978172"/>
              <a:gd name="connsiteX26-1991" fmla="*/ 9347889 w 10768629"/>
              <a:gd name="connsiteY26-1992" fmla="*/ 466539 h 1978172"/>
              <a:gd name="connsiteX27-1993" fmla="*/ 9337639 w 10768629"/>
              <a:gd name="connsiteY27-1994" fmla="*/ 476654 h 1978172"/>
              <a:gd name="connsiteX28-1995" fmla="*/ 9316893 w 10768629"/>
              <a:gd name="connsiteY28-1996" fmla="*/ 491390 h 1978172"/>
              <a:gd name="connsiteX29-1997" fmla="*/ 9229283 w 10768629"/>
              <a:gd name="connsiteY29-1998" fmla="*/ 555377 h 1978172"/>
              <a:gd name="connsiteX30-1999" fmla="*/ 9220274 w 10768629"/>
              <a:gd name="connsiteY30-2000" fmla="*/ 557502 h 1978172"/>
              <a:gd name="connsiteX31-2001" fmla="*/ 9220202 w 10768629"/>
              <a:gd name="connsiteY31-2002" fmla="*/ 558001 h 1978172"/>
              <a:gd name="connsiteX32-2003" fmla="*/ 9210908 w 10768629"/>
              <a:gd name="connsiteY32-2004" fmla="*/ 561147 h 1978172"/>
              <a:gd name="connsiteX33-2005" fmla="*/ 9186374 w 10768629"/>
              <a:gd name="connsiteY33-2006" fmla="*/ 565502 h 1978172"/>
              <a:gd name="connsiteX34-2007" fmla="*/ 9181058 w 10768629"/>
              <a:gd name="connsiteY34-2008" fmla="*/ 569943 h 1978172"/>
              <a:gd name="connsiteX35-2009" fmla="*/ 9179948 w 10768629"/>
              <a:gd name="connsiteY35-2010" fmla="*/ 576062 h 1978172"/>
              <a:gd name="connsiteX36-2011" fmla="*/ 9149110 w 10768629"/>
              <a:gd name="connsiteY36-2012" fmla="*/ 598906 h 1978172"/>
              <a:gd name="connsiteX37-2013" fmla="*/ 9078556 w 10768629"/>
              <a:gd name="connsiteY37-2014" fmla="*/ 644039 h 1978172"/>
              <a:gd name="connsiteX38-2015" fmla="*/ 8996399 w 10768629"/>
              <a:gd name="connsiteY38-2016" fmla="*/ 690055 h 1978172"/>
              <a:gd name="connsiteX39-2017" fmla="*/ 8803791 w 10768629"/>
              <a:gd name="connsiteY39-2018" fmla="*/ 813860 h 1978172"/>
              <a:gd name="connsiteX40-2019" fmla="*/ 8636202 w 10768629"/>
              <a:gd name="connsiteY40-2020" fmla="*/ 848463 h 1978172"/>
              <a:gd name="connsiteX41-2021" fmla="*/ 8555372 w 10768629"/>
              <a:gd name="connsiteY41-2022" fmla="*/ 883171 h 1978172"/>
              <a:gd name="connsiteX42-2023" fmla="*/ 8507229 w 10768629"/>
              <a:gd name="connsiteY42-2024" fmla="*/ 901665 h 1978172"/>
              <a:gd name="connsiteX43-2025" fmla="*/ 8428473 w 10768629"/>
              <a:gd name="connsiteY43-2026" fmla="*/ 927985 h 1978172"/>
              <a:gd name="connsiteX44-2027" fmla="*/ 8427914 w 10768629"/>
              <a:gd name="connsiteY44-2028" fmla="*/ 933480 h 1978172"/>
              <a:gd name="connsiteX45-2029" fmla="*/ 8420327 w 10768629"/>
              <a:gd name="connsiteY45-2030" fmla="*/ 941984 h 1978172"/>
              <a:gd name="connsiteX46-2031" fmla="*/ 8407128 w 10768629"/>
              <a:gd name="connsiteY46-2032" fmla="*/ 961344 h 1978172"/>
              <a:gd name="connsiteX47-2033" fmla="*/ 8380548 w 10768629"/>
              <a:gd name="connsiteY47-2034" fmla="*/ 987916 h 1978172"/>
              <a:gd name="connsiteX48-2035" fmla="*/ 8379462 w 10768629"/>
              <a:gd name="connsiteY48-2036" fmla="*/ 987106 h 1978172"/>
              <a:gd name="connsiteX49-2037" fmla="*/ 8369725 w 10768629"/>
              <a:gd name="connsiteY49-2038" fmla="*/ 989186 h 1978172"/>
              <a:gd name="connsiteX50-2039" fmla="*/ 8304438 w 10768629"/>
              <a:gd name="connsiteY50-2040" fmla="*/ 996739 h 1978172"/>
              <a:gd name="connsiteX51-2041" fmla="*/ 8280929 w 10768629"/>
              <a:gd name="connsiteY51-2042" fmla="*/ 1023089 h 1978172"/>
              <a:gd name="connsiteX52-2043" fmla="*/ 8275760 w 10768629"/>
              <a:gd name="connsiteY52-2044" fmla="*/ 1027772 h 1978172"/>
              <a:gd name="connsiteX53-2045" fmla="*/ 8275478 w 10768629"/>
              <a:gd name="connsiteY53-2046" fmla="*/ 1027605 h 1978172"/>
              <a:gd name="connsiteX54-2047" fmla="*/ 8269666 w 10768629"/>
              <a:gd name="connsiteY54-2048" fmla="*/ 1032033 h 1978172"/>
              <a:gd name="connsiteX55-2049" fmla="*/ 8203836 w 10768629"/>
              <a:gd name="connsiteY55-2050" fmla="*/ 1037347 h 1978172"/>
              <a:gd name="connsiteX56-2051" fmla="*/ 8122936 w 10768629"/>
              <a:gd name="connsiteY56-2052" fmla="*/ 1063113 h 1978172"/>
              <a:gd name="connsiteX57-2053" fmla="*/ 8043658 w 10768629"/>
              <a:gd name="connsiteY57-2054" fmla="*/ 1092746 h 1978172"/>
              <a:gd name="connsiteX58-2055" fmla="*/ 8015351 w 10768629"/>
              <a:gd name="connsiteY58-2056" fmla="*/ 1105478 h 1978172"/>
              <a:gd name="connsiteX59-2057" fmla="*/ 7963145 w 10768629"/>
              <a:gd name="connsiteY59-2058" fmla="*/ 1119346 h 1978172"/>
              <a:gd name="connsiteX60-2059" fmla="*/ 7938145 w 10768629"/>
              <a:gd name="connsiteY60-2060" fmla="*/ 1120225 h 1978172"/>
              <a:gd name="connsiteX61-2061" fmla="*/ 7937238 w 10768629"/>
              <a:gd name="connsiteY61-2062" fmla="*/ 1121204 h 1978172"/>
              <a:gd name="connsiteX62-2063" fmla="*/ 7934398 w 10768629"/>
              <a:gd name="connsiteY62-2064" fmla="*/ 1118240 h 1978172"/>
              <a:gd name="connsiteX63-2065" fmla="*/ 7918248 w 10768629"/>
              <a:gd name="connsiteY63-2066" fmla="*/ 1124371 h 1978172"/>
              <a:gd name="connsiteX64-2067" fmla="*/ 7914119 w 10768629"/>
              <a:gd name="connsiteY64-2068" fmla="*/ 1127653 h 1978172"/>
              <a:gd name="connsiteX65-2069" fmla="*/ 7907658 w 10768629"/>
              <a:gd name="connsiteY65-2070" fmla="*/ 1130350 h 1978172"/>
              <a:gd name="connsiteX66-2071" fmla="*/ 7907434 w 10768629"/>
              <a:gd name="connsiteY66-2072" fmla="*/ 1130103 h 1978172"/>
              <a:gd name="connsiteX67-2073" fmla="*/ 7901508 w 10768629"/>
              <a:gd name="connsiteY67-2074" fmla="*/ 1133245 h 1978172"/>
              <a:gd name="connsiteX68-2075" fmla="*/ 7873287 w 10768629"/>
              <a:gd name="connsiteY68-2076" fmla="*/ 1152609 h 1978172"/>
              <a:gd name="connsiteX69-2077" fmla="*/ 7834833 w 10768629"/>
              <a:gd name="connsiteY69-2078" fmla="*/ 1153868 h 1978172"/>
              <a:gd name="connsiteX70-2079" fmla="*/ 7828661 w 10768629"/>
              <a:gd name="connsiteY70-2080" fmla="*/ 1139994 h 1978172"/>
              <a:gd name="connsiteX71-2081" fmla="*/ 7823966 w 10768629"/>
              <a:gd name="connsiteY71-2082" fmla="*/ 1143178 h 1978172"/>
              <a:gd name="connsiteX72-2083" fmla="*/ 7815078 w 10768629"/>
              <a:gd name="connsiteY72-2084" fmla="*/ 1151776 h 1978172"/>
              <a:gd name="connsiteX73-2085" fmla="*/ 7812026 w 10768629"/>
              <a:gd name="connsiteY73-2086" fmla="*/ 1151522 h 1978172"/>
              <a:gd name="connsiteX74-2087" fmla="*/ 7782249 w 10768629"/>
              <a:gd name="connsiteY74-2088" fmla="*/ 1160970 h 1978172"/>
              <a:gd name="connsiteX75-2089" fmla="*/ 7773476 w 10768629"/>
              <a:gd name="connsiteY75-2090" fmla="*/ 1157414 h 1978172"/>
              <a:gd name="connsiteX76-2091" fmla="*/ 7769600 w 10768629"/>
              <a:gd name="connsiteY76-2092" fmla="*/ 1157365 h 1978172"/>
              <a:gd name="connsiteX77-2093" fmla="*/ 7752631 w 10768629"/>
              <a:gd name="connsiteY77-2094" fmla="*/ 1172815 h 1978172"/>
              <a:gd name="connsiteX78-2095" fmla="*/ 7743525 w 10768629"/>
              <a:gd name="connsiteY78-2096" fmla="*/ 1179064 h 1978172"/>
              <a:gd name="connsiteX79-2097" fmla="*/ 7685942 w 10768629"/>
              <a:gd name="connsiteY79-2098" fmla="*/ 1233723 h 1978172"/>
              <a:gd name="connsiteX80-2099" fmla="*/ 7586920 w 10768629"/>
              <a:gd name="connsiteY80-2100" fmla="*/ 1261888 h 1978172"/>
              <a:gd name="connsiteX81-2101" fmla="*/ 7486100 w 10768629"/>
              <a:gd name="connsiteY81-2102" fmla="*/ 1292563 h 1978172"/>
              <a:gd name="connsiteX82-2103" fmla="*/ 7407190 w 10768629"/>
              <a:gd name="connsiteY82-2104" fmla="*/ 1314737 h 1978172"/>
              <a:gd name="connsiteX83-2105" fmla="*/ 7240698 w 10768629"/>
              <a:gd name="connsiteY83-2106" fmla="*/ 1438832 h 1978172"/>
              <a:gd name="connsiteX84-2107" fmla="*/ 7197675 w 10768629"/>
              <a:gd name="connsiteY84-2108" fmla="*/ 1447530 h 1978172"/>
              <a:gd name="connsiteX85-2109" fmla="*/ 7164788 w 10768629"/>
              <a:gd name="connsiteY85-2110" fmla="*/ 1480293 h 1978172"/>
              <a:gd name="connsiteX86-2111" fmla="*/ 7147929 w 10768629"/>
              <a:gd name="connsiteY86-2112" fmla="*/ 1477641 h 1978172"/>
              <a:gd name="connsiteX87-2113" fmla="*/ 7144965 w 10768629"/>
              <a:gd name="connsiteY87-2114" fmla="*/ 1476908 h 1978172"/>
              <a:gd name="connsiteX88-2115" fmla="*/ 7134299 w 10768629"/>
              <a:gd name="connsiteY88-2116" fmla="*/ 1479969 h 1978172"/>
              <a:gd name="connsiteX89-2117" fmla="*/ 7129809 w 10768629"/>
              <a:gd name="connsiteY89-2118" fmla="*/ 1473339 h 1978172"/>
              <a:gd name="connsiteX90-2119" fmla="*/ 7112688 w 10768629"/>
              <a:gd name="connsiteY90-2120" fmla="*/ 1472575 h 1978172"/>
              <a:gd name="connsiteX91-2121" fmla="*/ 7093470 w 10768629"/>
              <a:gd name="connsiteY91-2122" fmla="*/ 1480300 h 1978172"/>
              <a:gd name="connsiteX92-2123" fmla="*/ 7025034 w 10768629"/>
              <a:gd name="connsiteY92-2124" fmla="*/ 1506934 h 1978172"/>
              <a:gd name="connsiteX93-2125" fmla="*/ 7014783 w 10768629"/>
              <a:gd name="connsiteY93-2126" fmla="*/ 1515868 h 1978172"/>
              <a:gd name="connsiteX94-2127" fmla="*/ 6979706 w 10768629"/>
              <a:gd name="connsiteY94-2128" fmla="*/ 1523511 h 1978172"/>
              <a:gd name="connsiteX95-2129" fmla="*/ 6977890 w 10768629"/>
              <a:gd name="connsiteY95-2130" fmla="*/ 1525793 h 1978172"/>
              <a:gd name="connsiteX96-2131" fmla="*/ 6944339 w 10768629"/>
              <a:gd name="connsiteY96-2132" fmla="*/ 1536237 h 1978172"/>
              <a:gd name="connsiteX97-2133" fmla="*/ 6886996 w 10768629"/>
              <a:gd name="connsiteY97-2134" fmla="*/ 1563569 h 1978172"/>
              <a:gd name="connsiteX98-2135" fmla="*/ 6874510 w 10768629"/>
              <a:gd name="connsiteY98-2136" fmla="*/ 1558469 h 1978172"/>
              <a:gd name="connsiteX99-2137" fmla="*/ 6871943 w 10768629"/>
              <a:gd name="connsiteY99-2138" fmla="*/ 1554651 h 1978172"/>
              <a:gd name="connsiteX100-2139" fmla="*/ 6856174 w 10768629"/>
              <a:gd name="connsiteY100-2140" fmla="*/ 1562024 h 1978172"/>
              <a:gd name="connsiteX101-2141" fmla="*/ 6842321 w 10768629"/>
              <a:gd name="connsiteY101-2142" fmla="*/ 1560554 h 1978172"/>
              <a:gd name="connsiteX102-2143" fmla="*/ 6832713 w 10768629"/>
              <a:gd name="connsiteY102-2144" fmla="*/ 1569357 h 1978172"/>
              <a:gd name="connsiteX103-2145" fmla="*/ 6816351 w 10768629"/>
              <a:gd name="connsiteY103-2146" fmla="*/ 1571495 h 1978172"/>
              <a:gd name="connsiteX104-2147" fmla="*/ 6795800 w 10768629"/>
              <a:gd name="connsiteY104-2148" fmla="*/ 1572010 h 1978172"/>
              <a:gd name="connsiteX105-2149" fmla="*/ 6777546 w 10768629"/>
              <a:gd name="connsiteY105-2150" fmla="*/ 1568661 h 1978172"/>
              <a:gd name="connsiteX106-2151" fmla="*/ 6751528 w 10768629"/>
              <a:gd name="connsiteY106-2152" fmla="*/ 1574143 h 1978172"/>
              <a:gd name="connsiteX107-2153" fmla="*/ 6691966 w 10768629"/>
              <a:gd name="connsiteY107-2154" fmla="*/ 1582255 h 1978172"/>
              <a:gd name="connsiteX108-2155" fmla="*/ 6646941 w 10768629"/>
              <a:gd name="connsiteY108-2156" fmla="*/ 1588471 h 1978172"/>
              <a:gd name="connsiteX109-2157" fmla="*/ 6568576 w 10768629"/>
              <a:gd name="connsiteY109-2158" fmla="*/ 1606488 h 1978172"/>
              <a:gd name="connsiteX110-2159" fmla="*/ 6554358 w 10768629"/>
              <a:gd name="connsiteY110-2160" fmla="*/ 1621701 h 1978172"/>
              <a:gd name="connsiteX111-2161" fmla="*/ 6516968 w 10768629"/>
              <a:gd name="connsiteY111-2162" fmla="*/ 1617195 h 1978172"/>
              <a:gd name="connsiteX112-2163" fmla="*/ 6506479 w 10768629"/>
              <a:gd name="connsiteY112-2164" fmla="*/ 1602227 h 1978172"/>
              <a:gd name="connsiteX113-2165" fmla="*/ 6458436 w 10768629"/>
              <a:gd name="connsiteY113-2166" fmla="*/ 1607332 h 1978172"/>
              <a:gd name="connsiteX114-2167" fmla="*/ 6414786 w 10768629"/>
              <a:gd name="connsiteY114-2168" fmla="*/ 1628815 h 1978172"/>
              <a:gd name="connsiteX115-2169" fmla="*/ 6357085 w 10768629"/>
              <a:gd name="connsiteY115-2170" fmla="*/ 1640846 h 1978172"/>
              <a:gd name="connsiteX116-2171" fmla="*/ 6322636 w 10768629"/>
              <a:gd name="connsiteY116-2172" fmla="*/ 1648213 h 1978172"/>
              <a:gd name="connsiteX117-2173" fmla="*/ 6226172 w 10768629"/>
              <a:gd name="connsiteY117-2174" fmla="*/ 1654676 h 1978172"/>
              <a:gd name="connsiteX118-2175" fmla="*/ 6221217 w 10768629"/>
              <a:gd name="connsiteY118-2176" fmla="*/ 1654506 h 1978172"/>
              <a:gd name="connsiteX119-2177" fmla="*/ 6204956 w 10768629"/>
              <a:gd name="connsiteY119-2178" fmla="*/ 1664280 h 1978172"/>
              <a:gd name="connsiteX120-2179" fmla="*/ 6204270 w 10768629"/>
              <a:gd name="connsiteY120-2180" fmla="*/ 1666782 h 1978172"/>
              <a:gd name="connsiteX121-2181" fmla="*/ 6143810 w 10768629"/>
              <a:gd name="connsiteY121-2182" fmla="*/ 1661963 h 1978172"/>
              <a:gd name="connsiteX122-2183" fmla="*/ 6136560 w 10768629"/>
              <a:gd name="connsiteY122-2184" fmla="*/ 1665728 h 1978172"/>
              <a:gd name="connsiteX123-2185" fmla="*/ 6096155 w 10768629"/>
              <a:gd name="connsiteY123-2186" fmla="*/ 1656951 h 1978172"/>
              <a:gd name="connsiteX124-2187" fmla="*/ 6075812 w 10768629"/>
              <a:gd name="connsiteY124-2188" fmla="*/ 1655422 h 1978172"/>
              <a:gd name="connsiteX125-2189" fmla="*/ 6039495 w 10768629"/>
              <a:gd name="connsiteY125-2190" fmla="*/ 1649680 h 1978172"/>
              <a:gd name="connsiteX126-2191" fmla="*/ 6036523 w 10768629"/>
              <a:gd name="connsiteY126-2192" fmla="*/ 1652121 h 1978172"/>
              <a:gd name="connsiteX127-2193" fmla="*/ 6029328 w 10768629"/>
              <a:gd name="connsiteY127-2194" fmla="*/ 1649904 h 1978172"/>
              <a:gd name="connsiteX128-2195" fmla="*/ 6024075 w 10768629"/>
              <a:gd name="connsiteY128-2196" fmla="*/ 1652779 h 1978172"/>
              <a:gd name="connsiteX129-2197" fmla="*/ 6018085 w 10768629"/>
              <a:gd name="connsiteY129-2198" fmla="*/ 1652030 h 1978172"/>
              <a:gd name="connsiteX130-2199" fmla="*/ 5955513 w 10768629"/>
              <a:gd name="connsiteY130-2200" fmla="*/ 1663584 h 1978172"/>
              <a:gd name="connsiteX131-2201" fmla="*/ 5941996 w 10768629"/>
              <a:gd name="connsiteY131-2202" fmla="*/ 1661326 h 1978172"/>
              <a:gd name="connsiteX132-2203" fmla="*/ 5931789 w 10768629"/>
              <a:gd name="connsiteY132-2204" fmla="*/ 1669915 h 1978172"/>
              <a:gd name="connsiteX133-2205" fmla="*/ 5888686 w 10768629"/>
              <a:gd name="connsiteY133-2206" fmla="*/ 1672175 h 1978172"/>
              <a:gd name="connsiteX134-2207" fmla="*/ 5873794 w 10768629"/>
              <a:gd name="connsiteY134-2208" fmla="*/ 1665454 h 1978172"/>
              <a:gd name="connsiteX135-2209" fmla="*/ 5860022 w 10768629"/>
              <a:gd name="connsiteY135-2210" fmla="*/ 1660635 h 1978172"/>
              <a:gd name="connsiteX136-2211" fmla="*/ 5858237 w 10768629"/>
              <a:gd name="connsiteY136-2212" fmla="*/ 1660649 h 1978172"/>
              <a:gd name="connsiteX137-2213" fmla="*/ 5840319 w 10768629"/>
              <a:gd name="connsiteY137-2214" fmla="*/ 1660798 h 1978172"/>
              <a:gd name="connsiteX138-2215" fmla="*/ 5806984 w 10768629"/>
              <a:gd name="connsiteY138-2216" fmla="*/ 1661075 h 1978172"/>
              <a:gd name="connsiteX139-2217" fmla="*/ 5742351 w 10768629"/>
              <a:gd name="connsiteY139-2218" fmla="*/ 1667489 h 1978172"/>
              <a:gd name="connsiteX140-2219" fmla="*/ 5521171 w 10768629"/>
              <a:gd name="connsiteY140-2220" fmla="*/ 1671626 h 1978172"/>
              <a:gd name="connsiteX141-2221" fmla="*/ 5457384 w 10768629"/>
              <a:gd name="connsiteY141-2222" fmla="*/ 1683952 h 1978172"/>
              <a:gd name="connsiteX142-2223" fmla="*/ 4950070 w 10768629"/>
              <a:gd name="connsiteY142-2224" fmla="*/ 1748401 h 1978172"/>
              <a:gd name="connsiteX143-2225" fmla="*/ 4872172 w 10768629"/>
              <a:gd name="connsiteY143-2226" fmla="*/ 1757222 h 1978172"/>
              <a:gd name="connsiteX144-2227" fmla="*/ 4809524 w 10768629"/>
              <a:gd name="connsiteY144-2228" fmla="*/ 1761033 h 1978172"/>
              <a:gd name="connsiteX145-2229" fmla="*/ 4759058 w 10768629"/>
              <a:gd name="connsiteY145-2230" fmla="*/ 1766533 h 1978172"/>
              <a:gd name="connsiteX146-2231" fmla="*/ 4719749 w 10768629"/>
              <a:gd name="connsiteY146-2232" fmla="*/ 1771811 h 1978172"/>
              <a:gd name="connsiteX147-2233" fmla="*/ 4568686 w 10768629"/>
              <a:gd name="connsiteY147-2234" fmla="*/ 1786141 h 1978172"/>
              <a:gd name="connsiteX148-2235" fmla="*/ 4418751 w 10768629"/>
              <a:gd name="connsiteY148-2236" fmla="*/ 1796932 h 1978172"/>
              <a:gd name="connsiteX149-2237" fmla="*/ 4378377 w 10768629"/>
              <a:gd name="connsiteY149-2238" fmla="*/ 1815528 h 1978172"/>
              <a:gd name="connsiteX150-2239" fmla="*/ 4320575 w 10768629"/>
              <a:gd name="connsiteY150-2240" fmla="*/ 1832722 h 1978172"/>
              <a:gd name="connsiteX151-2241" fmla="*/ 4220200 w 10768629"/>
              <a:gd name="connsiteY151-2242" fmla="*/ 1873173 h 1978172"/>
              <a:gd name="connsiteX152-2243" fmla="*/ 4105361 w 10768629"/>
              <a:gd name="connsiteY152-2244" fmla="*/ 1894711 h 1978172"/>
              <a:gd name="connsiteX153-2245" fmla="*/ 3973223 w 10768629"/>
              <a:gd name="connsiteY153-2246" fmla="*/ 1881015 h 1978172"/>
              <a:gd name="connsiteX154-2247" fmla="*/ 3900992 w 10768629"/>
              <a:gd name="connsiteY154-2248" fmla="*/ 1880603 h 1978172"/>
              <a:gd name="connsiteX155-2249" fmla="*/ 3662119 w 10768629"/>
              <a:gd name="connsiteY155-2250" fmla="*/ 1876289 h 1978172"/>
              <a:gd name="connsiteX156-2251" fmla="*/ 3496919 w 10768629"/>
              <a:gd name="connsiteY156-2252" fmla="*/ 1873180 h 1978172"/>
              <a:gd name="connsiteX157-2253" fmla="*/ 3449433 w 10768629"/>
              <a:gd name="connsiteY157-2254" fmla="*/ 1889681 h 1978172"/>
              <a:gd name="connsiteX158-2255" fmla="*/ 3369766 w 10768629"/>
              <a:gd name="connsiteY158-2256" fmla="*/ 1916653 h 1978172"/>
              <a:gd name="connsiteX159-2257" fmla="*/ 3290336 w 10768629"/>
              <a:gd name="connsiteY159-2258" fmla="*/ 1925039 h 1978172"/>
              <a:gd name="connsiteX160-2259" fmla="*/ 3224897 w 10768629"/>
              <a:gd name="connsiteY160-2260" fmla="*/ 1943733 h 1978172"/>
              <a:gd name="connsiteX161-2261" fmla="*/ 3161463 w 10768629"/>
              <a:gd name="connsiteY161-2262" fmla="*/ 1946591 h 1978172"/>
              <a:gd name="connsiteX162-2263" fmla="*/ 3157504 w 10768629"/>
              <a:gd name="connsiteY162-2264" fmla="*/ 1957276 h 1978172"/>
              <a:gd name="connsiteX163-2265" fmla="*/ 3115176 w 10768629"/>
              <a:gd name="connsiteY163-2266" fmla="*/ 1943459 h 1978172"/>
              <a:gd name="connsiteX164-2267" fmla="*/ 3005773 w 10768629"/>
              <a:gd name="connsiteY164-2268" fmla="*/ 1915878 h 1978172"/>
              <a:gd name="connsiteX165-2269" fmla="*/ 2897201 w 10768629"/>
              <a:gd name="connsiteY165-2270" fmla="*/ 1926772 h 1978172"/>
              <a:gd name="connsiteX166-2271" fmla="*/ 2783891 w 10768629"/>
              <a:gd name="connsiteY166-2272" fmla="*/ 1931749 h 1978172"/>
              <a:gd name="connsiteX167-2273" fmla="*/ 2712447 w 10768629"/>
              <a:gd name="connsiteY167-2274" fmla="*/ 1933044 h 1978172"/>
              <a:gd name="connsiteX168-2275" fmla="*/ 2560151 w 10768629"/>
              <a:gd name="connsiteY168-2276" fmla="*/ 1963609 h 1978172"/>
              <a:gd name="connsiteX169-2277" fmla="*/ 2367221 w 10768629"/>
              <a:gd name="connsiteY169-2278" fmla="*/ 1971884 h 1978172"/>
              <a:gd name="connsiteX170-2279" fmla="*/ 2272130 w 10768629"/>
              <a:gd name="connsiteY170-2280" fmla="*/ 1961162 h 1978172"/>
              <a:gd name="connsiteX171-2281" fmla="*/ 2189404 w 10768629"/>
              <a:gd name="connsiteY171-2282" fmla="*/ 1978172 h 1978172"/>
              <a:gd name="connsiteX172-2283" fmla="*/ 2077704 w 10768629"/>
              <a:gd name="connsiteY172-2284" fmla="*/ 1965002 h 1978172"/>
              <a:gd name="connsiteX173-2285" fmla="*/ 1967996 w 10768629"/>
              <a:gd name="connsiteY173-2286" fmla="*/ 1953187 h 1978172"/>
              <a:gd name="connsiteX174-2287" fmla="*/ 1855805 w 10768629"/>
              <a:gd name="connsiteY174-2288" fmla="*/ 1926082 h 1978172"/>
              <a:gd name="connsiteX175-2289" fmla="*/ 1790957 w 10768629"/>
              <a:gd name="connsiteY175-2290" fmla="*/ 1919460 h 1978172"/>
              <a:gd name="connsiteX176-2291" fmla="*/ 1613978 w 10768629"/>
              <a:gd name="connsiteY176-2292" fmla="*/ 1891581 h 1978172"/>
              <a:gd name="connsiteX177-2293" fmla="*/ 1436831 w 10768629"/>
              <a:gd name="connsiteY177-2294" fmla="*/ 1856201 h 1978172"/>
              <a:gd name="connsiteX178-2295" fmla="*/ 1332568 w 10768629"/>
              <a:gd name="connsiteY178-2296" fmla="*/ 1793149 h 1978172"/>
              <a:gd name="connsiteX179-2297" fmla="*/ 1186881 w 10768629"/>
              <a:gd name="connsiteY179-2298" fmla="*/ 1768613 h 1978172"/>
              <a:gd name="connsiteX180-2299" fmla="*/ 1162595 w 10768629"/>
              <a:gd name="connsiteY180-2300" fmla="*/ 1758337 h 1978172"/>
              <a:gd name="connsiteX181-2301" fmla="*/ 1128523 w 10768629"/>
              <a:gd name="connsiteY181-2302" fmla="*/ 1763621 h 1978172"/>
              <a:gd name="connsiteX182-2303" fmla="*/ 991903 w 10768629"/>
              <a:gd name="connsiteY182-2304" fmla="*/ 1786741 h 1978172"/>
              <a:gd name="connsiteX183-2305" fmla="*/ 883960 w 10768629"/>
              <a:gd name="connsiteY183-2306" fmla="*/ 1822386 h 1978172"/>
              <a:gd name="connsiteX184-2307" fmla="*/ 766531 w 10768629"/>
              <a:gd name="connsiteY184-2308" fmla="*/ 1805053 h 1978172"/>
              <a:gd name="connsiteX185-2309" fmla="*/ 669779 w 10768629"/>
              <a:gd name="connsiteY185-2310" fmla="*/ 1800537 h 1978172"/>
              <a:gd name="connsiteX186-2311" fmla="*/ 523898 w 10768629"/>
              <a:gd name="connsiteY186-2312" fmla="*/ 1811085 h 1978172"/>
              <a:gd name="connsiteX187-2313" fmla="*/ 360251 w 10768629"/>
              <a:gd name="connsiteY187-2314" fmla="*/ 1830735 h 1978172"/>
              <a:gd name="connsiteX188-2315" fmla="*/ 255207 w 10768629"/>
              <a:gd name="connsiteY188-2316" fmla="*/ 1818275 h 1978172"/>
              <a:gd name="connsiteX189-2317" fmla="*/ 101803 w 10768629"/>
              <a:gd name="connsiteY189-2318" fmla="*/ 1870647 h 1978172"/>
              <a:gd name="connsiteX190-2319" fmla="*/ 25397 w 10768629"/>
              <a:gd name="connsiteY190-2320" fmla="*/ 1888443 h 1978172"/>
              <a:gd name="connsiteX191-2321" fmla="*/ 2370 w 10768629"/>
              <a:gd name="connsiteY191-2322" fmla="*/ 1878311 h 1978172"/>
              <a:gd name="connsiteX192-2323" fmla="*/ 0 w 10768629"/>
              <a:gd name="connsiteY192-2324" fmla="*/ 1878785 h 1978172"/>
              <a:gd name="connsiteX193-2325" fmla="*/ 0 w 10768629"/>
              <a:gd name="connsiteY193-2326" fmla="*/ 0 h 1978172"/>
              <a:gd name="connsiteX0-2327" fmla="*/ 0 w 10768629"/>
              <a:gd name="connsiteY0-2328" fmla="*/ 0 h 1978172"/>
              <a:gd name="connsiteX1-2329" fmla="*/ 10768629 w 10768629"/>
              <a:gd name="connsiteY1-2330" fmla="*/ 0 h 1978172"/>
              <a:gd name="connsiteX2-2331" fmla="*/ 10733254 w 10768629"/>
              <a:gd name="connsiteY2-2332" fmla="*/ 31439 h 1978172"/>
              <a:gd name="connsiteX3-2333" fmla="*/ 10727085 w 10768629"/>
              <a:gd name="connsiteY3-2334" fmla="*/ 37910 h 1978172"/>
              <a:gd name="connsiteX4-2335" fmla="*/ 10675953 w 10768629"/>
              <a:gd name="connsiteY4-2336" fmla="*/ 68623 h 1978172"/>
              <a:gd name="connsiteX5-2337" fmla="*/ 10637091 w 10768629"/>
              <a:gd name="connsiteY5-2338" fmla="*/ 90361 h 1978172"/>
              <a:gd name="connsiteX6-2339" fmla="*/ 10610971 w 10768629"/>
              <a:gd name="connsiteY6-2340" fmla="*/ 110764 h 1978172"/>
              <a:gd name="connsiteX7-2341" fmla="*/ 10532872 w 10768629"/>
              <a:gd name="connsiteY7-2342" fmla="*/ 138028 h 1978172"/>
              <a:gd name="connsiteX8-2343" fmla="*/ 10398558 w 10768629"/>
              <a:gd name="connsiteY8-2344" fmla="*/ 172911 h 1978172"/>
              <a:gd name="connsiteX9-2345" fmla="*/ 10371128 w 10768629"/>
              <a:gd name="connsiteY9-2346" fmla="*/ 182609 h 1978172"/>
              <a:gd name="connsiteX10-2347" fmla="*/ 10352178 w 10768629"/>
              <a:gd name="connsiteY10-2348" fmla="*/ 199976 h 1978172"/>
              <a:gd name="connsiteX11-2349" fmla="*/ 10351815 w 10768629"/>
              <a:gd name="connsiteY11-2350" fmla="*/ 211879 h 1978172"/>
              <a:gd name="connsiteX12-2351" fmla="*/ 10337471 w 10768629"/>
              <a:gd name="connsiteY12-2352" fmla="*/ 218661 h 1978172"/>
              <a:gd name="connsiteX13-2353" fmla="*/ 10334625 w 10768629"/>
              <a:gd name="connsiteY13-2354" fmla="*/ 222351 h 1978172"/>
              <a:gd name="connsiteX14-2355" fmla="*/ 10256365 w 10768629"/>
              <a:gd name="connsiteY14-2356" fmla="*/ 235917 h 1978172"/>
              <a:gd name="connsiteX15-2357" fmla="*/ 10201127 w 10768629"/>
              <a:gd name="connsiteY15-2358" fmla="*/ 267448 h 1978172"/>
              <a:gd name="connsiteX16-2359" fmla="*/ 9961218 w 10768629"/>
              <a:gd name="connsiteY16-2360" fmla="*/ 326720 h 1978172"/>
              <a:gd name="connsiteX17-2361" fmla="*/ 9859715 w 10768629"/>
              <a:gd name="connsiteY17-2362" fmla="*/ 355698 h 1978172"/>
              <a:gd name="connsiteX18-2363" fmla="*/ 9679867 w 10768629"/>
              <a:gd name="connsiteY18-2364" fmla="*/ 399081 h 1978172"/>
              <a:gd name="connsiteX19-2365" fmla="*/ 9490654 w 10768629"/>
              <a:gd name="connsiteY19-2366" fmla="*/ 455225 h 1978172"/>
              <a:gd name="connsiteX20-2367" fmla="*/ 9470837 w 10768629"/>
              <a:gd name="connsiteY20-2368" fmla="*/ 452539 h 1978172"/>
              <a:gd name="connsiteX21-2369" fmla="*/ 9469082 w 10768629"/>
              <a:gd name="connsiteY21-2370" fmla="*/ 454891 h 1978172"/>
              <a:gd name="connsiteX22-2371" fmla="*/ 9448038 w 10768629"/>
              <a:gd name="connsiteY22-2372" fmla="*/ 459733 h 1978172"/>
              <a:gd name="connsiteX23-2373" fmla="*/ 9396821 w 10768629"/>
              <a:gd name="connsiteY23-2374" fmla="*/ 455795 h 1978172"/>
              <a:gd name="connsiteX24-2375" fmla="*/ 9392197 w 10768629"/>
              <a:gd name="connsiteY24-2376" fmla="*/ 459796 h 1978172"/>
              <a:gd name="connsiteX25-2377" fmla="*/ 9347994 w 10768629"/>
              <a:gd name="connsiteY25-2378" fmla="*/ 464462 h 1978172"/>
              <a:gd name="connsiteX26-2379" fmla="*/ 9347889 w 10768629"/>
              <a:gd name="connsiteY26-2380" fmla="*/ 466539 h 1978172"/>
              <a:gd name="connsiteX27-2381" fmla="*/ 9337639 w 10768629"/>
              <a:gd name="connsiteY27-2382" fmla="*/ 476654 h 1978172"/>
              <a:gd name="connsiteX28-2383" fmla="*/ 9316893 w 10768629"/>
              <a:gd name="connsiteY28-2384" fmla="*/ 491390 h 1978172"/>
              <a:gd name="connsiteX29-2385" fmla="*/ 9229283 w 10768629"/>
              <a:gd name="connsiteY29-2386" fmla="*/ 555377 h 1978172"/>
              <a:gd name="connsiteX30-2387" fmla="*/ 9220274 w 10768629"/>
              <a:gd name="connsiteY30-2388" fmla="*/ 557502 h 1978172"/>
              <a:gd name="connsiteX31-2389" fmla="*/ 9220202 w 10768629"/>
              <a:gd name="connsiteY31-2390" fmla="*/ 558001 h 1978172"/>
              <a:gd name="connsiteX32-2391" fmla="*/ 9210908 w 10768629"/>
              <a:gd name="connsiteY32-2392" fmla="*/ 561147 h 1978172"/>
              <a:gd name="connsiteX33-2393" fmla="*/ 9186374 w 10768629"/>
              <a:gd name="connsiteY33-2394" fmla="*/ 565502 h 1978172"/>
              <a:gd name="connsiteX34-2395" fmla="*/ 9181058 w 10768629"/>
              <a:gd name="connsiteY34-2396" fmla="*/ 569943 h 1978172"/>
              <a:gd name="connsiteX35-2397" fmla="*/ 9179948 w 10768629"/>
              <a:gd name="connsiteY35-2398" fmla="*/ 576062 h 1978172"/>
              <a:gd name="connsiteX36-2399" fmla="*/ 9149110 w 10768629"/>
              <a:gd name="connsiteY36-2400" fmla="*/ 598906 h 1978172"/>
              <a:gd name="connsiteX37-2401" fmla="*/ 9078556 w 10768629"/>
              <a:gd name="connsiteY37-2402" fmla="*/ 644039 h 1978172"/>
              <a:gd name="connsiteX38-2403" fmla="*/ 8996399 w 10768629"/>
              <a:gd name="connsiteY38-2404" fmla="*/ 690055 h 1978172"/>
              <a:gd name="connsiteX39-2405" fmla="*/ 8803791 w 10768629"/>
              <a:gd name="connsiteY39-2406" fmla="*/ 813860 h 1978172"/>
              <a:gd name="connsiteX40-2407" fmla="*/ 8636202 w 10768629"/>
              <a:gd name="connsiteY40-2408" fmla="*/ 848463 h 1978172"/>
              <a:gd name="connsiteX41-2409" fmla="*/ 8555372 w 10768629"/>
              <a:gd name="connsiteY41-2410" fmla="*/ 883171 h 1978172"/>
              <a:gd name="connsiteX42-2411" fmla="*/ 8507229 w 10768629"/>
              <a:gd name="connsiteY42-2412" fmla="*/ 901665 h 1978172"/>
              <a:gd name="connsiteX43-2413" fmla="*/ 8428473 w 10768629"/>
              <a:gd name="connsiteY43-2414" fmla="*/ 927985 h 1978172"/>
              <a:gd name="connsiteX44-2415" fmla="*/ 8427914 w 10768629"/>
              <a:gd name="connsiteY44-2416" fmla="*/ 933480 h 1978172"/>
              <a:gd name="connsiteX45-2417" fmla="*/ 8420327 w 10768629"/>
              <a:gd name="connsiteY45-2418" fmla="*/ 941984 h 1978172"/>
              <a:gd name="connsiteX46-2419" fmla="*/ 8407128 w 10768629"/>
              <a:gd name="connsiteY46-2420" fmla="*/ 961344 h 1978172"/>
              <a:gd name="connsiteX47-2421" fmla="*/ 8380548 w 10768629"/>
              <a:gd name="connsiteY47-2422" fmla="*/ 987916 h 1978172"/>
              <a:gd name="connsiteX48-2423" fmla="*/ 8379462 w 10768629"/>
              <a:gd name="connsiteY48-2424" fmla="*/ 987106 h 1978172"/>
              <a:gd name="connsiteX49-2425" fmla="*/ 8369725 w 10768629"/>
              <a:gd name="connsiteY49-2426" fmla="*/ 989186 h 1978172"/>
              <a:gd name="connsiteX50-2427" fmla="*/ 8304438 w 10768629"/>
              <a:gd name="connsiteY50-2428" fmla="*/ 996739 h 1978172"/>
              <a:gd name="connsiteX51-2429" fmla="*/ 8280929 w 10768629"/>
              <a:gd name="connsiteY51-2430" fmla="*/ 1023089 h 1978172"/>
              <a:gd name="connsiteX52-2431" fmla="*/ 8275760 w 10768629"/>
              <a:gd name="connsiteY52-2432" fmla="*/ 1027772 h 1978172"/>
              <a:gd name="connsiteX53-2433" fmla="*/ 8275478 w 10768629"/>
              <a:gd name="connsiteY53-2434" fmla="*/ 1027605 h 1978172"/>
              <a:gd name="connsiteX54-2435" fmla="*/ 8269666 w 10768629"/>
              <a:gd name="connsiteY54-2436" fmla="*/ 1032033 h 1978172"/>
              <a:gd name="connsiteX55-2437" fmla="*/ 8203836 w 10768629"/>
              <a:gd name="connsiteY55-2438" fmla="*/ 1037347 h 1978172"/>
              <a:gd name="connsiteX56-2439" fmla="*/ 8122936 w 10768629"/>
              <a:gd name="connsiteY56-2440" fmla="*/ 1063113 h 1978172"/>
              <a:gd name="connsiteX57-2441" fmla="*/ 8043658 w 10768629"/>
              <a:gd name="connsiteY57-2442" fmla="*/ 1092746 h 1978172"/>
              <a:gd name="connsiteX58-2443" fmla="*/ 8015351 w 10768629"/>
              <a:gd name="connsiteY58-2444" fmla="*/ 1105478 h 1978172"/>
              <a:gd name="connsiteX59-2445" fmla="*/ 7963145 w 10768629"/>
              <a:gd name="connsiteY59-2446" fmla="*/ 1119346 h 1978172"/>
              <a:gd name="connsiteX60-2447" fmla="*/ 7938145 w 10768629"/>
              <a:gd name="connsiteY60-2448" fmla="*/ 1120225 h 1978172"/>
              <a:gd name="connsiteX61-2449" fmla="*/ 7937238 w 10768629"/>
              <a:gd name="connsiteY61-2450" fmla="*/ 1121204 h 1978172"/>
              <a:gd name="connsiteX62-2451" fmla="*/ 7934398 w 10768629"/>
              <a:gd name="connsiteY62-2452" fmla="*/ 1118240 h 1978172"/>
              <a:gd name="connsiteX63-2453" fmla="*/ 7918248 w 10768629"/>
              <a:gd name="connsiteY63-2454" fmla="*/ 1124371 h 1978172"/>
              <a:gd name="connsiteX64-2455" fmla="*/ 7914119 w 10768629"/>
              <a:gd name="connsiteY64-2456" fmla="*/ 1127653 h 1978172"/>
              <a:gd name="connsiteX65-2457" fmla="*/ 7907658 w 10768629"/>
              <a:gd name="connsiteY65-2458" fmla="*/ 1130350 h 1978172"/>
              <a:gd name="connsiteX66-2459" fmla="*/ 7907434 w 10768629"/>
              <a:gd name="connsiteY66-2460" fmla="*/ 1130103 h 1978172"/>
              <a:gd name="connsiteX67-2461" fmla="*/ 7901508 w 10768629"/>
              <a:gd name="connsiteY67-2462" fmla="*/ 1133245 h 1978172"/>
              <a:gd name="connsiteX68-2463" fmla="*/ 7873287 w 10768629"/>
              <a:gd name="connsiteY68-2464" fmla="*/ 1152609 h 1978172"/>
              <a:gd name="connsiteX69-2465" fmla="*/ 7834833 w 10768629"/>
              <a:gd name="connsiteY69-2466" fmla="*/ 1153868 h 1978172"/>
              <a:gd name="connsiteX70-2467" fmla="*/ 7828661 w 10768629"/>
              <a:gd name="connsiteY70-2468" fmla="*/ 1139994 h 1978172"/>
              <a:gd name="connsiteX71-2469" fmla="*/ 7823966 w 10768629"/>
              <a:gd name="connsiteY71-2470" fmla="*/ 1143178 h 1978172"/>
              <a:gd name="connsiteX72-2471" fmla="*/ 7815078 w 10768629"/>
              <a:gd name="connsiteY72-2472" fmla="*/ 1151776 h 1978172"/>
              <a:gd name="connsiteX73-2473" fmla="*/ 7812026 w 10768629"/>
              <a:gd name="connsiteY73-2474" fmla="*/ 1151522 h 1978172"/>
              <a:gd name="connsiteX74-2475" fmla="*/ 7782249 w 10768629"/>
              <a:gd name="connsiteY74-2476" fmla="*/ 1160970 h 1978172"/>
              <a:gd name="connsiteX75-2477" fmla="*/ 7773476 w 10768629"/>
              <a:gd name="connsiteY75-2478" fmla="*/ 1157414 h 1978172"/>
              <a:gd name="connsiteX76-2479" fmla="*/ 7769600 w 10768629"/>
              <a:gd name="connsiteY76-2480" fmla="*/ 1157365 h 1978172"/>
              <a:gd name="connsiteX77-2481" fmla="*/ 7752631 w 10768629"/>
              <a:gd name="connsiteY77-2482" fmla="*/ 1172815 h 1978172"/>
              <a:gd name="connsiteX78-2483" fmla="*/ 7743525 w 10768629"/>
              <a:gd name="connsiteY78-2484" fmla="*/ 1179064 h 1978172"/>
              <a:gd name="connsiteX79-2485" fmla="*/ 7685942 w 10768629"/>
              <a:gd name="connsiteY79-2486" fmla="*/ 1233723 h 1978172"/>
              <a:gd name="connsiteX80-2487" fmla="*/ 7586920 w 10768629"/>
              <a:gd name="connsiteY80-2488" fmla="*/ 1261888 h 1978172"/>
              <a:gd name="connsiteX81-2489" fmla="*/ 7486100 w 10768629"/>
              <a:gd name="connsiteY81-2490" fmla="*/ 1292563 h 1978172"/>
              <a:gd name="connsiteX82-2491" fmla="*/ 7407190 w 10768629"/>
              <a:gd name="connsiteY82-2492" fmla="*/ 1314737 h 1978172"/>
              <a:gd name="connsiteX83-2493" fmla="*/ 7240698 w 10768629"/>
              <a:gd name="connsiteY83-2494" fmla="*/ 1438832 h 1978172"/>
              <a:gd name="connsiteX84-2495" fmla="*/ 7197675 w 10768629"/>
              <a:gd name="connsiteY84-2496" fmla="*/ 1447530 h 1978172"/>
              <a:gd name="connsiteX85-2497" fmla="*/ 7164788 w 10768629"/>
              <a:gd name="connsiteY85-2498" fmla="*/ 1480293 h 1978172"/>
              <a:gd name="connsiteX86-2499" fmla="*/ 7147929 w 10768629"/>
              <a:gd name="connsiteY86-2500" fmla="*/ 1477641 h 1978172"/>
              <a:gd name="connsiteX87-2501" fmla="*/ 7144965 w 10768629"/>
              <a:gd name="connsiteY87-2502" fmla="*/ 1476908 h 1978172"/>
              <a:gd name="connsiteX88-2503" fmla="*/ 7134299 w 10768629"/>
              <a:gd name="connsiteY88-2504" fmla="*/ 1479969 h 1978172"/>
              <a:gd name="connsiteX89-2505" fmla="*/ 7129809 w 10768629"/>
              <a:gd name="connsiteY89-2506" fmla="*/ 1473339 h 1978172"/>
              <a:gd name="connsiteX90-2507" fmla="*/ 7112688 w 10768629"/>
              <a:gd name="connsiteY90-2508" fmla="*/ 1472575 h 1978172"/>
              <a:gd name="connsiteX91-2509" fmla="*/ 7093470 w 10768629"/>
              <a:gd name="connsiteY91-2510" fmla="*/ 1480300 h 1978172"/>
              <a:gd name="connsiteX92-2511" fmla="*/ 7025034 w 10768629"/>
              <a:gd name="connsiteY92-2512" fmla="*/ 1506934 h 1978172"/>
              <a:gd name="connsiteX93-2513" fmla="*/ 7014783 w 10768629"/>
              <a:gd name="connsiteY93-2514" fmla="*/ 1515868 h 1978172"/>
              <a:gd name="connsiteX94-2515" fmla="*/ 6979706 w 10768629"/>
              <a:gd name="connsiteY94-2516" fmla="*/ 1523511 h 1978172"/>
              <a:gd name="connsiteX95-2517" fmla="*/ 6977890 w 10768629"/>
              <a:gd name="connsiteY95-2518" fmla="*/ 1525793 h 1978172"/>
              <a:gd name="connsiteX96-2519" fmla="*/ 6944339 w 10768629"/>
              <a:gd name="connsiteY96-2520" fmla="*/ 1536237 h 1978172"/>
              <a:gd name="connsiteX97-2521" fmla="*/ 6886996 w 10768629"/>
              <a:gd name="connsiteY97-2522" fmla="*/ 1563569 h 1978172"/>
              <a:gd name="connsiteX98-2523" fmla="*/ 6874510 w 10768629"/>
              <a:gd name="connsiteY98-2524" fmla="*/ 1558469 h 1978172"/>
              <a:gd name="connsiteX99-2525" fmla="*/ 6871943 w 10768629"/>
              <a:gd name="connsiteY99-2526" fmla="*/ 1554651 h 1978172"/>
              <a:gd name="connsiteX100-2527" fmla="*/ 6856174 w 10768629"/>
              <a:gd name="connsiteY100-2528" fmla="*/ 1562024 h 1978172"/>
              <a:gd name="connsiteX101-2529" fmla="*/ 6842321 w 10768629"/>
              <a:gd name="connsiteY101-2530" fmla="*/ 1560554 h 1978172"/>
              <a:gd name="connsiteX102-2531" fmla="*/ 6832713 w 10768629"/>
              <a:gd name="connsiteY102-2532" fmla="*/ 1569357 h 1978172"/>
              <a:gd name="connsiteX103-2533" fmla="*/ 6816351 w 10768629"/>
              <a:gd name="connsiteY103-2534" fmla="*/ 1571495 h 1978172"/>
              <a:gd name="connsiteX104-2535" fmla="*/ 6795800 w 10768629"/>
              <a:gd name="connsiteY104-2536" fmla="*/ 1572010 h 1978172"/>
              <a:gd name="connsiteX105-2537" fmla="*/ 6777546 w 10768629"/>
              <a:gd name="connsiteY105-2538" fmla="*/ 1568661 h 1978172"/>
              <a:gd name="connsiteX106-2539" fmla="*/ 6751528 w 10768629"/>
              <a:gd name="connsiteY106-2540" fmla="*/ 1574143 h 1978172"/>
              <a:gd name="connsiteX107-2541" fmla="*/ 6691966 w 10768629"/>
              <a:gd name="connsiteY107-2542" fmla="*/ 1582255 h 1978172"/>
              <a:gd name="connsiteX108-2543" fmla="*/ 6646941 w 10768629"/>
              <a:gd name="connsiteY108-2544" fmla="*/ 1588471 h 1978172"/>
              <a:gd name="connsiteX109-2545" fmla="*/ 6568576 w 10768629"/>
              <a:gd name="connsiteY109-2546" fmla="*/ 1606488 h 1978172"/>
              <a:gd name="connsiteX110-2547" fmla="*/ 6554358 w 10768629"/>
              <a:gd name="connsiteY110-2548" fmla="*/ 1621701 h 1978172"/>
              <a:gd name="connsiteX111-2549" fmla="*/ 6516968 w 10768629"/>
              <a:gd name="connsiteY111-2550" fmla="*/ 1617195 h 1978172"/>
              <a:gd name="connsiteX112-2551" fmla="*/ 6506479 w 10768629"/>
              <a:gd name="connsiteY112-2552" fmla="*/ 1602227 h 1978172"/>
              <a:gd name="connsiteX113-2553" fmla="*/ 6458436 w 10768629"/>
              <a:gd name="connsiteY113-2554" fmla="*/ 1607332 h 1978172"/>
              <a:gd name="connsiteX114-2555" fmla="*/ 6414786 w 10768629"/>
              <a:gd name="connsiteY114-2556" fmla="*/ 1628815 h 1978172"/>
              <a:gd name="connsiteX115-2557" fmla="*/ 6357085 w 10768629"/>
              <a:gd name="connsiteY115-2558" fmla="*/ 1640846 h 1978172"/>
              <a:gd name="connsiteX116-2559" fmla="*/ 6322636 w 10768629"/>
              <a:gd name="connsiteY116-2560" fmla="*/ 1648213 h 1978172"/>
              <a:gd name="connsiteX117-2561" fmla="*/ 6226172 w 10768629"/>
              <a:gd name="connsiteY117-2562" fmla="*/ 1654676 h 1978172"/>
              <a:gd name="connsiteX118-2563" fmla="*/ 6221217 w 10768629"/>
              <a:gd name="connsiteY118-2564" fmla="*/ 1654506 h 1978172"/>
              <a:gd name="connsiteX119-2565" fmla="*/ 6204956 w 10768629"/>
              <a:gd name="connsiteY119-2566" fmla="*/ 1664280 h 1978172"/>
              <a:gd name="connsiteX120-2567" fmla="*/ 6204270 w 10768629"/>
              <a:gd name="connsiteY120-2568" fmla="*/ 1666782 h 1978172"/>
              <a:gd name="connsiteX121-2569" fmla="*/ 6143810 w 10768629"/>
              <a:gd name="connsiteY121-2570" fmla="*/ 1661963 h 1978172"/>
              <a:gd name="connsiteX122-2571" fmla="*/ 6136560 w 10768629"/>
              <a:gd name="connsiteY122-2572" fmla="*/ 1665728 h 1978172"/>
              <a:gd name="connsiteX123-2573" fmla="*/ 6096155 w 10768629"/>
              <a:gd name="connsiteY123-2574" fmla="*/ 1656951 h 1978172"/>
              <a:gd name="connsiteX124-2575" fmla="*/ 6075812 w 10768629"/>
              <a:gd name="connsiteY124-2576" fmla="*/ 1655422 h 1978172"/>
              <a:gd name="connsiteX125-2577" fmla="*/ 6039495 w 10768629"/>
              <a:gd name="connsiteY125-2578" fmla="*/ 1649680 h 1978172"/>
              <a:gd name="connsiteX126-2579" fmla="*/ 6036523 w 10768629"/>
              <a:gd name="connsiteY126-2580" fmla="*/ 1652121 h 1978172"/>
              <a:gd name="connsiteX127-2581" fmla="*/ 6029328 w 10768629"/>
              <a:gd name="connsiteY127-2582" fmla="*/ 1649904 h 1978172"/>
              <a:gd name="connsiteX128-2583" fmla="*/ 6024075 w 10768629"/>
              <a:gd name="connsiteY128-2584" fmla="*/ 1652779 h 1978172"/>
              <a:gd name="connsiteX129-2585" fmla="*/ 6018085 w 10768629"/>
              <a:gd name="connsiteY129-2586" fmla="*/ 1652030 h 1978172"/>
              <a:gd name="connsiteX130-2587" fmla="*/ 5955513 w 10768629"/>
              <a:gd name="connsiteY130-2588" fmla="*/ 1663584 h 1978172"/>
              <a:gd name="connsiteX131-2589" fmla="*/ 5941996 w 10768629"/>
              <a:gd name="connsiteY131-2590" fmla="*/ 1661326 h 1978172"/>
              <a:gd name="connsiteX132-2591" fmla="*/ 5931789 w 10768629"/>
              <a:gd name="connsiteY132-2592" fmla="*/ 1669915 h 1978172"/>
              <a:gd name="connsiteX133-2593" fmla="*/ 5888686 w 10768629"/>
              <a:gd name="connsiteY133-2594" fmla="*/ 1672175 h 1978172"/>
              <a:gd name="connsiteX134-2595" fmla="*/ 5873794 w 10768629"/>
              <a:gd name="connsiteY134-2596" fmla="*/ 1665454 h 1978172"/>
              <a:gd name="connsiteX135-2597" fmla="*/ 5860022 w 10768629"/>
              <a:gd name="connsiteY135-2598" fmla="*/ 1660635 h 1978172"/>
              <a:gd name="connsiteX136-2599" fmla="*/ 5858237 w 10768629"/>
              <a:gd name="connsiteY136-2600" fmla="*/ 1660649 h 1978172"/>
              <a:gd name="connsiteX137-2601" fmla="*/ 5840319 w 10768629"/>
              <a:gd name="connsiteY137-2602" fmla="*/ 1660798 h 1978172"/>
              <a:gd name="connsiteX138-2603" fmla="*/ 5806984 w 10768629"/>
              <a:gd name="connsiteY138-2604" fmla="*/ 1661075 h 1978172"/>
              <a:gd name="connsiteX139-2605" fmla="*/ 5742351 w 10768629"/>
              <a:gd name="connsiteY139-2606" fmla="*/ 1667489 h 1978172"/>
              <a:gd name="connsiteX140-2607" fmla="*/ 5521171 w 10768629"/>
              <a:gd name="connsiteY140-2608" fmla="*/ 1671626 h 1978172"/>
              <a:gd name="connsiteX141-2609" fmla="*/ 5457384 w 10768629"/>
              <a:gd name="connsiteY141-2610" fmla="*/ 1683952 h 1978172"/>
              <a:gd name="connsiteX142-2611" fmla="*/ 4950070 w 10768629"/>
              <a:gd name="connsiteY142-2612" fmla="*/ 1748401 h 1978172"/>
              <a:gd name="connsiteX143-2613" fmla="*/ 4872172 w 10768629"/>
              <a:gd name="connsiteY143-2614" fmla="*/ 1757222 h 1978172"/>
              <a:gd name="connsiteX144-2615" fmla="*/ 4809524 w 10768629"/>
              <a:gd name="connsiteY144-2616" fmla="*/ 1761033 h 1978172"/>
              <a:gd name="connsiteX145-2617" fmla="*/ 4759058 w 10768629"/>
              <a:gd name="connsiteY145-2618" fmla="*/ 1766533 h 1978172"/>
              <a:gd name="connsiteX146-2619" fmla="*/ 4719749 w 10768629"/>
              <a:gd name="connsiteY146-2620" fmla="*/ 1771811 h 1978172"/>
              <a:gd name="connsiteX147-2621" fmla="*/ 4568686 w 10768629"/>
              <a:gd name="connsiteY147-2622" fmla="*/ 1786141 h 1978172"/>
              <a:gd name="connsiteX148-2623" fmla="*/ 4418751 w 10768629"/>
              <a:gd name="connsiteY148-2624" fmla="*/ 1796932 h 1978172"/>
              <a:gd name="connsiteX149-2625" fmla="*/ 4378377 w 10768629"/>
              <a:gd name="connsiteY149-2626" fmla="*/ 1815528 h 1978172"/>
              <a:gd name="connsiteX150-2627" fmla="*/ 4320575 w 10768629"/>
              <a:gd name="connsiteY150-2628" fmla="*/ 1832722 h 1978172"/>
              <a:gd name="connsiteX151-2629" fmla="*/ 4220200 w 10768629"/>
              <a:gd name="connsiteY151-2630" fmla="*/ 1873173 h 1978172"/>
              <a:gd name="connsiteX152-2631" fmla="*/ 4105361 w 10768629"/>
              <a:gd name="connsiteY152-2632" fmla="*/ 1894711 h 1978172"/>
              <a:gd name="connsiteX153-2633" fmla="*/ 3973223 w 10768629"/>
              <a:gd name="connsiteY153-2634" fmla="*/ 1881015 h 1978172"/>
              <a:gd name="connsiteX154-2635" fmla="*/ 3900992 w 10768629"/>
              <a:gd name="connsiteY154-2636" fmla="*/ 1880603 h 1978172"/>
              <a:gd name="connsiteX155-2637" fmla="*/ 3662119 w 10768629"/>
              <a:gd name="connsiteY155-2638" fmla="*/ 1876289 h 1978172"/>
              <a:gd name="connsiteX156-2639" fmla="*/ 3496919 w 10768629"/>
              <a:gd name="connsiteY156-2640" fmla="*/ 1873180 h 1978172"/>
              <a:gd name="connsiteX157-2641" fmla="*/ 3449433 w 10768629"/>
              <a:gd name="connsiteY157-2642" fmla="*/ 1889681 h 1978172"/>
              <a:gd name="connsiteX158-2643" fmla="*/ 3369766 w 10768629"/>
              <a:gd name="connsiteY158-2644" fmla="*/ 1916653 h 1978172"/>
              <a:gd name="connsiteX159-2645" fmla="*/ 3290336 w 10768629"/>
              <a:gd name="connsiteY159-2646" fmla="*/ 1925039 h 1978172"/>
              <a:gd name="connsiteX160-2647" fmla="*/ 3224897 w 10768629"/>
              <a:gd name="connsiteY160-2648" fmla="*/ 1943733 h 1978172"/>
              <a:gd name="connsiteX161-2649" fmla="*/ 3161463 w 10768629"/>
              <a:gd name="connsiteY161-2650" fmla="*/ 1946591 h 1978172"/>
              <a:gd name="connsiteX162-2651" fmla="*/ 3157504 w 10768629"/>
              <a:gd name="connsiteY162-2652" fmla="*/ 1957276 h 1978172"/>
              <a:gd name="connsiteX163-2653" fmla="*/ 3115176 w 10768629"/>
              <a:gd name="connsiteY163-2654" fmla="*/ 1943459 h 1978172"/>
              <a:gd name="connsiteX164-2655" fmla="*/ 3005773 w 10768629"/>
              <a:gd name="connsiteY164-2656" fmla="*/ 1915878 h 1978172"/>
              <a:gd name="connsiteX165-2657" fmla="*/ 2897201 w 10768629"/>
              <a:gd name="connsiteY165-2658" fmla="*/ 1926772 h 1978172"/>
              <a:gd name="connsiteX166-2659" fmla="*/ 2783891 w 10768629"/>
              <a:gd name="connsiteY166-2660" fmla="*/ 1931749 h 1978172"/>
              <a:gd name="connsiteX167-2661" fmla="*/ 2712447 w 10768629"/>
              <a:gd name="connsiteY167-2662" fmla="*/ 1933044 h 1978172"/>
              <a:gd name="connsiteX168-2663" fmla="*/ 2560151 w 10768629"/>
              <a:gd name="connsiteY168-2664" fmla="*/ 1963609 h 1978172"/>
              <a:gd name="connsiteX169-2665" fmla="*/ 2367221 w 10768629"/>
              <a:gd name="connsiteY169-2666" fmla="*/ 1971884 h 1978172"/>
              <a:gd name="connsiteX170-2667" fmla="*/ 2272130 w 10768629"/>
              <a:gd name="connsiteY170-2668" fmla="*/ 1961162 h 1978172"/>
              <a:gd name="connsiteX171-2669" fmla="*/ 2189404 w 10768629"/>
              <a:gd name="connsiteY171-2670" fmla="*/ 1978172 h 1978172"/>
              <a:gd name="connsiteX172-2671" fmla="*/ 2077704 w 10768629"/>
              <a:gd name="connsiteY172-2672" fmla="*/ 1965002 h 1978172"/>
              <a:gd name="connsiteX173-2673" fmla="*/ 1967996 w 10768629"/>
              <a:gd name="connsiteY173-2674" fmla="*/ 1953187 h 1978172"/>
              <a:gd name="connsiteX174-2675" fmla="*/ 1855805 w 10768629"/>
              <a:gd name="connsiteY174-2676" fmla="*/ 1926082 h 1978172"/>
              <a:gd name="connsiteX175-2677" fmla="*/ 1790957 w 10768629"/>
              <a:gd name="connsiteY175-2678" fmla="*/ 1919460 h 1978172"/>
              <a:gd name="connsiteX176-2679" fmla="*/ 1613978 w 10768629"/>
              <a:gd name="connsiteY176-2680" fmla="*/ 1891581 h 1978172"/>
              <a:gd name="connsiteX177-2681" fmla="*/ 1436831 w 10768629"/>
              <a:gd name="connsiteY177-2682" fmla="*/ 1856201 h 1978172"/>
              <a:gd name="connsiteX178-2683" fmla="*/ 1332568 w 10768629"/>
              <a:gd name="connsiteY178-2684" fmla="*/ 1793149 h 1978172"/>
              <a:gd name="connsiteX179-2685" fmla="*/ 1186881 w 10768629"/>
              <a:gd name="connsiteY179-2686" fmla="*/ 1768613 h 1978172"/>
              <a:gd name="connsiteX180-2687" fmla="*/ 1162595 w 10768629"/>
              <a:gd name="connsiteY180-2688" fmla="*/ 1758337 h 1978172"/>
              <a:gd name="connsiteX181-2689" fmla="*/ 1128523 w 10768629"/>
              <a:gd name="connsiteY181-2690" fmla="*/ 1763621 h 1978172"/>
              <a:gd name="connsiteX182-2691" fmla="*/ 991903 w 10768629"/>
              <a:gd name="connsiteY182-2692" fmla="*/ 1786741 h 1978172"/>
              <a:gd name="connsiteX183-2693" fmla="*/ 883960 w 10768629"/>
              <a:gd name="connsiteY183-2694" fmla="*/ 1822386 h 1978172"/>
              <a:gd name="connsiteX184-2695" fmla="*/ 766531 w 10768629"/>
              <a:gd name="connsiteY184-2696" fmla="*/ 1805053 h 1978172"/>
              <a:gd name="connsiteX185-2697" fmla="*/ 669779 w 10768629"/>
              <a:gd name="connsiteY185-2698" fmla="*/ 1800537 h 1978172"/>
              <a:gd name="connsiteX186-2699" fmla="*/ 523898 w 10768629"/>
              <a:gd name="connsiteY186-2700" fmla="*/ 1811085 h 1978172"/>
              <a:gd name="connsiteX187-2701" fmla="*/ 360251 w 10768629"/>
              <a:gd name="connsiteY187-2702" fmla="*/ 1830735 h 1978172"/>
              <a:gd name="connsiteX188-2703" fmla="*/ 255207 w 10768629"/>
              <a:gd name="connsiteY188-2704" fmla="*/ 1818275 h 1978172"/>
              <a:gd name="connsiteX189-2705" fmla="*/ 101803 w 10768629"/>
              <a:gd name="connsiteY189-2706" fmla="*/ 1870647 h 1978172"/>
              <a:gd name="connsiteX190-2707" fmla="*/ 25397 w 10768629"/>
              <a:gd name="connsiteY190-2708" fmla="*/ 1888443 h 1978172"/>
              <a:gd name="connsiteX191-2709" fmla="*/ 2370 w 10768629"/>
              <a:gd name="connsiteY191-2710" fmla="*/ 1878311 h 1978172"/>
              <a:gd name="connsiteX192-2711" fmla="*/ 0 w 10768629"/>
              <a:gd name="connsiteY192-2712" fmla="*/ 1878785 h 1978172"/>
              <a:gd name="connsiteX193-2713" fmla="*/ 0 w 10768629"/>
              <a:gd name="connsiteY193-2714" fmla="*/ 0 h 1978172"/>
              <a:gd name="connsiteX0-2715" fmla="*/ 0 w 10768629"/>
              <a:gd name="connsiteY0-2716" fmla="*/ 0 h 1978172"/>
              <a:gd name="connsiteX1-2717" fmla="*/ 10768629 w 10768629"/>
              <a:gd name="connsiteY1-2718" fmla="*/ 0 h 1978172"/>
              <a:gd name="connsiteX2-2719" fmla="*/ 10733254 w 10768629"/>
              <a:gd name="connsiteY2-2720" fmla="*/ 31439 h 1978172"/>
              <a:gd name="connsiteX3-2721" fmla="*/ 10727085 w 10768629"/>
              <a:gd name="connsiteY3-2722" fmla="*/ 37910 h 1978172"/>
              <a:gd name="connsiteX4-2723" fmla="*/ 10675953 w 10768629"/>
              <a:gd name="connsiteY4-2724" fmla="*/ 68623 h 1978172"/>
              <a:gd name="connsiteX5-2725" fmla="*/ 10637091 w 10768629"/>
              <a:gd name="connsiteY5-2726" fmla="*/ 90361 h 1978172"/>
              <a:gd name="connsiteX6-2727" fmla="*/ 10610971 w 10768629"/>
              <a:gd name="connsiteY6-2728" fmla="*/ 110764 h 1978172"/>
              <a:gd name="connsiteX7-2729" fmla="*/ 10532872 w 10768629"/>
              <a:gd name="connsiteY7-2730" fmla="*/ 138028 h 1978172"/>
              <a:gd name="connsiteX8-2731" fmla="*/ 10398558 w 10768629"/>
              <a:gd name="connsiteY8-2732" fmla="*/ 172911 h 1978172"/>
              <a:gd name="connsiteX9-2733" fmla="*/ 10371128 w 10768629"/>
              <a:gd name="connsiteY9-2734" fmla="*/ 182609 h 1978172"/>
              <a:gd name="connsiteX10-2735" fmla="*/ 10352178 w 10768629"/>
              <a:gd name="connsiteY10-2736" fmla="*/ 199976 h 1978172"/>
              <a:gd name="connsiteX11-2737" fmla="*/ 10351815 w 10768629"/>
              <a:gd name="connsiteY11-2738" fmla="*/ 211879 h 1978172"/>
              <a:gd name="connsiteX12-2739" fmla="*/ 10337471 w 10768629"/>
              <a:gd name="connsiteY12-2740" fmla="*/ 218661 h 1978172"/>
              <a:gd name="connsiteX13-2741" fmla="*/ 10334625 w 10768629"/>
              <a:gd name="connsiteY13-2742" fmla="*/ 222351 h 1978172"/>
              <a:gd name="connsiteX14-2743" fmla="*/ 10256365 w 10768629"/>
              <a:gd name="connsiteY14-2744" fmla="*/ 235917 h 1978172"/>
              <a:gd name="connsiteX15-2745" fmla="*/ 10201127 w 10768629"/>
              <a:gd name="connsiteY15-2746" fmla="*/ 267448 h 1978172"/>
              <a:gd name="connsiteX16-2747" fmla="*/ 9961218 w 10768629"/>
              <a:gd name="connsiteY16-2748" fmla="*/ 326720 h 1978172"/>
              <a:gd name="connsiteX17-2749" fmla="*/ 9859715 w 10768629"/>
              <a:gd name="connsiteY17-2750" fmla="*/ 355698 h 1978172"/>
              <a:gd name="connsiteX18-2751" fmla="*/ 9679867 w 10768629"/>
              <a:gd name="connsiteY18-2752" fmla="*/ 399081 h 1978172"/>
              <a:gd name="connsiteX19-2753" fmla="*/ 9490654 w 10768629"/>
              <a:gd name="connsiteY19-2754" fmla="*/ 455225 h 1978172"/>
              <a:gd name="connsiteX20-2755" fmla="*/ 9470837 w 10768629"/>
              <a:gd name="connsiteY20-2756" fmla="*/ 452539 h 1978172"/>
              <a:gd name="connsiteX21-2757" fmla="*/ 9469082 w 10768629"/>
              <a:gd name="connsiteY21-2758" fmla="*/ 454891 h 1978172"/>
              <a:gd name="connsiteX22-2759" fmla="*/ 9448038 w 10768629"/>
              <a:gd name="connsiteY22-2760" fmla="*/ 459733 h 1978172"/>
              <a:gd name="connsiteX23-2761" fmla="*/ 9396821 w 10768629"/>
              <a:gd name="connsiteY23-2762" fmla="*/ 455795 h 1978172"/>
              <a:gd name="connsiteX24-2763" fmla="*/ 9392197 w 10768629"/>
              <a:gd name="connsiteY24-2764" fmla="*/ 459796 h 1978172"/>
              <a:gd name="connsiteX25-2765" fmla="*/ 9347994 w 10768629"/>
              <a:gd name="connsiteY25-2766" fmla="*/ 464462 h 1978172"/>
              <a:gd name="connsiteX26-2767" fmla="*/ 9347889 w 10768629"/>
              <a:gd name="connsiteY26-2768" fmla="*/ 466539 h 1978172"/>
              <a:gd name="connsiteX27-2769" fmla="*/ 9337639 w 10768629"/>
              <a:gd name="connsiteY27-2770" fmla="*/ 476654 h 1978172"/>
              <a:gd name="connsiteX28-2771" fmla="*/ 9316893 w 10768629"/>
              <a:gd name="connsiteY28-2772" fmla="*/ 491390 h 1978172"/>
              <a:gd name="connsiteX29-2773" fmla="*/ 9229283 w 10768629"/>
              <a:gd name="connsiteY29-2774" fmla="*/ 555377 h 1978172"/>
              <a:gd name="connsiteX30-2775" fmla="*/ 9220274 w 10768629"/>
              <a:gd name="connsiteY30-2776" fmla="*/ 557502 h 1978172"/>
              <a:gd name="connsiteX31-2777" fmla="*/ 9220202 w 10768629"/>
              <a:gd name="connsiteY31-2778" fmla="*/ 558001 h 1978172"/>
              <a:gd name="connsiteX32-2779" fmla="*/ 9210908 w 10768629"/>
              <a:gd name="connsiteY32-2780" fmla="*/ 561147 h 1978172"/>
              <a:gd name="connsiteX33-2781" fmla="*/ 9186374 w 10768629"/>
              <a:gd name="connsiteY33-2782" fmla="*/ 565502 h 1978172"/>
              <a:gd name="connsiteX34-2783" fmla="*/ 9181058 w 10768629"/>
              <a:gd name="connsiteY34-2784" fmla="*/ 569943 h 1978172"/>
              <a:gd name="connsiteX35-2785" fmla="*/ 9179948 w 10768629"/>
              <a:gd name="connsiteY35-2786" fmla="*/ 576062 h 1978172"/>
              <a:gd name="connsiteX36-2787" fmla="*/ 9149110 w 10768629"/>
              <a:gd name="connsiteY36-2788" fmla="*/ 598906 h 1978172"/>
              <a:gd name="connsiteX37-2789" fmla="*/ 9078556 w 10768629"/>
              <a:gd name="connsiteY37-2790" fmla="*/ 644039 h 1978172"/>
              <a:gd name="connsiteX38-2791" fmla="*/ 8996399 w 10768629"/>
              <a:gd name="connsiteY38-2792" fmla="*/ 690055 h 1978172"/>
              <a:gd name="connsiteX39-2793" fmla="*/ 8803791 w 10768629"/>
              <a:gd name="connsiteY39-2794" fmla="*/ 813860 h 1978172"/>
              <a:gd name="connsiteX40-2795" fmla="*/ 8636202 w 10768629"/>
              <a:gd name="connsiteY40-2796" fmla="*/ 848463 h 1978172"/>
              <a:gd name="connsiteX41-2797" fmla="*/ 8555372 w 10768629"/>
              <a:gd name="connsiteY41-2798" fmla="*/ 883171 h 1978172"/>
              <a:gd name="connsiteX42-2799" fmla="*/ 8507229 w 10768629"/>
              <a:gd name="connsiteY42-2800" fmla="*/ 901665 h 1978172"/>
              <a:gd name="connsiteX43-2801" fmla="*/ 8428473 w 10768629"/>
              <a:gd name="connsiteY43-2802" fmla="*/ 927985 h 1978172"/>
              <a:gd name="connsiteX44-2803" fmla="*/ 8427914 w 10768629"/>
              <a:gd name="connsiteY44-2804" fmla="*/ 933480 h 1978172"/>
              <a:gd name="connsiteX45-2805" fmla="*/ 8420327 w 10768629"/>
              <a:gd name="connsiteY45-2806" fmla="*/ 941984 h 1978172"/>
              <a:gd name="connsiteX46-2807" fmla="*/ 8407128 w 10768629"/>
              <a:gd name="connsiteY46-2808" fmla="*/ 961344 h 1978172"/>
              <a:gd name="connsiteX47-2809" fmla="*/ 8380548 w 10768629"/>
              <a:gd name="connsiteY47-2810" fmla="*/ 987916 h 1978172"/>
              <a:gd name="connsiteX48-2811" fmla="*/ 8379462 w 10768629"/>
              <a:gd name="connsiteY48-2812" fmla="*/ 987106 h 1978172"/>
              <a:gd name="connsiteX49-2813" fmla="*/ 8369725 w 10768629"/>
              <a:gd name="connsiteY49-2814" fmla="*/ 989186 h 1978172"/>
              <a:gd name="connsiteX50-2815" fmla="*/ 8304438 w 10768629"/>
              <a:gd name="connsiteY50-2816" fmla="*/ 996739 h 1978172"/>
              <a:gd name="connsiteX51-2817" fmla="*/ 8280929 w 10768629"/>
              <a:gd name="connsiteY51-2818" fmla="*/ 1023089 h 1978172"/>
              <a:gd name="connsiteX52-2819" fmla="*/ 8275760 w 10768629"/>
              <a:gd name="connsiteY52-2820" fmla="*/ 1027772 h 1978172"/>
              <a:gd name="connsiteX53-2821" fmla="*/ 8275478 w 10768629"/>
              <a:gd name="connsiteY53-2822" fmla="*/ 1027605 h 1978172"/>
              <a:gd name="connsiteX54-2823" fmla="*/ 8269666 w 10768629"/>
              <a:gd name="connsiteY54-2824" fmla="*/ 1032033 h 1978172"/>
              <a:gd name="connsiteX55-2825" fmla="*/ 8203836 w 10768629"/>
              <a:gd name="connsiteY55-2826" fmla="*/ 1037347 h 1978172"/>
              <a:gd name="connsiteX56-2827" fmla="*/ 8122936 w 10768629"/>
              <a:gd name="connsiteY56-2828" fmla="*/ 1063113 h 1978172"/>
              <a:gd name="connsiteX57-2829" fmla="*/ 8043658 w 10768629"/>
              <a:gd name="connsiteY57-2830" fmla="*/ 1092746 h 1978172"/>
              <a:gd name="connsiteX58-2831" fmla="*/ 8015351 w 10768629"/>
              <a:gd name="connsiteY58-2832" fmla="*/ 1105478 h 1978172"/>
              <a:gd name="connsiteX59-2833" fmla="*/ 7963145 w 10768629"/>
              <a:gd name="connsiteY59-2834" fmla="*/ 1119346 h 1978172"/>
              <a:gd name="connsiteX60-2835" fmla="*/ 7938145 w 10768629"/>
              <a:gd name="connsiteY60-2836" fmla="*/ 1120225 h 1978172"/>
              <a:gd name="connsiteX61-2837" fmla="*/ 7937238 w 10768629"/>
              <a:gd name="connsiteY61-2838" fmla="*/ 1121204 h 1978172"/>
              <a:gd name="connsiteX62-2839" fmla="*/ 7934398 w 10768629"/>
              <a:gd name="connsiteY62-2840" fmla="*/ 1118240 h 1978172"/>
              <a:gd name="connsiteX63-2841" fmla="*/ 7918248 w 10768629"/>
              <a:gd name="connsiteY63-2842" fmla="*/ 1124371 h 1978172"/>
              <a:gd name="connsiteX64-2843" fmla="*/ 7914119 w 10768629"/>
              <a:gd name="connsiteY64-2844" fmla="*/ 1127653 h 1978172"/>
              <a:gd name="connsiteX65-2845" fmla="*/ 7907658 w 10768629"/>
              <a:gd name="connsiteY65-2846" fmla="*/ 1130350 h 1978172"/>
              <a:gd name="connsiteX66-2847" fmla="*/ 7907434 w 10768629"/>
              <a:gd name="connsiteY66-2848" fmla="*/ 1130103 h 1978172"/>
              <a:gd name="connsiteX67-2849" fmla="*/ 7901508 w 10768629"/>
              <a:gd name="connsiteY67-2850" fmla="*/ 1133245 h 1978172"/>
              <a:gd name="connsiteX68-2851" fmla="*/ 7873287 w 10768629"/>
              <a:gd name="connsiteY68-2852" fmla="*/ 1152609 h 1978172"/>
              <a:gd name="connsiteX69-2853" fmla="*/ 7834833 w 10768629"/>
              <a:gd name="connsiteY69-2854" fmla="*/ 1153868 h 1978172"/>
              <a:gd name="connsiteX70-2855" fmla="*/ 7828661 w 10768629"/>
              <a:gd name="connsiteY70-2856" fmla="*/ 1139994 h 1978172"/>
              <a:gd name="connsiteX71-2857" fmla="*/ 7823966 w 10768629"/>
              <a:gd name="connsiteY71-2858" fmla="*/ 1143178 h 1978172"/>
              <a:gd name="connsiteX72-2859" fmla="*/ 7815078 w 10768629"/>
              <a:gd name="connsiteY72-2860" fmla="*/ 1151776 h 1978172"/>
              <a:gd name="connsiteX73-2861" fmla="*/ 7812026 w 10768629"/>
              <a:gd name="connsiteY73-2862" fmla="*/ 1151522 h 1978172"/>
              <a:gd name="connsiteX74-2863" fmla="*/ 7782249 w 10768629"/>
              <a:gd name="connsiteY74-2864" fmla="*/ 1160970 h 1978172"/>
              <a:gd name="connsiteX75-2865" fmla="*/ 7773476 w 10768629"/>
              <a:gd name="connsiteY75-2866" fmla="*/ 1157414 h 1978172"/>
              <a:gd name="connsiteX76-2867" fmla="*/ 7769600 w 10768629"/>
              <a:gd name="connsiteY76-2868" fmla="*/ 1157365 h 1978172"/>
              <a:gd name="connsiteX77-2869" fmla="*/ 7752631 w 10768629"/>
              <a:gd name="connsiteY77-2870" fmla="*/ 1172815 h 1978172"/>
              <a:gd name="connsiteX78-2871" fmla="*/ 7743525 w 10768629"/>
              <a:gd name="connsiteY78-2872" fmla="*/ 1179064 h 1978172"/>
              <a:gd name="connsiteX79-2873" fmla="*/ 7685942 w 10768629"/>
              <a:gd name="connsiteY79-2874" fmla="*/ 1233723 h 1978172"/>
              <a:gd name="connsiteX80-2875" fmla="*/ 7586920 w 10768629"/>
              <a:gd name="connsiteY80-2876" fmla="*/ 1261888 h 1978172"/>
              <a:gd name="connsiteX81-2877" fmla="*/ 7486100 w 10768629"/>
              <a:gd name="connsiteY81-2878" fmla="*/ 1292563 h 1978172"/>
              <a:gd name="connsiteX82-2879" fmla="*/ 7407190 w 10768629"/>
              <a:gd name="connsiteY82-2880" fmla="*/ 1314737 h 1978172"/>
              <a:gd name="connsiteX83-2881" fmla="*/ 7240698 w 10768629"/>
              <a:gd name="connsiteY83-2882" fmla="*/ 1438832 h 1978172"/>
              <a:gd name="connsiteX84-2883" fmla="*/ 7197675 w 10768629"/>
              <a:gd name="connsiteY84-2884" fmla="*/ 1447530 h 1978172"/>
              <a:gd name="connsiteX85-2885" fmla="*/ 7164788 w 10768629"/>
              <a:gd name="connsiteY85-2886" fmla="*/ 1480293 h 1978172"/>
              <a:gd name="connsiteX86-2887" fmla="*/ 7147929 w 10768629"/>
              <a:gd name="connsiteY86-2888" fmla="*/ 1477641 h 1978172"/>
              <a:gd name="connsiteX87-2889" fmla="*/ 7144965 w 10768629"/>
              <a:gd name="connsiteY87-2890" fmla="*/ 1476908 h 1978172"/>
              <a:gd name="connsiteX88-2891" fmla="*/ 7134299 w 10768629"/>
              <a:gd name="connsiteY88-2892" fmla="*/ 1479969 h 1978172"/>
              <a:gd name="connsiteX89-2893" fmla="*/ 7129809 w 10768629"/>
              <a:gd name="connsiteY89-2894" fmla="*/ 1473339 h 1978172"/>
              <a:gd name="connsiteX90-2895" fmla="*/ 7112688 w 10768629"/>
              <a:gd name="connsiteY90-2896" fmla="*/ 1472575 h 1978172"/>
              <a:gd name="connsiteX91-2897" fmla="*/ 7093470 w 10768629"/>
              <a:gd name="connsiteY91-2898" fmla="*/ 1480300 h 1978172"/>
              <a:gd name="connsiteX92-2899" fmla="*/ 7025034 w 10768629"/>
              <a:gd name="connsiteY92-2900" fmla="*/ 1506934 h 1978172"/>
              <a:gd name="connsiteX93-2901" fmla="*/ 7014783 w 10768629"/>
              <a:gd name="connsiteY93-2902" fmla="*/ 1515868 h 1978172"/>
              <a:gd name="connsiteX94-2903" fmla="*/ 6979706 w 10768629"/>
              <a:gd name="connsiteY94-2904" fmla="*/ 1523511 h 1978172"/>
              <a:gd name="connsiteX95-2905" fmla="*/ 6977890 w 10768629"/>
              <a:gd name="connsiteY95-2906" fmla="*/ 1525793 h 1978172"/>
              <a:gd name="connsiteX96-2907" fmla="*/ 6944339 w 10768629"/>
              <a:gd name="connsiteY96-2908" fmla="*/ 1536237 h 1978172"/>
              <a:gd name="connsiteX97-2909" fmla="*/ 6886996 w 10768629"/>
              <a:gd name="connsiteY97-2910" fmla="*/ 1563569 h 1978172"/>
              <a:gd name="connsiteX98-2911" fmla="*/ 6874510 w 10768629"/>
              <a:gd name="connsiteY98-2912" fmla="*/ 1558469 h 1978172"/>
              <a:gd name="connsiteX99-2913" fmla="*/ 6871943 w 10768629"/>
              <a:gd name="connsiteY99-2914" fmla="*/ 1554651 h 1978172"/>
              <a:gd name="connsiteX100-2915" fmla="*/ 6856174 w 10768629"/>
              <a:gd name="connsiteY100-2916" fmla="*/ 1562024 h 1978172"/>
              <a:gd name="connsiteX101-2917" fmla="*/ 6842321 w 10768629"/>
              <a:gd name="connsiteY101-2918" fmla="*/ 1560554 h 1978172"/>
              <a:gd name="connsiteX102-2919" fmla="*/ 6832713 w 10768629"/>
              <a:gd name="connsiteY102-2920" fmla="*/ 1569357 h 1978172"/>
              <a:gd name="connsiteX103-2921" fmla="*/ 6816351 w 10768629"/>
              <a:gd name="connsiteY103-2922" fmla="*/ 1571495 h 1978172"/>
              <a:gd name="connsiteX104-2923" fmla="*/ 6795800 w 10768629"/>
              <a:gd name="connsiteY104-2924" fmla="*/ 1572010 h 1978172"/>
              <a:gd name="connsiteX105-2925" fmla="*/ 6777546 w 10768629"/>
              <a:gd name="connsiteY105-2926" fmla="*/ 1568661 h 1978172"/>
              <a:gd name="connsiteX106-2927" fmla="*/ 6751528 w 10768629"/>
              <a:gd name="connsiteY106-2928" fmla="*/ 1574143 h 1978172"/>
              <a:gd name="connsiteX107-2929" fmla="*/ 6691966 w 10768629"/>
              <a:gd name="connsiteY107-2930" fmla="*/ 1582255 h 1978172"/>
              <a:gd name="connsiteX108-2931" fmla="*/ 6646941 w 10768629"/>
              <a:gd name="connsiteY108-2932" fmla="*/ 1588471 h 1978172"/>
              <a:gd name="connsiteX109-2933" fmla="*/ 6568576 w 10768629"/>
              <a:gd name="connsiteY109-2934" fmla="*/ 1606488 h 1978172"/>
              <a:gd name="connsiteX110-2935" fmla="*/ 6554358 w 10768629"/>
              <a:gd name="connsiteY110-2936" fmla="*/ 1621701 h 1978172"/>
              <a:gd name="connsiteX111-2937" fmla="*/ 6516968 w 10768629"/>
              <a:gd name="connsiteY111-2938" fmla="*/ 1617195 h 1978172"/>
              <a:gd name="connsiteX112-2939" fmla="*/ 6506479 w 10768629"/>
              <a:gd name="connsiteY112-2940" fmla="*/ 1602227 h 1978172"/>
              <a:gd name="connsiteX113-2941" fmla="*/ 6458436 w 10768629"/>
              <a:gd name="connsiteY113-2942" fmla="*/ 1607332 h 1978172"/>
              <a:gd name="connsiteX114-2943" fmla="*/ 6414786 w 10768629"/>
              <a:gd name="connsiteY114-2944" fmla="*/ 1628815 h 1978172"/>
              <a:gd name="connsiteX115-2945" fmla="*/ 6357085 w 10768629"/>
              <a:gd name="connsiteY115-2946" fmla="*/ 1640846 h 1978172"/>
              <a:gd name="connsiteX116-2947" fmla="*/ 6322636 w 10768629"/>
              <a:gd name="connsiteY116-2948" fmla="*/ 1648213 h 1978172"/>
              <a:gd name="connsiteX117-2949" fmla="*/ 6226172 w 10768629"/>
              <a:gd name="connsiteY117-2950" fmla="*/ 1654676 h 1978172"/>
              <a:gd name="connsiteX118-2951" fmla="*/ 6221217 w 10768629"/>
              <a:gd name="connsiteY118-2952" fmla="*/ 1654506 h 1978172"/>
              <a:gd name="connsiteX119-2953" fmla="*/ 6204956 w 10768629"/>
              <a:gd name="connsiteY119-2954" fmla="*/ 1664280 h 1978172"/>
              <a:gd name="connsiteX120-2955" fmla="*/ 6204270 w 10768629"/>
              <a:gd name="connsiteY120-2956" fmla="*/ 1666782 h 1978172"/>
              <a:gd name="connsiteX121-2957" fmla="*/ 6143810 w 10768629"/>
              <a:gd name="connsiteY121-2958" fmla="*/ 1661963 h 1978172"/>
              <a:gd name="connsiteX122-2959" fmla="*/ 6136560 w 10768629"/>
              <a:gd name="connsiteY122-2960" fmla="*/ 1665728 h 1978172"/>
              <a:gd name="connsiteX123-2961" fmla="*/ 6096155 w 10768629"/>
              <a:gd name="connsiteY123-2962" fmla="*/ 1656951 h 1978172"/>
              <a:gd name="connsiteX124-2963" fmla="*/ 6075812 w 10768629"/>
              <a:gd name="connsiteY124-2964" fmla="*/ 1655422 h 1978172"/>
              <a:gd name="connsiteX125-2965" fmla="*/ 6039495 w 10768629"/>
              <a:gd name="connsiteY125-2966" fmla="*/ 1649680 h 1978172"/>
              <a:gd name="connsiteX126-2967" fmla="*/ 6036523 w 10768629"/>
              <a:gd name="connsiteY126-2968" fmla="*/ 1652121 h 1978172"/>
              <a:gd name="connsiteX127-2969" fmla="*/ 6029328 w 10768629"/>
              <a:gd name="connsiteY127-2970" fmla="*/ 1649904 h 1978172"/>
              <a:gd name="connsiteX128-2971" fmla="*/ 6024075 w 10768629"/>
              <a:gd name="connsiteY128-2972" fmla="*/ 1652779 h 1978172"/>
              <a:gd name="connsiteX129-2973" fmla="*/ 6018085 w 10768629"/>
              <a:gd name="connsiteY129-2974" fmla="*/ 1652030 h 1978172"/>
              <a:gd name="connsiteX130-2975" fmla="*/ 5955513 w 10768629"/>
              <a:gd name="connsiteY130-2976" fmla="*/ 1663584 h 1978172"/>
              <a:gd name="connsiteX131-2977" fmla="*/ 5941996 w 10768629"/>
              <a:gd name="connsiteY131-2978" fmla="*/ 1661326 h 1978172"/>
              <a:gd name="connsiteX132-2979" fmla="*/ 5931789 w 10768629"/>
              <a:gd name="connsiteY132-2980" fmla="*/ 1669915 h 1978172"/>
              <a:gd name="connsiteX133-2981" fmla="*/ 5888686 w 10768629"/>
              <a:gd name="connsiteY133-2982" fmla="*/ 1672175 h 1978172"/>
              <a:gd name="connsiteX134-2983" fmla="*/ 5873794 w 10768629"/>
              <a:gd name="connsiteY134-2984" fmla="*/ 1665454 h 1978172"/>
              <a:gd name="connsiteX135-2985" fmla="*/ 5860022 w 10768629"/>
              <a:gd name="connsiteY135-2986" fmla="*/ 1660635 h 1978172"/>
              <a:gd name="connsiteX136-2987" fmla="*/ 5858237 w 10768629"/>
              <a:gd name="connsiteY136-2988" fmla="*/ 1660649 h 1978172"/>
              <a:gd name="connsiteX137-2989" fmla="*/ 5840319 w 10768629"/>
              <a:gd name="connsiteY137-2990" fmla="*/ 1660798 h 1978172"/>
              <a:gd name="connsiteX138-2991" fmla="*/ 5806984 w 10768629"/>
              <a:gd name="connsiteY138-2992" fmla="*/ 1661075 h 1978172"/>
              <a:gd name="connsiteX139-2993" fmla="*/ 5742351 w 10768629"/>
              <a:gd name="connsiteY139-2994" fmla="*/ 1667489 h 1978172"/>
              <a:gd name="connsiteX140-2995" fmla="*/ 5521171 w 10768629"/>
              <a:gd name="connsiteY140-2996" fmla="*/ 1671626 h 1978172"/>
              <a:gd name="connsiteX141-2997" fmla="*/ 5457384 w 10768629"/>
              <a:gd name="connsiteY141-2998" fmla="*/ 1683952 h 1978172"/>
              <a:gd name="connsiteX142-2999" fmla="*/ 4950070 w 10768629"/>
              <a:gd name="connsiteY142-3000" fmla="*/ 1748401 h 1978172"/>
              <a:gd name="connsiteX143-3001" fmla="*/ 4872172 w 10768629"/>
              <a:gd name="connsiteY143-3002" fmla="*/ 1757222 h 1978172"/>
              <a:gd name="connsiteX144-3003" fmla="*/ 4809524 w 10768629"/>
              <a:gd name="connsiteY144-3004" fmla="*/ 1761033 h 1978172"/>
              <a:gd name="connsiteX145-3005" fmla="*/ 4759058 w 10768629"/>
              <a:gd name="connsiteY145-3006" fmla="*/ 1766533 h 1978172"/>
              <a:gd name="connsiteX146-3007" fmla="*/ 4719749 w 10768629"/>
              <a:gd name="connsiteY146-3008" fmla="*/ 1771811 h 1978172"/>
              <a:gd name="connsiteX147-3009" fmla="*/ 4568686 w 10768629"/>
              <a:gd name="connsiteY147-3010" fmla="*/ 1786141 h 1978172"/>
              <a:gd name="connsiteX148-3011" fmla="*/ 4418751 w 10768629"/>
              <a:gd name="connsiteY148-3012" fmla="*/ 1796932 h 1978172"/>
              <a:gd name="connsiteX149-3013" fmla="*/ 4378377 w 10768629"/>
              <a:gd name="connsiteY149-3014" fmla="*/ 1815528 h 1978172"/>
              <a:gd name="connsiteX150-3015" fmla="*/ 4320575 w 10768629"/>
              <a:gd name="connsiteY150-3016" fmla="*/ 1832722 h 1978172"/>
              <a:gd name="connsiteX151-3017" fmla="*/ 4220200 w 10768629"/>
              <a:gd name="connsiteY151-3018" fmla="*/ 1873173 h 1978172"/>
              <a:gd name="connsiteX152-3019" fmla="*/ 4105361 w 10768629"/>
              <a:gd name="connsiteY152-3020" fmla="*/ 1894711 h 1978172"/>
              <a:gd name="connsiteX153-3021" fmla="*/ 3973223 w 10768629"/>
              <a:gd name="connsiteY153-3022" fmla="*/ 1881015 h 1978172"/>
              <a:gd name="connsiteX154-3023" fmla="*/ 3900992 w 10768629"/>
              <a:gd name="connsiteY154-3024" fmla="*/ 1880603 h 1978172"/>
              <a:gd name="connsiteX155-3025" fmla="*/ 3662119 w 10768629"/>
              <a:gd name="connsiteY155-3026" fmla="*/ 1876289 h 1978172"/>
              <a:gd name="connsiteX156-3027" fmla="*/ 3496919 w 10768629"/>
              <a:gd name="connsiteY156-3028" fmla="*/ 1873180 h 1978172"/>
              <a:gd name="connsiteX157-3029" fmla="*/ 3449433 w 10768629"/>
              <a:gd name="connsiteY157-3030" fmla="*/ 1889681 h 1978172"/>
              <a:gd name="connsiteX158-3031" fmla="*/ 3369766 w 10768629"/>
              <a:gd name="connsiteY158-3032" fmla="*/ 1916653 h 1978172"/>
              <a:gd name="connsiteX159-3033" fmla="*/ 3290336 w 10768629"/>
              <a:gd name="connsiteY159-3034" fmla="*/ 1925039 h 1978172"/>
              <a:gd name="connsiteX160-3035" fmla="*/ 3224897 w 10768629"/>
              <a:gd name="connsiteY160-3036" fmla="*/ 1943733 h 1978172"/>
              <a:gd name="connsiteX161-3037" fmla="*/ 3161463 w 10768629"/>
              <a:gd name="connsiteY161-3038" fmla="*/ 1946591 h 1978172"/>
              <a:gd name="connsiteX162-3039" fmla="*/ 3157504 w 10768629"/>
              <a:gd name="connsiteY162-3040" fmla="*/ 1957276 h 1978172"/>
              <a:gd name="connsiteX163-3041" fmla="*/ 3115176 w 10768629"/>
              <a:gd name="connsiteY163-3042" fmla="*/ 1943459 h 1978172"/>
              <a:gd name="connsiteX164-3043" fmla="*/ 3005773 w 10768629"/>
              <a:gd name="connsiteY164-3044" fmla="*/ 1915878 h 1978172"/>
              <a:gd name="connsiteX165-3045" fmla="*/ 2897201 w 10768629"/>
              <a:gd name="connsiteY165-3046" fmla="*/ 1926772 h 1978172"/>
              <a:gd name="connsiteX166-3047" fmla="*/ 2783891 w 10768629"/>
              <a:gd name="connsiteY166-3048" fmla="*/ 1931749 h 1978172"/>
              <a:gd name="connsiteX167-3049" fmla="*/ 2712447 w 10768629"/>
              <a:gd name="connsiteY167-3050" fmla="*/ 1933044 h 1978172"/>
              <a:gd name="connsiteX168-3051" fmla="*/ 2560151 w 10768629"/>
              <a:gd name="connsiteY168-3052" fmla="*/ 1963609 h 1978172"/>
              <a:gd name="connsiteX169-3053" fmla="*/ 2367221 w 10768629"/>
              <a:gd name="connsiteY169-3054" fmla="*/ 1971884 h 1978172"/>
              <a:gd name="connsiteX170-3055" fmla="*/ 2272130 w 10768629"/>
              <a:gd name="connsiteY170-3056" fmla="*/ 1961162 h 1978172"/>
              <a:gd name="connsiteX171-3057" fmla="*/ 2189404 w 10768629"/>
              <a:gd name="connsiteY171-3058" fmla="*/ 1978172 h 1978172"/>
              <a:gd name="connsiteX172-3059" fmla="*/ 2077704 w 10768629"/>
              <a:gd name="connsiteY172-3060" fmla="*/ 1965002 h 1978172"/>
              <a:gd name="connsiteX173-3061" fmla="*/ 1967996 w 10768629"/>
              <a:gd name="connsiteY173-3062" fmla="*/ 1953187 h 1978172"/>
              <a:gd name="connsiteX174-3063" fmla="*/ 1855805 w 10768629"/>
              <a:gd name="connsiteY174-3064" fmla="*/ 1926082 h 1978172"/>
              <a:gd name="connsiteX175-3065" fmla="*/ 1790957 w 10768629"/>
              <a:gd name="connsiteY175-3066" fmla="*/ 1919460 h 1978172"/>
              <a:gd name="connsiteX176-3067" fmla="*/ 1613978 w 10768629"/>
              <a:gd name="connsiteY176-3068" fmla="*/ 1891581 h 1978172"/>
              <a:gd name="connsiteX177-3069" fmla="*/ 1436831 w 10768629"/>
              <a:gd name="connsiteY177-3070" fmla="*/ 1856201 h 1978172"/>
              <a:gd name="connsiteX178-3071" fmla="*/ 1357365 w 10768629"/>
              <a:gd name="connsiteY178-3072" fmla="*/ 1832140 h 1978172"/>
              <a:gd name="connsiteX179-3073" fmla="*/ 1186881 w 10768629"/>
              <a:gd name="connsiteY179-3074" fmla="*/ 1768613 h 1978172"/>
              <a:gd name="connsiteX180-3075" fmla="*/ 1162595 w 10768629"/>
              <a:gd name="connsiteY180-3076" fmla="*/ 1758337 h 1978172"/>
              <a:gd name="connsiteX181-3077" fmla="*/ 1128523 w 10768629"/>
              <a:gd name="connsiteY181-3078" fmla="*/ 1763621 h 1978172"/>
              <a:gd name="connsiteX182-3079" fmla="*/ 991903 w 10768629"/>
              <a:gd name="connsiteY182-3080" fmla="*/ 1786741 h 1978172"/>
              <a:gd name="connsiteX183-3081" fmla="*/ 883960 w 10768629"/>
              <a:gd name="connsiteY183-3082" fmla="*/ 1822386 h 1978172"/>
              <a:gd name="connsiteX184-3083" fmla="*/ 766531 w 10768629"/>
              <a:gd name="connsiteY184-3084" fmla="*/ 1805053 h 1978172"/>
              <a:gd name="connsiteX185-3085" fmla="*/ 669779 w 10768629"/>
              <a:gd name="connsiteY185-3086" fmla="*/ 1800537 h 1978172"/>
              <a:gd name="connsiteX186-3087" fmla="*/ 523898 w 10768629"/>
              <a:gd name="connsiteY186-3088" fmla="*/ 1811085 h 1978172"/>
              <a:gd name="connsiteX187-3089" fmla="*/ 360251 w 10768629"/>
              <a:gd name="connsiteY187-3090" fmla="*/ 1830735 h 1978172"/>
              <a:gd name="connsiteX188-3091" fmla="*/ 255207 w 10768629"/>
              <a:gd name="connsiteY188-3092" fmla="*/ 1818275 h 1978172"/>
              <a:gd name="connsiteX189-3093" fmla="*/ 101803 w 10768629"/>
              <a:gd name="connsiteY189-3094" fmla="*/ 1870647 h 1978172"/>
              <a:gd name="connsiteX190-3095" fmla="*/ 25397 w 10768629"/>
              <a:gd name="connsiteY190-3096" fmla="*/ 1888443 h 1978172"/>
              <a:gd name="connsiteX191-3097" fmla="*/ 2370 w 10768629"/>
              <a:gd name="connsiteY191-3098" fmla="*/ 1878311 h 1978172"/>
              <a:gd name="connsiteX192-3099" fmla="*/ 0 w 10768629"/>
              <a:gd name="connsiteY192-3100" fmla="*/ 1878785 h 1978172"/>
              <a:gd name="connsiteX193-3101" fmla="*/ 0 w 10768629"/>
              <a:gd name="connsiteY193-3102" fmla="*/ 0 h 1978172"/>
              <a:gd name="connsiteX0-3103" fmla="*/ 0 w 10768629"/>
              <a:gd name="connsiteY0-3104" fmla="*/ 0 h 1978172"/>
              <a:gd name="connsiteX1-3105" fmla="*/ 10768629 w 10768629"/>
              <a:gd name="connsiteY1-3106" fmla="*/ 0 h 1978172"/>
              <a:gd name="connsiteX2-3107" fmla="*/ 10733254 w 10768629"/>
              <a:gd name="connsiteY2-3108" fmla="*/ 31439 h 1978172"/>
              <a:gd name="connsiteX3-3109" fmla="*/ 10727085 w 10768629"/>
              <a:gd name="connsiteY3-3110" fmla="*/ 37910 h 1978172"/>
              <a:gd name="connsiteX4-3111" fmla="*/ 10675953 w 10768629"/>
              <a:gd name="connsiteY4-3112" fmla="*/ 68623 h 1978172"/>
              <a:gd name="connsiteX5-3113" fmla="*/ 10637091 w 10768629"/>
              <a:gd name="connsiteY5-3114" fmla="*/ 90361 h 1978172"/>
              <a:gd name="connsiteX6-3115" fmla="*/ 10610971 w 10768629"/>
              <a:gd name="connsiteY6-3116" fmla="*/ 110764 h 1978172"/>
              <a:gd name="connsiteX7-3117" fmla="*/ 10532872 w 10768629"/>
              <a:gd name="connsiteY7-3118" fmla="*/ 138028 h 1978172"/>
              <a:gd name="connsiteX8-3119" fmla="*/ 10398558 w 10768629"/>
              <a:gd name="connsiteY8-3120" fmla="*/ 172911 h 1978172"/>
              <a:gd name="connsiteX9-3121" fmla="*/ 10371128 w 10768629"/>
              <a:gd name="connsiteY9-3122" fmla="*/ 182609 h 1978172"/>
              <a:gd name="connsiteX10-3123" fmla="*/ 10352178 w 10768629"/>
              <a:gd name="connsiteY10-3124" fmla="*/ 199976 h 1978172"/>
              <a:gd name="connsiteX11-3125" fmla="*/ 10351815 w 10768629"/>
              <a:gd name="connsiteY11-3126" fmla="*/ 211879 h 1978172"/>
              <a:gd name="connsiteX12-3127" fmla="*/ 10337471 w 10768629"/>
              <a:gd name="connsiteY12-3128" fmla="*/ 218661 h 1978172"/>
              <a:gd name="connsiteX13-3129" fmla="*/ 10334625 w 10768629"/>
              <a:gd name="connsiteY13-3130" fmla="*/ 222351 h 1978172"/>
              <a:gd name="connsiteX14-3131" fmla="*/ 10256365 w 10768629"/>
              <a:gd name="connsiteY14-3132" fmla="*/ 235917 h 1978172"/>
              <a:gd name="connsiteX15-3133" fmla="*/ 10201127 w 10768629"/>
              <a:gd name="connsiteY15-3134" fmla="*/ 267448 h 1978172"/>
              <a:gd name="connsiteX16-3135" fmla="*/ 9961218 w 10768629"/>
              <a:gd name="connsiteY16-3136" fmla="*/ 326720 h 1978172"/>
              <a:gd name="connsiteX17-3137" fmla="*/ 9859715 w 10768629"/>
              <a:gd name="connsiteY17-3138" fmla="*/ 355698 h 1978172"/>
              <a:gd name="connsiteX18-3139" fmla="*/ 9679867 w 10768629"/>
              <a:gd name="connsiteY18-3140" fmla="*/ 399081 h 1978172"/>
              <a:gd name="connsiteX19-3141" fmla="*/ 9490654 w 10768629"/>
              <a:gd name="connsiteY19-3142" fmla="*/ 455225 h 1978172"/>
              <a:gd name="connsiteX20-3143" fmla="*/ 9470837 w 10768629"/>
              <a:gd name="connsiteY20-3144" fmla="*/ 452539 h 1978172"/>
              <a:gd name="connsiteX21-3145" fmla="*/ 9469082 w 10768629"/>
              <a:gd name="connsiteY21-3146" fmla="*/ 454891 h 1978172"/>
              <a:gd name="connsiteX22-3147" fmla="*/ 9448038 w 10768629"/>
              <a:gd name="connsiteY22-3148" fmla="*/ 459733 h 1978172"/>
              <a:gd name="connsiteX23-3149" fmla="*/ 9396821 w 10768629"/>
              <a:gd name="connsiteY23-3150" fmla="*/ 455795 h 1978172"/>
              <a:gd name="connsiteX24-3151" fmla="*/ 9392197 w 10768629"/>
              <a:gd name="connsiteY24-3152" fmla="*/ 459796 h 1978172"/>
              <a:gd name="connsiteX25-3153" fmla="*/ 9347994 w 10768629"/>
              <a:gd name="connsiteY25-3154" fmla="*/ 464462 h 1978172"/>
              <a:gd name="connsiteX26-3155" fmla="*/ 9347889 w 10768629"/>
              <a:gd name="connsiteY26-3156" fmla="*/ 466539 h 1978172"/>
              <a:gd name="connsiteX27-3157" fmla="*/ 9337639 w 10768629"/>
              <a:gd name="connsiteY27-3158" fmla="*/ 476654 h 1978172"/>
              <a:gd name="connsiteX28-3159" fmla="*/ 9316893 w 10768629"/>
              <a:gd name="connsiteY28-3160" fmla="*/ 491390 h 1978172"/>
              <a:gd name="connsiteX29-3161" fmla="*/ 9229283 w 10768629"/>
              <a:gd name="connsiteY29-3162" fmla="*/ 555377 h 1978172"/>
              <a:gd name="connsiteX30-3163" fmla="*/ 9220274 w 10768629"/>
              <a:gd name="connsiteY30-3164" fmla="*/ 557502 h 1978172"/>
              <a:gd name="connsiteX31-3165" fmla="*/ 9220202 w 10768629"/>
              <a:gd name="connsiteY31-3166" fmla="*/ 558001 h 1978172"/>
              <a:gd name="connsiteX32-3167" fmla="*/ 9210908 w 10768629"/>
              <a:gd name="connsiteY32-3168" fmla="*/ 561147 h 1978172"/>
              <a:gd name="connsiteX33-3169" fmla="*/ 9186374 w 10768629"/>
              <a:gd name="connsiteY33-3170" fmla="*/ 565502 h 1978172"/>
              <a:gd name="connsiteX34-3171" fmla="*/ 9181058 w 10768629"/>
              <a:gd name="connsiteY34-3172" fmla="*/ 569943 h 1978172"/>
              <a:gd name="connsiteX35-3173" fmla="*/ 9179948 w 10768629"/>
              <a:gd name="connsiteY35-3174" fmla="*/ 576062 h 1978172"/>
              <a:gd name="connsiteX36-3175" fmla="*/ 9149110 w 10768629"/>
              <a:gd name="connsiteY36-3176" fmla="*/ 598906 h 1978172"/>
              <a:gd name="connsiteX37-3177" fmla="*/ 9078556 w 10768629"/>
              <a:gd name="connsiteY37-3178" fmla="*/ 644039 h 1978172"/>
              <a:gd name="connsiteX38-3179" fmla="*/ 8996399 w 10768629"/>
              <a:gd name="connsiteY38-3180" fmla="*/ 690055 h 1978172"/>
              <a:gd name="connsiteX39-3181" fmla="*/ 8803791 w 10768629"/>
              <a:gd name="connsiteY39-3182" fmla="*/ 813860 h 1978172"/>
              <a:gd name="connsiteX40-3183" fmla="*/ 8636202 w 10768629"/>
              <a:gd name="connsiteY40-3184" fmla="*/ 848463 h 1978172"/>
              <a:gd name="connsiteX41-3185" fmla="*/ 8555372 w 10768629"/>
              <a:gd name="connsiteY41-3186" fmla="*/ 883171 h 1978172"/>
              <a:gd name="connsiteX42-3187" fmla="*/ 8507229 w 10768629"/>
              <a:gd name="connsiteY42-3188" fmla="*/ 901665 h 1978172"/>
              <a:gd name="connsiteX43-3189" fmla="*/ 8428473 w 10768629"/>
              <a:gd name="connsiteY43-3190" fmla="*/ 927985 h 1978172"/>
              <a:gd name="connsiteX44-3191" fmla="*/ 8427914 w 10768629"/>
              <a:gd name="connsiteY44-3192" fmla="*/ 933480 h 1978172"/>
              <a:gd name="connsiteX45-3193" fmla="*/ 8420327 w 10768629"/>
              <a:gd name="connsiteY45-3194" fmla="*/ 941984 h 1978172"/>
              <a:gd name="connsiteX46-3195" fmla="*/ 8407128 w 10768629"/>
              <a:gd name="connsiteY46-3196" fmla="*/ 961344 h 1978172"/>
              <a:gd name="connsiteX47-3197" fmla="*/ 8380548 w 10768629"/>
              <a:gd name="connsiteY47-3198" fmla="*/ 987916 h 1978172"/>
              <a:gd name="connsiteX48-3199" fmla="*/ 8379462 w 10768629"/>
              <a:gd name="connsiteY48-3200" fmla="*/ 987106 h 1978172"/>
              <a:gd name="connsiteX49-3201" fmla="*/ 8369725 w 10768629"/>
              <a:gd name="connsiteY49-3202" fmla="*/ 989186 h 1978172"/>
              <a:gd name="connsiteX50-3203" fmla="*/ 8304438 w 10768629"/>
              <a:gd name="connsiteY50-3204" fmla="*/ 996739 h 1978172"/>
              <a:gd name="connsiteX51-3205" fmla="*/ 8280929 w 10768629"/>
              <a:gd name="connsiteY51-3206" fmla="*/ 1023089 h 1978172"/>
              <a:gd name="connsiteX52-3207" fmla="*/ 8275760 w 10768629"/>
              <a:gd name="connsiteY52-3208" fmla="*/ 1027772 h 1978172"/>
              <a:gd name="connsiteX53-3209" fmla="*/ 8275478 w 10768629"/>
              <a:gd name="connsiteY53-3210" fmla="*/ 1027605 h 1978172"/>
              <a:gd name="connsiteX54-3211" fmla="*/ 8269666 w 10768629"/>
              <a:gd name="connsiteY54-3212" fmla="*/ 1032033 h 1978172"/>
              <a:gd name="connsiteX55-3213" fmla="*/ 8203836 w 10768629"/>
              <a:gd name="connsiteY55-3214" fmla="*/ 1037347 h 1978172"/>
              <a:gd name="connsiteX56-3215" fmla="*/ 8122936 w 10768629"/>
              <a:gd name="connsiteY56-3216" fmla="*/ 1063113 h 1978172"/>
              <a:gd name="connsiteX57-3217" fmla="*/ 8043658 w 10768629"/>
              <a:gd name="connsiteY57-3218" fmla="*/ 1092746 h 1978172"/>
              <a:gd name="connsiteX58-3219" fmla="*/ 8015351 w 10768629"/>
              <a:gd name="connsiteY58-3220" fmla="*/ 1105478 h 1978172"/>
              <a:gd name="connsiteX59-3221" fmla="*/ 7963145 w 10768629"/>
              <a:gd name="connsiteY59-3222" fmla="*/ 1119346 h 1978172"/>
              <a:gd name="connsiteX60-3223" fmla="*/ 7938145 w 10768629"/>
              <a:gd name="connsiteY60-3224" fmla="*/ 1120225 h 1978172"/>
              <a:gd name="connsiteX61-3225" fmla="*/ 7937238 w 10768629"/>
              <a:gd name="connsiteY61-3226" fmla="*/ 1121204 h 1978172"/>
              <a:gd name="connsiteX62-3227" fmla="*/ 7934398 w 10768629"/>
              <a:gd name="connsiteY62-3228" fmla="*/ 1118240 h 1978172"/>
              <a:gd name="connsiteX63-3229" fmla="*/ 7918248 w 10768629"/>
              <a:gd name="connsiteY63-3230" fmla="*/ 1124371 h 1978172"/>
              <a:gd name="connsiteX64-3231" fmla="*/ 7914119 w 10768629"/>
              <a:gd name="connsiteY64-3232" fmla="*/ 1127653 h 1978172"/>
              <a:gd name="connsiteX65-3233" fmla="*/ 7907658 w 10768629"/>
              <a:gd name="connsiteY65-3234" fmla="*/ 1130350 h 1978172"/>
              <a:gd name="connsiteX66-3235" fmla="*/ 7907434 w 10768629"/>
              <a:gd name="connsiteY66-3236" fmla="*/ 1130103 h 1978172"/>
              <a:gd name="connsiteX67-3237" fmla="*/ 7901508 w 10768629"/>
              <a:gd name="connsiteY67-3238" fmla="*/ 1133245 h 1978172"/>
              <a:gd name="connsiteX68-3239" fmla="*/ 7873287 w 10768629"/>
              <a:gd name="connsiteY68-3240" fmla="*/ 1152609 h 1978172"/>
              <a:gd name="connsiteX69-3241" fmla="*/ 7834833 w 10768629"/>
              <a:gd name="connsiteY69-3242" fmla="*/ 1153868 h 1978172"/>
              <a:gd name="connsiteX70-3243" fmla="*/ 7828661 w 10768629"/>
              <a:gd name="connsiteY70-3244" fmla="*/ 1139994 h 1978172"/>
              <a:gd name="connsiteX71-3245" fmla="*/ 7823966 w 10768629"/>
              <a:gd name="connsiteY71-3246" fmla="*/ 1143178 h 1978172"/>
              <a:gd name="connsiteX72-3247" fmla="*/ 7815078 w 10768629"/>
              <a:gd name="connsiteY72-3248" fmla="*/ 1151776 h 1978172"/>
              <a:gd name="connsiteX73-3249" fmla="*/ 7812026 w 10768629"/>
              <a:gd name="connsiteY73-3250" fmla="*/ 1151522 h 1978172"/>
              <a:gd name="connsiteX74-3251" fmla="*/ 7782249 w 10768629"/>
              <a:gd name="connsiteY74-3252" fmla="*/ 1160970 h 1978172"/>
              <a:gd name="connsiteX75-3253" fmla="*/ 7773476 w 10768629"/>
              <a:gd name="connsiteY75-3254" fmla="*/ 1157414 h 1978172"/>
              <a:gd name="connsiteX76-3255" fmla="*/ 7769600 w 10768629"/>
              <a:gd name="connsiteY76-3256" fmla="*/ 1157365 h 1978172"/>
              <a:gd name="connsiteX77-3257" fmla="*/ 7752631 w 10768629"/>
              <a:gd name="connsiteY77-3258" fmla="*/ 1172815 h 1978172"/>
              <a:gd name="connsiteX78-3259" fmla="*/ 7743525 w 10768629"/>
              <a:gd name="connsiteY78-3260" fmla="*/ 1179064 h 1978172"/>
              <a:gd name="connsiteX79-3261" fmla="*/ 7685942 w 10768629"/>
              <a:gd name="connsiteY79-3262" fmla="*/ 1233723 h 1978172"/>
              <a:gd name="connsiteX80-3263" fmla="*/ 7586920 w 10768629"/>
              <a:gd name="connsiteY80-3264" fmla="*/ 1261888 h 1978172"/>
              <a:gd name="connsiteX81-3265" fmla="*/ 7486100 w 10768629"/>
              <a:gd name="connsiteY81-3266" fmla="*/ 1292563 h 1978172"/>
              <a:gd name="connsiteX82-3267" fmla="*/ 7407190 w 10768629"/>
              <a:gd name="connsiteY82-3268" fmla="*/ 1314737 h 1978172"/>
              <a:gd name="connsiteX83-3269" fmla="*/ 7240698 w 10768629"/>
              <a:gd name="connsiteY83-3270" fmla="*/ 1438832 h 1978172"/>
              <a:gd name="connsiteX84-3271" fmla="*/ 7197675 w 10768629"/>
              <a:gd name="connsiteY84-3272" fmla="*/ 1447530 h 1978172"/>
              <a:gd name="connsiteX85-3273" fmla="*/ 7164788 w 10768629"/>
              <a:gd name="connsiteY85-3274" fmla="*/ 1480293 h 1978172"/>
              <a:gd name="connsiteX86-3275" fmla="*/ 7147929 w 10768629"/>
              <a:gd name="connsiteY86-3276" fmla="*/ 1477641 h 1978172"/>
              <a:gd name="connsiteX87-3277" fmla="*/ 7144965 w 10768629"/>
              <a:gd name="connsiteY87-3278" fmla="*/ 1476908 h 1978172"/>
              <a:gd name="connsiteX88-3279" fmla="*/ 7134299 w 10768629"/>
              <a:gd name="connsiteY88-3280" fmla="*/ 1479969 h 1978172"/>
              <a:gd name="connsiteX89-3281" fmla="*/ 7129809 w 10768629"/>
              <a:gd name="connsiteY89-3282" fmla="*/ 1473339 h 1978172"/>
              <a:gd name="connsiteX90-3283" fmla="*/ 7112688 w 10768629"/>
              <a:gd name="connsiteY90-3284" fmla="*/ 1472575 h 1978172"/>
              <a:gd name="connsiteX91-3285" fmla="*/ 7093470 w 10768629"/>
              <a:gd name="connsiteY91-3286" fmla="*/ 1480300 h 1978172"/>
              <a:gd name="connsiteX92-3287" fmla="*/ 7025034 w 10768629"/>
              <a:gd name="connsiteY92-3288" fmla="*/ 1506934 h 1978172"/>
              <a:gd name="connsiteX93-3289" fmla="*/ 7014783 w 10768629"/>
              <a:gd name="connsiteY93-3290" fmla="*/ 1515868 h 1978172"/>
              <a:gd name="connsiteX94-3291" fmla="*/ 6979706 w 10768629"/>
              <a:gd name="connsiteY94-3292" fmla="*/ 1523511 h 1978172"/>
              <a:gd name="connsiteX95-3293" fmla="*/ 6977890 w 10768629"/>
              <a:gd name="connsiteY95-3294" fmla="*/ 1525793 h 1978172"/>
              <a:gd name="connsiteX96-3295" fmla="*/ 6944339 w 10768629"/>
              <a:gd name="connsiteY96-3296" fmla="*/ 1536237 h 1978172"/>
              <a:gd name="connsiteX97-3297" fmla="*/ 6886996 w 10768629"/>
              <a:gd name="connsiteY97-3298" fmla="*/ 1563569 h 1978172"/>
              <a:gd name="connsiteX98-3299" fmla="*/ 6874510 w 10768629"/>
              <a:gd name="connsiteY98-3300" fmla="*/ 1558469 h 1978172"/>
              <a:gd name="connsiteX99-3301" fmla="*/ 6871943 w 10768629"/>
              <a:gd name="connsiteY99-3302" fmla="*/ 1554651 h 1978172"/>
              <a:gd name="connsiteX100-3303" fmla="*/ 6856174 w 10768629"/>
              <a:gd name="connsiteY100-3304" fmla="*/ 1562024 h 1978172"/>
              <a:gd name="connsiteX101-3305" fmla="*/ 6842321 w 10768629"/>
              <a:gd name="connsiteY101-3306" fmla="*/ 1560554 h 1978172"/>
              <a:gd name="connsiteX102-3307" fmla="*/ 6832713 w 10768629"/>
              <a:gd name="connsiteY102-3308" fmla="*/ 1569357 h 1978172"/>
              <a:gd name="connsiteX103-3309" fmla="*/ 6816351 w 10768629"/>
              <a:gd name="connsiteY103-3310" fmla="*/ 1571495 h 1978172"/>
              <a:gd name="connsiteX104-3311" fmla="*/ 6795800 w 10768629"/>
              <a:gd name="connsiteY104-3312" fmla="*/ 1572010 h 1978172"/>
              <a:gd name="connsiteX105-3313" fmla="*/ 6777546 w 10768629"/>
              <a:gd name="connsiteY105-3314" fmla="*/ 1568661 h 1978172"/>
              <a:gd name="connsiteX106-3315" fmla="*/ 6751528 w 10768629"/>
              <a:gd name="connsiteY106-3316" fmla="*/ 1574143 h 1978172"/>
              <a:gd name="connsiteX107-3317" fmla="*/ 6691966 w 10768629"/>
              <a:gd name="connsiteY107-3318" fmla="*/ 1582255 h 1978172"/>
              <a:gd name="connsiteX108-3319" fmla="*/ 6646941 w 10768629"/>
              <a:gd name="connsiteY108-3320" fmla="*/ 1588471 h 1978172"/>
              <a:gd name="connsiteX109-3321" fmla="*/ 6568576 w 10768629"/>
              <a:gd name="connsiteY109-3322" fmla="*/ 1606488 h 1978172"/>
              <a:gd name="connsiteX110-3323" fmla="*/ 6554358 w 10768629"/>
              <a:gd name="connsiteY110-3324" fmla="*/ 1621701 h 1978172"/>
              <a:gd name="connsiteX111-3325" fmla="*/ 6516968 w 10768629"/>
              <a:gd name="connsiteY111-3326" fmla="*/ 1617195 h 1978172"/>
              <a:gd name="connsiteX112-3327" fmla="*/ 6506479 w 10768629"/>
              <a:gd name="connsiteY112-3328" fmla="*/ 1602227 h 1978172"/>
              <a:gd name="connsiteX113-3329" fmla="*/ 6458436 w 10768629"/>
              <a:gd name="connsiteY113-3330" fmla="*/ 1607332 h 1978172"/>
              <a:gd name="connsiteX114-3331" fmla="*/ 6414786 w 10768629"/>
              <a:gd name="connsiteY114-3332" fmla="*/ 1628815 h 1978172"/>
              <a:gd name="connsiteX115-3333" fmla="*/ 6357085 w 10768629"/>
              <a:gd name="connsiteY115-3334" fmla="*/ 1640846 h 1978172"/>
              <a:gd name="connsiteX116-3335" fmla="*/ 6322636 w 10768629"/>
              <a:gd name="connsiteY116-3336" fmla="*/ 1648213 h 1978172"/>
              <a:gd name="connsiteX117-3337" fmla="*/ 6226172 w 10768629"/>
              <a:gd name="connsiteY117-3338" fmla="*/ 1654676 h 1978172"/>
              <a:gd name="connsiteX118-3339" fmla="*/ 6221217 w 10768629"/>
              <a:gd name="connsiteY118-3340" fmla="*/ 1654506 h 1978172"/>
              <a:gd name="connsiteX119-3341" fmla="*/ 6204956 w 10768629"/>
              <a:gd name="connsiteY119-3342" fmla="*/ 1664280 h 1978172"/>
              <a:gd name="connsiteX120-3343" fmla="*/ 6204270 w 10768629"/>
              <a:gd name="connsiteY120-3344" fmla="*/ 1666782 h 1978172"/>
              <a:gd name="connsiteX121-3345" fmla="*/ 6143810 w 10768629"/>
              <a:gd name="connsiteY121-3346" fmla="*/ 1661963 h 1978172"/>
              <a:gd name="connsiteX122-3347" fmla="*/ 6136560 w 10768629"/>
              <a:gd name="connsiteY122-3348" fmla="*/ 1665728 h 1978172"/>
              <a:gd name="connsiteX123-3349" fmla="*/ 6096155 w 10768629"/>
              <a:gd name="connsiteY123-3350" fmla="*/ 1656951 h 1978172"/>
              <a:gd name="connsiteX124-3351" fmla="*/ 6075812 w 10768629"/>
              <a:gd name="connsiteY124-3352" fmla="*/ 1655422 h 1978172"/>
              <a:gd name="connsiteX125-3353" fmla="*/ 6039495 w 10768629"/>
              <a:gd name="connsiteY125-3354" fmla="*/ 1649680 h 1978172"/>
              <a:gd name="connsiteX126-3355" fmla="*/ 6036523 w 10768629"/>
              <a:gd name="connsiteY126-3356" fmla="*/ 1652121 h 1978172"/>
              <a:gd name="connsiteX127-3357" fmla="*/ 6029328 w 10768629"/>
              <a:gd name="connsiteY127-3358" fmla="*/ 1649904 h 1978172"/>
              <a:gd name="connsiteX128-3359" fmla="*/ 6024075 w 10768629"/>
              <a:gd name="connsiteY128-3360" fmla="*/ 1652779 h 1978172"/>
              <a:gd name="connsiteX129-3361" fmla="*/ 6018085 w 10768629"/>
              <a:gd name="connsiteY129-3362" fmla="*/ 1652030 h 1978172"/>
              <a:gd name="connsiteX130-3363" fmla="*/ 5955513 w 10768629"/>
              <a:gd name="connsiteY130-3364" fmla="*/ 1663584 h 1978172"/>
              <a:gd name="connsiteX131-3365" fmla="*/ 5941996 w 10768629"/>
              <a:gd name="connsiteY131-3366" fmla="*/ 1661326 h 1978172"/>
              <a:gd name="connsiteX132-3367" fmla="*/ 5931789 w 10768629"/>
              <a:gd name="connsiteY132-3368" fmla="*/ 1669915 h 1978172"/>
              <a:gd name="connsiteX133-3369" fmla="*/ 5888686 w 10768629"/>
              <a:gd name="connsiteY133-3370" fmla="*/ 1672175 h 1978172"/>
              <a:gd name="connsiteX134-3371" fmla="*/ 5873794 w 10768629"/>
              <a:gd name="connsiteY134-3372" fmla="*/ 1665454 h 1978172"/>
              <a:gd name="connsiteX135-3373" fmla="*/ 5860022 w 10768629"/>
              <a:gd name="connsiteY135-3374" fmla="*/ 1660635 h 1978172"/>
              <a:gd name="connsiteX136-3375" fmla="*/ 5858237 w 10768629"/>
              <a:gd name="connsiteY136-3376" fmla="*/ 1660649 h 1978172"/>
              <a:gd name="connsiteX137-3377" fmla="*/ 5840319 w 10768629"/>
              <a:gd name="connsiteY137-3378" fmla="*/ 1660798 h 1978172"/>
              <a:gd name="connsiteX138-3379" fmla="*/ 5806984 w 10768629"/>
              <a:gd name="connsiteY138-3380" fmla="*/ 1661075 h 1978172"/>
              <a:gd name="connsiteX139-3381" fmla="*/ 5742351 w 10768629"/>
              <a:gd name="connsiteY139-3382" fmla="*/ 1667489 h 1978172"/>
              <a:gd name="connsiteX140-3383" fmla="*/ 5521171 w 10768629"/>
              <a:gd name="connsiteY140-3384" fmla="*/ 1671626 h 1978172"/>
              <a:gd name="connsiteX141-3385" fmla="*/ 5457384 w 10768629"/>
              <a:gd name="connsiteY141-3386" fmla="*/ 1683952 h 1978172"/>
              <a:gd name="connsiteX142-3387" fmla="*/ 4950070 w 10768629"/>
              <a:gd name="connsiteY142-3388" fmla="*/ 1748401 h 1978172"/>
              <a:gd name="connsiteX143-3389" fmla="*/ 4872172 w 10768629"/>
              <a:gd name="connsiteY143-3390" fmla="*/ 1757222 h 1978172"/>
              <a:gd name="connsiteX144-3391" fmla="*/ 4809524 w 10768629"/>
              <a:gd name="connsiteY144-3392" fmla="*/ 1761033 h 1978172"/>
              <a:gd name="connsiteX145-3393" fmla="*/ 4759058 w 10768629"/>
              <a:gd name="connsiteY145-3394" fmla="*/ 1766533 h 1978172"/>
              <a:gd name="connsiteX146-3395" fmla="*/ 4719749 w 10768629"/>
              <a:gd name="connsiteY146-3396" fmla="*/ 1771811 h 1978172"/>
              <a:gd name="connsiteX147-3397" fmla="*/ 4568686 w 10768629"/>
              <a:gd name="connsiteY147-3398" fmla="*/ 1786141 h 1978172"/>
              <a:gd name="connsiteX148-3399" fmla="*/ 4418751 w 10768629"/>
              <a:gd name="connsiteY148-3400" fmla="*/ 1796932 h 1978172"/>
              <a:gd name="connsiteX149-3401" fmla="*/ 4378377 w 10768629"/>
              <a:gd name="connsiteY149-3402" fmla="*/ 1815528 h 1978172"/>
              <a:gd name="connsiteX150-3403" fmla="*/ 4320575 w 10768629"/>
              <a:gd name="connsiteY150-3404" fmla="*/ 1832722 h 1978172"/>
              <a:gd name="connsiteX151-3405" fmla="*/ 4220200 w 10768629"/>
              <a:gd name="connsiteY151-3406" fmla="*/ 1873173 h 1978172"/>
              <a:gd name="connsiteX152-3407" fmla="*/ 4105361 w 10768629"/>
              <a:gd name="connsiteY152-3408" fmla="*/ 1894711 h 1978172"/>
              <a:gd name="connsiteX153-3409" fmla="*/ 3973223 w 10768629"/>
              <a:gd name="connsiteY153-3410" fmla="*/ 1881015 h 1978172"/>
              <a:gd name="connsiteX154-3411" fmla="*/ 3900992 w 10768629"/>
              <a:gd name="connsiteY154-3412" fmla="*/ 1880603 h 1978172"/>
              <a:gd name="connsiteX155-3413" fmla="*/ 3662119 w 10768629"/>
              <a:gd name="connsiteY155-3414" fmla="*/ 1876289 h 1978172"/>
              <a:gd name="connsiteX156-3415" fmla="*/ 3496919 w 10768629"/>
              <a:gd name="connsiteY156-3416" fmla="*/ 1873180 h 1978172"/>
              <a:gd name="connsiteX157-3417" fmla="*/ 3449433 w 10768629"/>
              <a:gd name="connsiteY157-3418" fmla="*/ 1889681 h 1978172"/>
              <a:gd name="connsiteX158-3419" fmla="*/ 3369766 w 10768629"/>
              <a:gd name="connsiteY158-3420" fmla="*/ 1916653 h 1978172"/>
              <a:gd name="connsiteX159-3421" fmla="*/ 3290336 w 10768629"/>
              <a:gd name="connsiteY159-3422" fmla="*/ 1925039 h 1978172"/>
              <a:gd name="connsiteX160-3423" fmla="*/ 3224897 w 10768629"/>
              <a:gd name="connsiteY160-3424" fmla="*/ 1943733 h 1978172"/>
              <a:gd name="connsiteX161-3425" fmla="*/ 3161463 w 10768629"/>
              <a:gd name="connsiteY161-3426" fmla="*/ 1946591 h 1978172"/>
              <a:gd name="connsiteX162-3427" fmla="*/ 3157504 w 10768629"/>
              <a:gd name="connsiteY162-3428" fmla="*/ 1957276 h 1978172"/>
              <a:gd name="connsiteX163-3429" fmla="*/ 3115176 w 10768629"/>
              <a:gd name="connsiteY163-3430" fmla="*/ 1943459 h 1978172"/>
              <a:gd name="connsiteX164-3431" fmla="*/ 3005773 w 10768629"/>
              <a:gd name="connsiteY164-3432" fmla="*/ 1915878 h 1978172"/>
              <a:gd name="connsiteX165-3433" fmla="*/ 2897201 w 10768629"/>
              <a:gd name="connsiteY165-3434" fmla="*/ 1926772 h 1978172"/>
              <a:gd name="connsiteX166-3435" fmla="*/ 2783891 w 10768629"/>
              <a:gd name="connsiteY166-3436" fmla="*/ 1931749 h 1978172"/>
              <a:gd name="connsiteX167-3437" fmla="*/ 2712447 w 10768629"/>
              <a:gd name="connsiteY167-3438" fmla="*/ 1933044 h 1978172"/>
              <a:gd name="connsiteX168-3439" fmla="*/ 2560151 w 10768629"/>
              <a:gd name="connsiteY168-3440" fmla="*/ 1963609 h 1978172"/>
              <a:gd name="connsiteX169-3441" fmla="*/ 2367221 w 10768629"/>
              <a:gd name="connsiteY169-3442" fmla="*/ 1971884 h 1978172"/>
              <a:gd name="connsiteX170-3443" fmla="*/ 2272130 w 10768629"/>
              <a:gd name="connsiteY170-3444" fmla="*/ 1961162 h 1978172"/>
              <a:gd name="connsiteX171-3445" fmla="*/ 2189404 w 10768629"/>
              <a:gd name="connsiteY171-3446" fmla="*/ 1978172 h 1978172"/>
              <a:gd name="connsiteX172-3447" fmla="*/ 2077704 w 10768629"/>
              <a:gd name="connsiteY172-3448" fmla="*/ 1965002 h 1978172"/>
              <a:gd name="connsiteX173-3449" fmla="*/ 1967996 w 10768629"/>
              <a:gd name="connsiteY173-3450" fmla="*/ 1953187 h 1978172"/>
              <a:gd name="connsiteX174-3451" fmla="*/ 1855805 w 10768629"/>
              <a:gd name="connsiteY174-3452" fmla="*/ 1926082 h 1978172"/>
              <a:gd name="connsiteX175-3453" fmla="*/ 1790957 w 10768629"/>
              <a:gd name="connsiteY175-3454" fmla="*/ 1919460 h 1978172"/>
              <a:gd name="connsiteX176-3455" fmla="*/ 1613978 w 10768629"/>
              <a:gd name="connsiteY176-3456" fmla="*/ 1891581 h 1978172"/>
              <a:gd name="connsiteX177-3457" fmla="*/ 1436831 w 10768629"/>
              <a:gd name="connsiteY177-3458" fmla="*/ 1856201 h 1978172"/>
              <a:gd name="connsiteX178-3459" fmla="*/ 1357365 w 10768629"/>
              <a:gd name="connsiteY178-3460" fmla="*/ 1832140 h 1978172"/>
              <a:gd name="connsiteX179-3461" fmla="*/ 1186881 w 10768629"/>
              <a:gd name="connsiteY179-3462" fmla="*/ 1768613 h 1978172"/>
              <a:gd name="connsiteX180-3463" fmla="*/ 1162595 w 10768629"/>
              <a:gd name="connsiteY180-3464" fmla="*/ 1758337 h 1978172"/>
              <a:gd name="connsiteX181-3465" fmla="*/ 1128523 w 10768629"/>
              <a:gd name="connsiteY181-3466" fmla="*/ 1763621 h 1978172"/>
              <a:gd name="connsiteX182-3467" fmla="*/ 991903 w 10768629"/>
              <a:gd name="connsiteY182-3468" fmla="*/ 1786741 h 1978172"/>
              <a:gd name="connsiteX183-3469" fmla="*/ 883960 w 10768629"/>
              <a:gd name="connsiteY183-3470" fmla="*/ 1822386 h 1978172"/>
              <a:gd name="connsiteX184-3471" fmla="*/ 766531 w 10768629"/>
              <a:gd name="connsiteY184-3472" fmla="*/ 1805053 h 1978172"/>
              <a:gd name="connsiteX185-3473" fmla="*/ 669779 w 10768629"/>
              <a:gd name="connsiteY185-3474" fmla="*/ 1800537 h 1978172"/>
              <a:gd name="connsiteX186-3475" fmla="*/ 523898 w 10768629"/>
              <a:gd name="connsiteY186-3476" fmla="*/ 1811085 h 1978172"/>
              <a:gd name="connsiteX187-3477" fmla="*/ 360251 w 10768629"/>
              <a:gd name="connsiteY187-3478" fmla="*/ 1830735 h 1978172"/>
              <a:gd name="connsiteX188-3479" fmla="*/ 255207 w 10768629"/>
              <a:gd name="connsiteY188-3480" fmla="*/ 1818275 h 1978172"/>
              <a:gd name="connsiteX189-3481" fmla="*/ 101803 w 10768629"/>
              <a:gd name="connsiteY189-3482" fmla="*/ 1870647 h 1978172"/>
              <a:gd name="connsiteX190-3483" fmla="*/ 25397 w 10768629"/>
              <a:gd name="connsiteY190-3484" fmla="*/ 1888443 h 1978172"/>
              <a:gd name="connsiteX191-3485" fmla="*/ 2370 w 10768629"/>
              <a:gd name="connsiteY191-3486" fmla="*/ 1878311 h 1978172"/>
              <a:gd name="connsiteX192-3487" fmla="*/ 0 w 10768629"/>
              <a:gd name="connsiteY192-3488" fmla="*/ 1878785 h 1978172"/>
              <a:gd name="connsiteX193-3489" fmla="*/ 0 w 10768629"/>
              <a:gd name="connsiteY193-3490" fmla="*/ 0 h 1978172"/>
              <a:gd name="connsiteX0-3491" fmla="*/ 0 w 10768629"/>
              <a:gd name="connsiteY0-3492" fmla="*/ 0 h 1978172"/>
              <a:gd name="connsiteX1-3493" fmla="*/ 10768629 w 10768629"/>
              <a:gd name="connsiteY1-3494" fmla="*/ 0 h 1978172"/>
              <a:gd name="connsiteX2-3495" fmla="*/ 10733254 w 10768629"/>
              <a:gd name="connsiteY2-3496" fmla="*/ 31439 h 1978172"/>
              <a:gd name="connsiteX3-3497" fmla="*/ 10727085 w 10768629"/>
              <a:gd name="connsiteY3-3498" fmla="*/ 37910 h 1978172"/>
              <a:gd name="connsiteX4-3499" fmla="*/ 10675953 w 10768629"/>
              <a:gd name="connsiteY4-3500" fmla="*/ 68623 h 1978172"/>
              <a:gd name="connsiteX5-3501" fmla="*/ 10637091 w 10768629"/>
              <a:gd name="connsiteY5-3502" fmla="*/ 90361 h 1978172"/>
              <a:gd name="connsiteX6-3503" fmla="*/ 10610971 w 10768629"/>
              <a:gd name="connsiteY6-3504" fmla="*/ 110764 h 1978172"/>
              <a:gd name="connsiteX7-3505" fmla="*/ 10532872 w 10768629"/>
              <a:gd name="connsiteY7-3506" fmla="*/ 138028 h 1978172"/>
              <a:gd name="connsiteX8-3507" fmla="*/ 10398558 w 10768629"/>
              <a:gd name="connsiteY8-3508" fmla="*/ 172911 h 1978172"/>
              <a:gd name="connsiteX9-3509" fmla="*/ 10371128 w 10768629"/>
              <a:gd name="connsiteY9-3510" fmla="*/ 182609 h 1978172"/>
              <a:gd name="connsiteX10-3511" fmla="*/ 10352178 w 10768629"/>
              <a:gd name="connsiteY10-3512" fmla="*/ 199976 h 1978172"/>
              <a:gd name="connsiteX11-3513" fmla="*/ 10351815 w 10768629"/>
              <a:gd name="connsiteY11-3514" fmla="*/ 211879 h 1978172"/>
              <a:gd name="connsiteX12-3515" fmla="*/ 10337471 w 10768629"/>
              <a:gd name="connsiteY12-3516" fmla="*/ 218661 h 1978172"/>
              <a:gd name="connsiteX13-3517" fmla="*/ 10334625 w 10768629"/>
              <a:gd name="connsiteY13-3518" fmla="*/ 222351 h 1978172"/>
              <a:gd name="connsiteX14-3519" fmla="*/ 10256365 w 10768629"/>
              <a:gd name="connsiteY14-3520" fmla="*/ 235917 h 1978172"/>
              <a:gd name="connsiteX15-3521" fmla="*/ 10201127 w 10768629"/>
              <a:gd name="connsiteY15-3522" fmla="*/ 267448 h 1978172"/>
              <a:gd name="connsiteX16-3523" fmla="*/ 9961218 w 10768629"/>
              <a:gd name="connsiteY16-3524" fmla="*/ 326720 h 1978172"/>
              <a:gd name="connsiteX17-3525" fmla="*/ 9859715 w 10768629"/>
              <a:gd name="connsiteY17-3526" fmla="*/ 355698 h 1978172"/>
              <a:gd name="connsiteX18-3527" fmla="*/ 9679867 w 10768629"/>
              <a:gd name="connsiteY18-3528" fmla="*/ 399081 h 1978172"/>
              <a:gd name="connsiteX19-3529" fmla="*/ 9490654 w 10768629"/>
              <a:gd name="connsiteY19-3530" fmla="*/ 455225 h 1978172"/>
              <a:gd name="connsiteX20-3531" fmla="*/ 9470837 w 10768629"/>
              <a:gd name="connsiteY20-3532" fmla="*/ 452539 h 1978172"/>
              <a:gd name="connsiteX21-3533" fmla="*/ 9469082 w 10768629"/>
              <a:gd name="connsiteY21-3534" fmla="*/ 454891 h 1978172"/>
              <a:gd name="connsiteX22-3535" fmla="*/ 9448038 w 10768629"/>
              <a:gd name="connsiteY22-3536" fmla="*/ 459733 h 1978172"/>
              <a:gd name="connsiteX23-3537" fmla="*/ 9396821 w 10768629"/>
              <a:gd name="connsiteY23-3538" fmla="*/ 455795 h 1978172"/>
              <a:gd name="connsiteX24-3539" fmla="*/ 9392197 w 10768629"/>
              <a:gd name="connsiteY24-3540" fmla="*/ 459796 h 1978172"/>
              <a:gd name="connsiteX25-3541" fmla="*/ 9347994 w 10768629"/>
              <a:gd name="connsiteY25-3542" fmla="*/ 464462 h 1978172"/>
              <a:gd name="connsiteX26-3543" fmla="*/ 9347889 w 10768629"/>
              <a:gd name="connsiteY26-3544" fmla="*/ 466539 h 1978172"/>
              <a:gd name="connsiteX27-3545" fmla="*/ 9337639 w 10768629"/>
              <a:gd name="connsiteY27-3546" fmla="*/ 476654 h 1978172"/>
              <a:gd name="connsiteX28-3547" fmla="*/ 9316893 w 10768629"/>
              <a:gd name="connsiteY28-3548" fmla="*/ 491390 h 1978172"/>
              <a:gd name="connsiteX29-3549" fmla="*/ 9229283 w 10768629"/>
              <a:gd name="connsiteY29-3550" fmla="*/ 555377 h 1978172"/>
              <a:gd name="connsiteX30-3551" fmla="*/ 9220274 w 10768629"/>
              <a:gd name="connsiteY30-3552" fmla="*/ 557502 h 1978172"/>
              <a:gd name="connsiteX31-3553" fmla="*/ 9220202 w 10768629"/>
              <a:gd name="connsiteY31-3554" fmla="*/ 558001 h 1978172"/>
              <a:gd name="connsiteX32-3555" fmla="*/ 9210908 w 10768629"/>
              <a:gd name="connsiteY32-3556" fmla="*/ 561147 h 1978172"/>
              <a:gd name="connsiteX33-3557" fmla="*/ 9186374 w 10768629"/>
              <a:gd name="connsiteY33-3558" fmla="*/ 565502 h 1978172"/>
              <a:gd name="connsiteX34-3559" fmla="*/ 9181058 w 10768629"/>
              <a:gd name="connsiteY34-3560" fmla="*/ 569943 h 1978172"/>
              <a:gd name="connsiteX35-3561" fmla="*/ 9179948 w 10768629"/>
              <a:gd name="connsiteY35-3562" fmla="*/ 576062 h 1978172"/>
              <a:gd name="connsiteX36-3563" fmla="*/ 9149110 w 10768629"/>
              <a:gd name="connsiteY36-3564" fmla="*/ 598906 h 1978172"/>
              <a:gd name="connsiteX37-3565" fmla="*/ 9078556 w 10768629"/>
              <a:gd name="connsiteY37-3566" fmla="*/ 644039 h 1978172"/>
              <a:gd name="connsiteX38-3567" fmla="*/ 8996399 w 10768629"/>
              <a:gd name="connsiteY38-3568" fmla="*/ 690055 h 1978172"/>
              <a:gd name="connsiteX39-3569" fmla="*/ 8803791 w 10768629"/>
              <a:gd name="connsiteY39-3570" fmla="*/ 813860 h 1978172"/>
              <a:gd name="connsiteX40-3571" fmla="*/ 8636202 w 10768629"/>
              <a:gd name="connsiteY40-3572" fmla="*/ 848463 h 1978172"/>
              <a:gd name="connsiteX41-3573" fmla="*/ 8555372 w 10768629"/>
              <a:gd name="connsiteY41-3574" fmla="*/ 883171 h 1978172"/>
              <a:gd name="connsiteX42-3575" fmla="*/ 8507229 w 10768629"/>
              <a:gd name="connsiteY42-3576" fmla="*/ 901665 h 1978172"/>
              <a:gd name="connsiteX43-3577" fmla="*/ 8428473 w 10768629"/>
              <a:gd name="connsiteY43-3578" fmla="*/ 927985 h 1978172"/>
              <a:gd name="connsiteX44-3579" fmla="*/ 8427914 w 10768629"/>
              <a:gd name="connsiteY44-3580" fmla="*/ 933480 h 1978172"/>
              <a:gd name="connsiteX45-3581" fmla="*/ 8420327 w 10768629"/>
              <a:gd name="connsiteY45-3582" fmla="*/ 941984 h 1978172"/>
              <a:gd name="connsiteX46-3583" fmla="*/ 8407128 w 10768629"/>
              <a:gd name="connsiteY46-3584" fmla="*/ 961344 h 1978172"/>
              <a:gd name="connsiteX47-3585" fmla="*/ 8380548 w 10768629"/>
              <a:gd name="connsiteY47-3586" fmla="*/ 987916 h 1978172"/>
              <a:gd name="connsiteX48-3587" fmla="*/ 8379462 w 10768629"/>
              <a:gd name="connsiteY48-3588" fmla="*/ 987106 h 1978172"/>
              <a:gd name="connsiteX49-3589" fmla="*/ 8369725 w 10768629"/>
              <a:gd name="connsiteY49-3590" fmla="*/ 989186 h 1978172"/>
              <a:gd name="connsiteX50-3591" fmla="*/ 8304438 w 10768629"/>
              <a:gd name="connsiteY50-3592" fmla="*/ 996739 h 1978172"/>
              <a:gd name="connsiteX51-3593" fmla="*/ 8280929 w 10768629"/>
              <a:gd name="connsiteY51-3594" fmla="*/ 1023089 h 1978172"/>
              <a:gd name="connsiteX52-3595" fmla="*/ 8275760 w 10768629"/>
              <a:gd name="connsiteY52-3596" fmla="*/ 1027772 h 1978172"/>
              <a:gd name="connsiteX53-3597" fmla="*/ 8275478 w 10768629"/>
              <a:gd name="connsiteY53-3598" fmla="*/ 1027605 h 1978172"/>
              <a:gd name="connsiteX54-3599" fmla="*/ 8269666 w 10768629"/>
              <a:gd name="connsiteY54-3600" fmla="*/ 1032033 h 1978172"/>
              <a:gd name="connsiteX55-3601" fmla="*/ 8203836 w 10768629"/>
              <a:gd name="connsiteY55-3602" fmla="*/ 1037347 h 1978172"/>
              <a:gd name="connsiteX56-3603" fmla="*/ 8122936 w 10768629"/>
              <a:gd name="connsiteY56-3604" fmla="*/ 1063113 h 1978172"/>
              <a:gd name="connsiteX57-3605" fmla="*/ 8043658 w 10768629"/>
              <a:gd name="connsiteY57-3606" fmla="*/ 1092746 h 1978172"/>
              <a:gd name="connsiteX58-3607" fmla="*/ 8015351 w 10768629"/>
              <a:gd name="connsiteY58-3608" fmla="*/ 1105478 h 1978172"/>
              <a:gd name="connsiteX59-3609" fmla="*/ 7963145 w 10768629"/>
              <a:gd name="connsiteY59-3610" fmla="*/ 1119346 h 1978172"/>
              <a:gd name="connsiteX60-3611" fmla="*/ 7938145 w 10768629"/>
              <a:gd name="connsiteY60-3612" fmla="*/ 1120225 h 1978172"/>
              <a:gd name="connsiteX61-3613" fmla="*/ 7937238 w 10768629"/>
              <a:gd name="connsiteY61-3614" fmla="*/ 1121204 h 1978172"/>
              <a:gd name="connsiteX62-3615" fmla="*/ 7934398 w 10768629"/>
              <a:gd name="connsiteY62-3616" fmla="*/ 1118240 h 1978172"/>
              <a:gd name="connsiteX63-3617" fmla="*/ 7918248 w 10768629"/>
              <a:gd name="connsiteY63-3618" fmla="*/ 1124371 h 1978172"/>
              <a:gd name="connsiteX64-3619" fmla="*/ 7914119 w 10768629"/>
              <a:gd name="connsiteY64-3620" fmla="*/ 1127653 h 1978172"/>
              <a:gd name="connsiteX65-3621" fmla="*/ 7907658 w 10768629"/>
              <a:gd name="connsiteY65-3622" fmla="*/ 1130350 h 1978172"/>
              <a:gd name="connsiteX66-3623" fmla="*/ 7907434 w 10768629"/>
              <a:gd name="connsiteY66-3624" fmla="*/ 1130103 h 1978172"/>
              <a:gd name="connsiteX67-3625" fmla="*/ 7901508 w 10768629"/>
              <a:gd name="connsiteY67-3626" fmla="*/ 1133245 h 1978172"/>
              <a:gd name="connsiteX68-3627" fmla="*/ 7873287 w 10768629"/>
              <a:gd name="connsiteY68-3628" fmla="*/ 1152609 h 1978172"/>
              <a:gd name="connsiteX69-3629" fmla="*/ 7834833 w 10768629"/>
              <a:gd name="connsiteY69-3630" fmla="*/ 1153868 h 1978172"/>
              <a:gd name="connsiteX70-3631" fmla="*/ 7828661 w 10768629"/>
              <a:gd name="connsiteY70-3632" fmla="*/ 1139994 h 1978172"/>
              <a:gd name="connsiteX71-3633" fmla="*/ 7823966 w 10768629"/>
              <a:gd name="connsiteY71-3634" fmla="*/ 1143178 h 1978172"/>
              <a:gd name="connsiteX72-3635" fmla="*/ 7815078 w 10768629"/>
              <a:gd name="connsiteY72-3636" fmla="*/ 1151776 h 1978172"/>
              <a:gd name="connsiteX73-3637" fmla="*/ 7812026 w 10768629"/>
              <a:gd name="connsiteY73-3638" fmla="*/ 1151522 h 1978172"/>
              <a:gd name="connsiteX74-3639" fmla="*/ 7782249 w 10768629"/>
              <a:gd name="connsiteY74-3640" fmla="*/ 1160970 h 1978172"/>
              <a:gd name="connsiteX75-3641" fmla="*/ 7773476 w 10768629"/>
              <a:gd name="connsiteY75-3642" fmla="*/ 1157414 h 1978172"/>
              <a:gd name="connsiteX76-3643" fmla="*/ 7769600 w 10768629"/>
              <a:gd name="connsiteY76-3644" fmla="*/ 1157365 h 1978172"/>
              <a:gd name="connsiteX77-3645" fmla="*/ 7752631 w 10768629"/>
              <a:gd name="connsiteY77-3646" fmla="*/ 1172815 h 1978172"/>
              <a:gd name="connsiteX78-3647" fmla="*/ 7743525 w 10768629"/>
              <a:gd name="connsiteY78-3648" fmla="*/ 1179064 h 1978172"/>
              <a:gd name="connsiteX79-3649" fmla="*/ 7685942 w 10768629"/>
              <a:gd name="connsiteY79-3650" fmla="*/ 1233723 h 1978172"/>
              <a:gd name="connsiteX80-3651" fmla="*/ 7586920 w 10768629"/>
              <a:gd name="connsiteY80-3652" fmla="*/ 1261888 h 1978172"/>
              <a:gd name="connsiteX81-3653" fmla="*/ 7486100 w 10768629"/>
              <a:gd name="connsiteY81-3654" fmla="*/ 1292563 h 1978172"/>
              <a:gd name="connsiteX82-3655" fmla="*/ 7407190 w 10768629"/>
              <a:gd name="connsiteY82-3656" fmla="*/ 1314737 h 1978172"/>
              <a:gd name="connsiteX83-3657" fmla="*/ 7240698 w 10768629"/>
              <a:gd name="connsiteY83-3658" fmla="*/ 1438832 h 1978172"/>
              <a:gd name="connsiteX84-3659" fmla="*/ 7197675 w 10768629"/>
              <a:gd name="connsiteY84-3660" fmla="*/ 1447530 h 1978172"/>
              <a:gd name="connsiteX85-3661" fmla="*/ 7164788 w 10768629"/>
              <a:gd name="connsiteY85-3662" fmla="*/ 1480293 h 1978172"/>
              <a:gd name="connsiteX86-3663" fmla="*/ 7147929 w 10768629"/>
              <a:gd name="connsiteY86-3664" fmla="*/ 1477641 h 1978172"/>
              <a:gd name="connsiteX87-3665" fmla="*/ 7144965 w 10768629"/>
              <a:gd name="connsiteY87-3666" fmla="*/ 1476908 h 1978172"/>
              <a:gd name="connsiteX88-3667" fmla="*/ 7134299 w 10768629"/>
              <a:gd name="connsiteY88-3668" fmla="*/ 1479969 h 1978172"/>
              <a:gd name="connsiteX89-3669" fmla="*/ 7129809 w 10768629"/>
              <a:gd name="connsiteY89-3670" fmla="*/ 1473339 h 1978172"/>
              <a:gd name="connsiteX90-3671" fmla="*/ 7112688 w 10768629"/>
              <a:gd name="connsiteY90-3672" fmla="*/ 1472575 h 1978172"/>
              <a:gd name="connsiteX91-3673" fmla="*/ 7093470 w 10768629"/>
              <a:gd name="connsiteY91-3674" fmla="*/ 1480300 h 1978172"/>
              <a:gd name="connsiteX92-3675" fmla="*/ 7025034 w 10768629"/>
              <a:gd name="connsiteY92-3676" fmla="*/ 1506934 h 1978172"/>
              <a:gd name="connsiteX93-3677" fmla="*/ 7014783 w 10768629"/>
              <a:gd name="connsiteY93-3678" fmla="*/ 1515868 h 1978172"/>
              <a:gd name="connsiteX94-3679" fmla="*/ 6979706 w 10768629"/>
              <a:gd name="connsiteY94-3680" fmla="*/ 1523511 h 1978172"/>
              <a:gd name="connsiteX95-3681" fmla="*/ 6977890 w 10768629"/>
              <a:gd name="connsiteY95-3682" fmla="*/ 1525793 h 1978172"/>
              <a:gd name="connsiteX96-3683" fmla="*/ 6944339 w 10768629"/>
              <a:gd name="connsiteY96-3684" fmla="*/ 1536237 h 1978172"/>
              <a:gd name="connsiteX97-3685" fmla="*/ 6886996 w 10768629"/>
              <a:gd name="connsiteY97-3686" fmla="*/ 1563569 h 1978172"/>
              <a:gd name="connsiteX98-3687" fmla="*/ 6874510 w 10768629"/>
              <a:gd name="connsiteY98-3688" fmla="*/ 1558469 h 1978172"/>
              <a:gd name="connsiteX99-3689" fmla="*/ 6871943 w 10768629"/>
              <a:gd name="connsiteY99-3690" fmla="*/ 1554651 h 1978172"/>
              <a:gd name="connsiteX100-3691" fmla="*/ 6856174 w 10768629"/>
              <a:gd name="connsiteY100-3692" fmla="*/ 1562024 h 1978172"/>
              <a:gd name="connsiteX101-3693" fmla="*/ 6842321 w 10768629"/>
              <a:gd name="connsiteY101-3694" fmla="*/ 1560554 h 1978172"/>
              <a:gd name="connsiteX102-3695" fmla="*/ 6832713 w 10768629"/>
              <a:gd name="connsiteY102-3696" fmla="*/ 1569357 h 1978172"/>
              <a:gd name="connsiteX103-3697" fmla="*/ 6816351 w 10768629"/>
              <a:gd name="connsiteY103-3698" fmla="*/ 1571495 h 1978172"/>
              <a:gd name="connsiteX104-3699" fmla="*/ 6795800 w 10768629"/>
              <a:gd name="connsiteY104-3700" fmla="*/ 1572010 h 1978172"/>
              <a:gd name="connsiteX105-3701" fmla="*/ 6777546 w 10768629"/>
              <a:gd name="connsiteY105-3702" fmla="*/ 1568661 h 1978172"/>
              <a:gd name="connsiteX106-3703" fmla="*/ 6751528 w 10768629"/>
              <a:gd name="connsiteY106-3704" fmla="*/ 1574143 h 1978172"/>
              <a:gd name="connsiteX107-3705" fmla="*/ 6691966 w 10768629"/>
              <a:gd name="connsiteY107-3706" fmla="*/ 1582255 h 1978172"/>
              <a:gd name="connsiteX108-3707" fmla="*/ 6646941 w 10768629"/>
              <a:gd name="connsiteY108-3708" fmla="*/ 1588471 h 1978172"/>
              <a:gd name="connsiteX109-3709" fmla="*/ 6568576 w 10768629"/>
              <a:gd name="connsiteY109-3710" fmla="*/ 1606488 h 1978172"/>
              <a:gd name="connsiteX110-3711" fmla="*/ 6554358 w 10768629"/>
              <a:gd name="connsiteY110-3712" fmla="*/ 1621701 h 1978172"/>
              <a:gd name="connsiteX111-3713" fmla="*/ 6516968 w 10768629"/>
              <a:gd name="connsiteY111-3714" fmla="*/ 1617195 h 1978172"/>
              <a:gd name="connsiteX112-3715" fmla="*/ 6506479 w 10768629"/>
              <a:gd name="connsiteY112-3716" fmla="*/ 1602227 h 1978172"/>
              <a:gd name="connsiteX113-3717" fmla="*/ 6458436 w 10768629"/>
              <a:gd name="connsiteY113-3718" fmla="*/ 1607332 h 1978172"/>
              <a:gd name="connsiteX114-3719" fmla="*/ 6414786 w 10768629"/>
              <a:gd name="connsiteY114-3720" fmla="*/ 1628815 h 1978172"/>
              <a:gd name="connsiteX115-3721" fmla="*/ 6357085 w 10768629"/>
              <a:gd name="connsiteY115-3722" fmla="*/ 1640846 h 1978172"/>
              <a:gd name="connsiteX116-3723" fmla="*/ 6322636 w 10768629"/>
              <a:gd name="connsiteY116-3724" fmla="*/ 1648213 h 1978172"/>
              <a:gd name="connsiteX117-3725" fmla="*/ 6226172 w 10768629"/>
              <a:gd name="connsiteY117-3726" fmla="*/ 1654676 h 1978172"/>
              <a:gd name="connsiteX118-3727" fmla="*/ 6221217 w 10768629"/>
              <a:gd name="connsiteY118-3728" fmla="*/ 1654506 h 1978172"/>
              <a:gd name="connsiteX119-3729" fmla="*/ 6204956 w 10768629"/>
              <a:gd name="connsiteY119-3730" fmla="*/ 1664280 h 1978172"/>
              <a:gd name="connsiteX120-3731" fmla="*/ 6204270 w 10768629"/>
              <a:gd name="connsiteY120-3732" fmla="*/ 1666782 h 1978172"/>
              <a:gd name="connsiteX121-3733" fmla="*/ 6143810 w 10768629"/>
              <a:gd name="connsiteY121-3734" fmla="*/ 1661963 h 1978172"/>
              <a:gd name="connsiteX122-3735" fmla="*/ 6136560 w 10768629"/>
              <a:gd name="connsiteY122-3736" fmla="*/ 1665728 h 1978172"/>
              <a:gd name="connsiteX123-3737" fmla="*/ 6096155 w 10768629"/>
              <a:gd name="connsiteY123-3738" fmla="*/ 1656951 h 1978172"/>
              <a:gd name="connsiteX124-3739" fmla="*/ 6075812 w 10768629"/>
              <a:gd name="connsiteY124-3740" fmla="*/ 1655422 h 1978172"/>
              <a:gd name="connsiteX125-3741" fmla="*/ 6039495 w 10768629"/>
              <a:gd name="connsiteY125-3742" fmla="*/ 1649680 h 1978172"/>
              <a:gd name="connsiteX126-3743" fmla="*/ 6036523 w 10768629"/>
              <a:gd name="connsiteY126-3744" fmla="*/ 1652121 h 1978172"/>
              <a:gd name="connsiteX127-3745" fmla="*/ 6029328 w 10768629"/>
              <a:gd name="connsiteY127-3746" fmla="*/ 1649904 h 1978172"/>
              <a:gd name="connsiteX128-3747" fmla="*/ 6024075 w 10768629"/>
              <a:gd name="connsiteY128-3748" fmla="*/ 1652779 h 1978172"/>
              <a:gd name="connsiteX129-3749" fmla="*/ 6018085 w 10768629"/>
              <a:gd name="connsiteY129-3750" fmla="*/ 1652030 h 1978172"/>
              <a:gd name="connsiteX130-3751" fmla="*/ 5955513 w 10768629"/>
              <a:gd name="connsiteY130-3752" fmla="*/ 1663584 h 1978172"/>
              <a:gd name="connsiteX131-3753" fmla="*/ 5941996 w 10768629"/>
              <a:gd name="connsiteY131-3754" fmla="*/ 1661326 h 1978172"/>
              <a:gd name="connsiteX132-3755" fmla="*/ 5931789 w 10768629"/>
              <a:gd name="connsiteY132-3756" fmla="*/ 1669915 h 1978172"/>
              <a:gd name="connsiteX133-3757" fmla="*/ 5888686 w 10768629"/>
              <a:gd name="connsiteY133-3758" fmla="*/ 1672175 h 1978172"/>
              <a:gd name="connsiteX134-3759" fmla="*/ 5873794 w 10768629"/>
              <a:gd name="connsiteY134-3760" fmla="*/ 1665454 h 1978172"/>
              <a:gd name="connsiteX135-3761" fmla="*/ 5860022 w 10768629"/>
              <a:gd name="connsiteY135-3762" fmla="*/ 1660635 h 1978172"/>
              <a:gd name="connsiteX136-3763" fmla="*/ 5858237 w 10768629"/>
              <a:gd name="connsiteY136-3764" fmla="*/ 1660649 h 1978172"/>
              <a:gd name="connsiteX137-3765" fmla="*/ 5840319 w 10768629"/>
              <a:gd name="connsiteY137-3766" fmla="*/ 1660798 h 1978172"/>
              <a:gd name="connsiteX138-3767" fmla="*/ 5806984 w 10768629"/>
              <a:gd name="connsiteY138-3768" fmla="*/ 1661075 h 1978172"/>
              <a:gd name="connsiteX139-3769" fmla="*/ 5742351 w 10768629"/>
              <a:gd name="connsiteY139-3770" fmla="*/ 1667489 h 1978172"/>
              <a:gd name="connsiteX140-3771" fmla="*/ 5521171 w 10768629"/>
              <a:gd name="connsiteY140-3772" fmla="*/ 1671626 h 1978172"/>
              <a:gd name="connsiteX141-3773" fmla="*/ 5457384 w 10768629"/>
              <a:gd name="connsiteY141-3774" fmla="*/ 1683952 h 1978172"/>
              <a:gd name="connsiteX142-3775" fmla="*/ 4950070 w 10768629"/>
              <a:gd name="connsiteY142-3776" fmla="*/ 1748401 h 1978172"/>
              <a:gd name="connsiteX143-3777" fmla="*/ 4872172 w 10768629"/>
              <a:gd name="connsiteY143-3778" fmla="*/ 1757222 h 1978172"/>
              <a:gd name="connsiteX144-3779" fmla="*/ 4809524 w 10768629"/>
              <a:gd name="connsiteY144-3780" fmla="*/ 1761033 h 1978172"/>
              <a:gd name="connsiteX145-3781" fmla="*/ 4759058 w 10768629"/>
              <a:gd name="connsiteY145-3782" fmla="*/ 1766533 h 1978172"/>
              <a:gd name="connsiteX146-3783" fmla="*/ 4719749 w 10768629"/>
              <a:gd name="connsiteY146-3784" fmla="*/ 1771811 h 1978172"/>
              <a:gd name="connsiteX147-3785" fmla="*/ 4568686 w 10768629"/>
              <a:gd name="connsiteY147-3786" fmla="*/ 1786141 h 1978172"/>
              <a:gd name="connsiteX148-3787" fmla="*/ 4418751 w 10768629"/>
              <a:gd name="connsiteY148-3788" fmla="*/ 1796932 h 1978172"/>
              <a:gd name="connsiteX149-3789" fmla="*/ 4378377 w 10768629"/>
              <a:gd name="connsiteY149-3790" fmla="*/ 1815528 h 1978172"/>
              <a:gd name="connsiteX150-3791" fmla="*/ 4320575 w 10768629"/>
              <a:gd name="connsiteY150-3792" fmla="*/ 1832722 h 1978172"/>
              <a:gd name="connsiteX151-3793" fmla="*/ 4220200 w 10768629"/>
              <a:gd name="connsiteY151-3794" fmla="*/ 1873173 h 1978172"/>
              <a:gd name="connsiteX152-3795" fmla="*/ 4105361 w 10768629"/>
              <a:gd name="connsiteY152-3796" fmla="*/ 1894711 h 1978172"/>
              <a:gd name="connsiteX153-3797" fmla="*/ 3973223 w 10768629"/>
              <a:gd name="connsiteY153-3798" fmla="*/ 1881015 h 1978172"/>
              <a:gd name="connsiteX154-3799" fmla="*/ 3900992 w 10768629"/>
              <a:gd name="connsiteY154-3800" fmla="*/ 1880603 h 1978172"/>
              <a:gd name="connsiteX155-3801" fmla="*/ 3662119 w 10768629"/>
              <a:gd name="connsiteY155-3802" fmla="*/ 1876289 h 1978172"/>
              <a:gd name="connsiteX156-3803" fmla="*/ 3496919 w 10768629"/>
              <a:gd name="connsiteY156-3804" fmla="*/ 1873180 h 1978172"/>
              <a:gd name="connsiteX157-3805" fmla="*/ 3449433 w 10768629"/>
              <a:gd name="connsiteY157-3806" fmla="*/ 1889681 h 1978172"/>
              <a:gd name="connsiteX158-3807" fmla="*/ 3369766 w 10768629"/>
              <a:gd name="connsiteY158-3808" fmla="*/ 1916653 h 1978172"/>
              <a:gd name="connsiteX159-3809" fmla="*/ 3290336 w 10768629"/>
              <a:gd name="connsiteY159-3810" fmla="*/ 1925039 h 1978172"/>
              <a:gd name="connsiteX160-3811" fmla="*/ 3224897 w 10768629"/>
              <a:gd name="connsiteY160-3812" fmla="*/ 1943733 h 1978172"/>
              <a:gd name="connsiteX161-3813" fmla="*/ 3161463 w 10768629"/>
              <a:gd name="connsiteY161-3814" fmla="*/ 1946591 h 1978172"/>
              <a:gd name="connsiteX162-3815" fmla="*/ 3157504 w 10768629"/>
              <a:gd name="connsiteY162-3816" fmla="*/ 1957276 h 1978172"/>
              <a:gd name="connsiteX163-3817" fmla="*/ 3115176 w 10768629"/>
              <a:gd name="connsiteY163-3818" fmla="*/ 1943459 h 1978172"/>
              <a:gd name="connsiteX164-3819" fmla="*/ 3005773 w 10768629"/>
              <a:gd name="connsiteY164-3820" fmla="*/ 1915878 h 1978172"/>
              <a:gd name="connsiteX165-3821" fmla="*/ 2897201 w 10768629"/>
              <a:gd name="connsiteY165-3822" fmla="*/ 1926772 h 1978172"/>
              <a:gd name="connsiteX166-3823" fmla="*/ 2783891 w 10768629"/>
              <a:gd name="connsiteY166-3824" fmla="*/ 1931749 h 1978172"/>
              <a:gd name="connsiteX167-3825" fmla="*/ 2712447 w 10768629"/>
              <a:gd name="connsiteY167-3826" fmla="*/ 1933044 h 1978172"/>
              <a:gd name="connsiteX168-3827" fmla="*/ 2560151 w 10768629"/>
              <a:gd name="connsiteY168-3828" fmla="*/ 1963609 h 1978172"/>
              <a:gd name="connsiteX169-3829" fmla="*/ 2367221 w 10768629"/>
              <a:gd name="connsiteY169-3830" fmla="*/ 1971884 h 1978172"/>
              <a:gd name="connsiteX170-3831" fmla="*/ 2272130 w 10768629"/>
              <a:gd name="connsiteY170-3832" fmla="*/ 1961162 h 1978172"/>
              <a:gd name="connsiteX171-3833" fmla="*/ 2189404 w 10768629"/>
              <a:gd name="connsiteY171-3834" fmla="*/ 1978172 h 1978172"/>
              <a:gd name="connsiteX172-3835" fmla="*/ 2077704 w 10768629"/>
              <a:gd name="connsiteY172-3836" fmla="*/ 1965002 h 1978172"/>
              <a:gd name="connsiteX173-3837" fmla="*/ 1967996 w 10768629"/>
              <a:gd name="connsiteY173-3838" fmla="*/ 1953187 h 1978172"/>
              <a:gd name="connsiteX174-3839" fmla="*/ 1855805 w 10768629"/>
              <a:gd name="connsiteY174-3840" fmla="*/ 1926082 h 1978172"/>
              <a:gd name="connsiteX175-3841" fmla="*/ 1790957 w 10768629"/>
              <a:gd name="connsiteY175-3842" fmla="*/ 1919460 h 1978172"/>
              <a:gd name="connsiteX176-3843" fmla="*/ 1613978 w 10768629"/>
              <a:gd name="connsiteY176-3844" fmla="*/ 1891581 h 1978172"/>
              <a:gd name="connsiteX177-3845" fmla="*/ 1436831 w 10768629"/>
              <a:gd name="connsiteY177-3846" fmla="*/ 1856201 h 1978172"/>
              <a:gd name="connsiteX178-3847" fmla="*/ 1357365 w 10768629"/>
              <a:gd name="connsiteY178-3848" fmla="*/ 1832140 h 1978172"/>
              <a:gd name="connsiteX179-3849" fmla="*/ 1232341 w 10768629"/>
              <a:gd name="connsiteY179-3850" fmla="*/ 1785942 h 1978172"/>
              <a:gd name="connsiteX180-3851" fmla="*/ 1162595 w 10768629"/>
              <a:gd name="connsiteY180-3852" fmla="*/ 1758337 h 1978172"/>
              <a:gd name="connsiteX181-3853" fmla="*/ 1128523 w 10768629"/>
              <a:gd name="connsiteY181-3854" fmla="*/ 1763621 h 1978172"/>
              <a:gd name="connsiteX182-3855" fmla="*/ 991903 w 10768629"/>
              <a:gd name="connsiteY182-3856" fmla="*/ 1786741 h 1978172"/>
              <a:gd name="connsiteX183-3857" fmla="*/ 883960 w 10768629"/>
              <a:gd name="connsiteY183-3858" fmla="*/ 1822386 h 1978172"/>
              <a:gd name="connsiteX184-3859" fmla="*/ 766531 w 10768629"/>
              <a:gd name="connsiteY184-3860" fmla="*/ 1805053 h 1978172"/>
              <a:gd name="connsiteX185-3861" fmla="*/ 669779 w 10768629"/>
              <a:gd name="connsiteY185-3862" fmla="*/ 1800537 h 1978172"/>
              <a:gd name="connsiteX186-3863" fmla="*/ 523898 w 10768629"/>
              <a:gd name="connsiteY186-3864" fmla="*/ 1811085 h 1978172"/>
              <a:gd name="connsiteX187-3865" fmla="*/ 360251 w 10768629"/>
              <a:gd name="connsiteY187-3866" fmla="*/ 1830735 h 1978172"/>
              <a:gd name="connsiteX188-3867" fmla="*/ 255207 w 10768629"/>
              <a:gd name="connsiteY188-3868" fmla="*/ 1818275 h 1978172"/>
              <a:gd name="connsiteX189-3869" fmla="*/ 101803 w 10768629"/>
              <a:gd name="connsiteY189-3870" fmla="*/ 1870647 h 1978172"/>
              <a:gd name="connsiteX190-3871" fmla="*/ 25397 w 10768629"/>
              <a:gd name="connsiteY190-3872" fmla="*/ 1888443 h 1978172"/>
              <a:gd name="connsiteX191-3873" fmla="*/ 2370 w 10768629"/>
              <a:gd name="connsiteY191-3874" fmla="*/ 1878311 h 1978172"/>
              <a:gd name="connsiteX192-3875" fmla="*/ 0 w 10768629"/>
              <a:gd name="connsiteY192-3876" fmla="*/ 1878785 h 1978172"/>
              <a:gd name="connsiteX193-3877" fmla="*/ 0 w 10768629"/>
              <a:gd name="connsiteY193-3878" fmla="*/ 0 h 1978172"/>
              <a:gd name="connsiteX0-3879" fmla="*/ 0 w 10768629"/>
              <a:gd name="connsiteY0-3880" fmla="*/ 0 h 1978172"/>
              <a:gd name="connsiteX1-3881" fmla="*/ 10768629 w 10768629"/>
              <a:gd name="connsiteY1-3882" fmla="*/ 0 h 1978172"/>
              <a:gd name="connsiteX2-3883" fmla="*/ 10733254 w 10768629"/>
              <a:gd name="connsiteY2-3884" fmla="*/ 31439 h 1978172"/>
              <a:gd name="connsiteX3-3885" fmla="*/ 10727085 w 10768629"/>
              <a:gd name="connsiteY3-3886" fmla="*/ 37910 h 1978172"/>
              <a:gd name="connsiteX4-3887" fmla="*/ 10675953 w 10768629"/>
              <a:gd name="connsiteY4-3888" fmla="*/ 68623 h 1978172"/>
              <a:gd name="connsiteX5-3889" fmla="*/ 10637091 w 10768629"/>
              <a:gd name="connsiteY5-3890" fmla="*/ 90361 h 1978172"/>
              <a:gd name="connsiteX6-3891" fmla="*/ 10610971 w 10768629"/>
              <a:gd name="connsiteY6-3892" fmla="*/ 110764 h 1978172"/>
              <a:gd name="connsiteX7-3893" fmla="*/ 10532872 w 10768629"/>
              <a:gd name="connsiteY7-3894" fmla="*/ 138028 h 1978172"/>
              <a:gd name="connsiteX8-3895" fmla="*/ 10398558 w 10768629"/>
              <a:gd name="connsiteY8-3896" fmla="*/ 172911 h 1978172"/>
              <a:gd name="connsiteX9-3897" fmla="*/ 10371128 w 10768629"/>
              <a:gd name="connsiteY9-3898" fmla="*/ 182609 h 1978172"/>
              <a:gd name="connsiteX10-3899" fmla="*/ 10352178 w 10768629"/>
              <a:gd name="connsiteY10-3900" fmla="*/ 199976 h 1978172"/>
              <a:gd name="connsiteX11-3901" fmla="*/ 10351815 w 10768629"/>
              <a:gd name="connsiteY11-3902" fmla="*/ 211879 h 1978172"/>
              <a:gd name="connsiteX12-3903" fmla="*/ 10337471 w 10768629"/>
              <a:gd name="connsiteY12-3904" fmla="*/ 218661 h 1978172"/>
              <a:gd name="connsiteX13-3905" fmla="*/ 10334625 w 10768629"/>
              <a:gd name="connsiteY13-3906" fmla="*/ 222351 h 1978172"/>
              <a:gd name="connsiteX14-3907" fmla="*/ 10256365 w 10768629"/>
              <a:gd name="connsiteY14-3908" fmla="*/ 235917 h 1978172"/>
              <a:gd name="connsiteX15-3909" fmla="*/ 10201127 w 10768629"/>
              <a:gd name="connsiteY15-3910" fmla="*/ 267448 h 1978172"/>
              <a:gd name="connsiteX16-3911" fmla="*/ 9961218 w 10768629"/>
              <a:gd name="connsiteY16-3912" fmla="*/ 326720 h 1978172"/>
              <a:gd name="connsiteX17-3913" fmla="*/ 9859715 w 10768629"/>
              <a:gd name="connsiteY17-3914" fmla="*/ 355698 h 1978172"/>
              <a:gd name="connsiteX18-3915" fmla="*/ 9679867 w 10768629"/>
              <a:gd name="connsiteY18-3916" fmla="*/ 399081 h 1978172"/>
              <a:gd name="connsiteX19-3917" fmla="*/ 9490654 w 10768629"/>
              <a:gd name="connsiteY19-3918" fmla="*/ 455225 h 1978172"/>
              <a:gd name="connsiteX20-3919" fmla="*/ 9470837 w 10768629"/>
              <a:gd name="connsiteY20-3920" fmla="*/ 452539 h 1978172"/>
              <a:gd name="connsiteX21-3921" fmla="*/ 9469082 w 10768629"/>
              <a:gd name="connsiteY21-3922" fmla="*/ 454891 h 1978172"/>
              <a:gd name="connsiteX22-3923" fmla="*/ 9448038 w 10768629"/>
              <a:gd name="connsiteY22-3924" fmla="*/ 459733 h 1978172"/>
              <a:gd name="connsiteX23-3925" fmla="*/ 9396821 w 10768629"/>
              <a:gd name="connsiteY23-3926" fmla="*/ 455795 h 1978172"/>
              <a:gd name="connsiteX24-3927" fmla="*/ 9392197 w 10768629"/>
              <a:gd name="connsiteY24-3928" fmla="*/ 459796 h 1978172"/>
              <a:gd name="connsiteX25-3929" fmla="*/ 9347994 w 10768629"/>
              <a:gd name="connsiteY25-3930" fmla="*/ 464462 h 1978172"/>
              <a:gd name="connsiteX26-3931" fmla="*/ 9347889 w 10768629"/>
              <a:gd name="connsiteY26-3932" fmla="*/ 466539 h 1978172"/>
              <a:gd name="connsiteX27-3933" fmla="*/ 9337639 w 10768629"/>
              <a:gd name="connsiteY27-3934" fmla="*/ 476654 h 1978172"/>
              <a:gd name="connsiteX28-3935" fmla="*/ 9316893 w 10768629"/>
              <a:gd name="connsiteY28-3936" fmla="*/ 491390 h 1978172"/>
              <a:gd name="connsiteX29-3937" fmla="*/ 9229283 w 10768629"/>
              <a:gd name="connsiteY29-3938" fmla="*/ 555377 h 1978172"/>
              <a:gd name="connsiteX30-3939" fmla="*/ 9220274 w 10768629"/>
              <a:gd name="connsiteY30-3940" fmla="*/ 557502 h 1978172"/>
              <a:gd name="connsiteX31-3941" fmla="*/ 9220202 w 10768629"/>
              <a:gd name="connsiteY31-3942" fmla="*/ 558001 h 1978172"/>
              <a:gd name="connsiteX32-3943" fmla="*/ 9210908 w 10768629"/>
              <a:gd name="connsiteY32-3944" fmla="*/ 561147 h 1978172"/>
              <a:gd name="connsiteX33-3945" fmla="*/ 9186374 w 10768629"/>
              <a:gd name="connsiteY33-3946" fmla="*/ 565502 h 1978172"/>
              <a:gd name="connsiteX34-3947" fmla="*/ 9181058 w 10768629"/>
              <a:gd name="connsiteY34-3948" fmla="*/ 569943 h 1978172"/>
              <a:gd name="connsiteX35-3949" fmla="*/ 9179948 w 10768629"/>
              <a:gd name="connsiteY35-3950" fmla="*/ 576062 h 1978172"/>
              <a:gd name="connsiteX36-3951" fmla="*/ 9149110 w 10768629"/>
              <a:gd name="connsiteY36-3952" fmla="*/ 598906 h 1978172"/>
              <a:gd name="connsiteX37-3953" fmla="*/ 9078556 w 10768629"/>
              <a:gd name="connsiteY37-3954" fmla="*/ 644039 h 1978172"/>
              <a:gd name="connsiteX38-3955" fmla="*/ 8996399 w 10768629"/>
              <a:gd name="connsiteY38-3956" fmla="*/ 690055 h 1978172"/>
              <a:gd name="connsiteX39-3957" fmla="*/ 8803791 w 10768629"/>
              <a:gd name="connsiteY39-3958" fmla="*/ 813860 h 1978172"/>
              <a:gd name="connsiteX40-3959" fmla="*/ 8636202 w 10768629"/>
              <a:gd name="connsiteY40-3960" fmla="*/ 848463 h 1978172"/>
              <a:gd name="connsiteX41-3961" fmla="*/ 8555372 w 10768629"/>
              <a:gd name="connsiteY41-3962" fmla="*/ 883171 h 1978172"/>
              <a:gd name="connsiteX42-3963" fmla="*/ 8507229 w 10768629"/>
              <a:gd name="connsiteY42-3964" fmla="*/ 901665 h 1978172"/>
              <a:gd name="connsiteX43-3965" fmla="*/ 8428473 w 10768629"/>
              <a:gd name="connsiteY43-3966" fmla="*/ 927985 h 1978172"/>
              <a:gd name="connsiteX44-3967" fmla="*/ 8427914 w 10768629"/>
              <a:gd name="connsiteY44-3968" fmla="*/ 933480 h 1978172"/>
              <a:gd name="connsiteX45-3969" fmla="*/ 8420327 w 10768629"/>
              <a:gd name="connsiteY45-3970" fmla="*/ 941984 h 1978172"/>
              <a:gd name="connsiteX46-3971" fmla="*/ 8407128 w 10768629"/>
              <a:gd name="connsiteY46-3972" fmla="*/ 961344 h 1978172"/>
              <a:gd name="connsiteX47-3973" fmla="*/ 8380548 w 10768629"/>
              <a:gd name="connsiteY47-3974" fmla="*/ 987916 h 1978172"/>
              <a:gd name="connsiteX48-3975" fmla="*/ 8379462 w 10768629"/>
              <a:gd name="connsiteY48-3976" fmla="*/ 987106 h 1978172"/>
              <a:gd name="connsiteX49-3977" fmla="*/ 8369725 w 10768629"/>
              <a:gd name="connsiteY49-3978" fmla="*/ 989186 h 1978172"/>
              <a:gd name="connsiteX50-3979" fmla="*/ 8304438 w 10768629"/>
              <a:gd name="connsiteY50-3980" fmla="*/ 996739 h 1978172"/>
              <a:gd name="connsiteX51-3981" fmla="*/ 8280929 w 10768629"/>
              <a:gd name="connsiteY51-3982" fmla="*/ 1023089 h 1978172"/>
              <a:gd name="connsiteX52-3983" fmla="*/ 8275760 w 10768629"/>
              <a:gd name="connsiteY52-3984" fmla="*/ 1027772 h 1978172"/>
              <a:gd name="connsiteX53-3985" fmla="*/ 8275478 w 10768629"/>
              <a:gd name="connsiteY53-3986" fmla="*/ 1027605 h 1978172"/>
              <a:gd name="connsiteX54-3987" fmla="*/ 8269666 w 10768629"/>
              <a:gd name="connsiteY54-3988" fmla="*/ 1032033 h 1978172"/>
              <a:gd name="connsiteX55-3989" fmla="*/ 8203836 w 10768629"/>
              <a:gd name="connsiteY55-3990" fmla="*/ 1037347 h 1978172"/>
              <a:gd name="connsiteX56-3991" fmla="*/ 8122936 w 10768629"/>
              <a:gd name="connsiteY56-3992" fmla="*/ 1063113 h 1978172"/>
              <a:gd name="connsiteX57-3993" fmla="*/ 8043658 w 10768629"/>
              <a:gd name="connsiteY57-3994" fmla="*/ 1092746 h 1978172"/>
              <a:gd name="connsiteX58-3995" fmla="*/ 8015351 w 10768629"/>
              <a:gd name="connsiteY58-3996" fmla="*/ 1105478 h 1978172"/>
              <a:gd name="connsiteX59-3997" fmla="*/ 7963145 w 10768629"/>
              <a:gd name="connsiteY59-3998" fmla="*/ 1119346 h 1978172"/>
              <a:gd name="connsiteX60-3999" fmla="*/ 7938145 w 10768629"/>
              <a:gd name="connsiteY60-4000" fmla="*/ 1120225 h 1978172"/>
              <a:gd name="connsiteX61-4001" fmla="*/ 7937238 w 10768629"/>
              <a:gd name="connsiteY61-4002" fmla="*/ 1121204 h 1978172"/>
              <a:gd name="connsiteX62-4003" fmla="*/ 7934398 w 10768629"/>
              <a:gd name="connsiteY62-4004" fmla="*/ 1118240 h 1978172"/>
              <a:gd name="connsiteX63-4005" fmla="*/ 7918248 w 10768629"/>
              <a:gd name="connsiteY63-4006" fmla="*/ 1124371 h 1978172"/>
              <a:gd name="connsiteX64-4007" fmla="*/ 7914119 w 10768629"/>
              <a:gd name="connsiteY64-4008" fmla="*/ 1127653 h 1978172"/>
              <a:gd name="connsiteX65-4009" fmla="*/ 7907658 w 10768629"/>
              <a:gd name="connsiteY65-4010" fmla="*/ 1130350 h 1978172"/>
              <a:gd name="connsiteX66-4011" fmla="*/ 7907434 w 10768629"/>
              <a:gd name="connsiteY66-4012" fmla="*/ 1130103 h 1978172"/>
              <a:gd name="connsiteX67-4013" fmla="*/ 7901508 w 10768629"/>
              <a:gd name="connsiteY67-4014" fmla="*/ 1133245 h 1978172"/>
              <a:gd name="connsiteX68-4015" fmla="*/ 7873287 w 10768629"/>
              <a:gd name="connsiteY68-4016" fmla="*/ 1152609 h 1978172"/>
              <a:gd name="connsiteX69-4017" fmla="*/ 7834833 w 10768629"/>
              <a:gd name="connsiteY69-4018" fmla="*/ 1153868 h 1978172"/>
              <a:gd name="connsiteX70-4019" fmla="*/ 7828661 w 10768629"/>
              <a:gd name="connsiteY70-4020" fmla="*/ 1139994 h 1978172"/>
              <a:gd name="connsiteX71-4021" fmla="*/ 7823966 w 10768629"/>
              <a:gd name="connsiteY71-4022" fmla="*/ 1143178 h 1978172"/>
              <a:gd name="connsiteX72-4023" fmla="*/ 7815078 w 10768629"/>
              <a:gd name="connsiteY72-4024" fmla="*/ 1151776 h 1978172"/>
              <a:gd name="connsiteX73-4025" fmla="*/ 7812026 w 10768629"/>
              <a:gd name="connsiteY73-4026" fmla="*/ 1151522 h 1978172"/>
              <a:gd name="connsiteX74-4027" fmla="*/ 7782249 w 10768629"/>
              <a:gd name="connsiteY74-4028" fmla="*/ 1160970 h 1978172"/>
              <a:gd name="connsiteX75-4029" fmla="*/ 7773476 w 10768629"/>
              <a:gd name="connsiteY75-4030" fmla="*/ 1157414 h 1978172"/>
              <a:gd name="connsiteX76-4031" fmla="*/ 7769600 w 10768629"/>
              <a:gd name="connsiteY76-4032" fmla="*/ 1157365 h 1978172"/>
              <a:gd name="connsiteX77-4033" fmla="*/ 7752631 w 10768629"/>
              <a:gd name="connsiteY77-4034" fmla="*/ 1172815 h 1978172"/>
              <a:gd name="connsiteX78-4035" fmla="*/ 7743525 w 10768629"/>
              <a:gd name="connsiteY78-4036" fmla="*/ 1179064 h 1978172"/>
              <a:gd name="connsiteX79-4037" fmla="*/ 7685942 w 10768629"/>
              <a:gd name="connsiteY79-4038" fmla="*/ 1233723 h 1978172"/>
              <a:gd name="connsiteX80-4039" fmla="*/ 7586920 w 10768629"/>
              <a:gd name="connsiteY80-4040" fmla="*/ 1261888 h 1978172"/>
              <a:gd name="connsiteX81-4041" fmla="*/ 7486100 w 10768629"/>
              <a:gd name="connsiteY81-4042" fmla="*/ 1292563 h 1978172"/>
              <a:gd name="connsiteX82-4043" fmla="*/ 7407190 w 10768629"/>
              <a:gd name="connsiteY82-4044" fmla="*/ 1314737 h 1978172"/>
              <a:gd name="connsiteX83-4045" fmla="*/ 7240698 w 10768629"/>
              <a:gd name="connsiteY83-4046" fmla="*/ 1438832 h 1978172"/>
              <a:gd name="connsiteX84-4047" fmla="*/ 7197675 w 10768629"/>
              <a:gd name="connsiteY84-4048" fmla="*/ 1447530 h 1978172"/>
              <a:gd name="connsiteX85-4049" fmla="*/ 7164788 w 10768629"/>
              <a:gd name="connsiteY85-4050" fmla="*/ 1480293 h 1978172"/>
              <a:gd name="connsiteX86-4051" fmla="*/ 7147929 w 10768629"/>
              <a:gd name="connsiteY86-4052" fmla="*/ 1477641 h 1978172"/>
              <a:gd name="connsiteX87-4053" fmla="*/ 7144965 w 10768629"/>
              <a:gd name="connsiteY87-4054" fmla="*/ 1476908 h 1978172"/>
              <a:gd name="connsiteX88-4055" fmla="*/ 7134299 w 10768629"/>
              <a:gd name="connsiteY88-4056" fmla="*/ 1479969 h 1978172"/>
              <a:gd name="connsiteX89-4057" fmla="*/ 7129809 w 10768629"/>
              <a:gd name="connsiteY89-4058" fmla="*/ 1473339 h 1978172"/>
              <a:gd name="connsiteX90-4059" fmla="*/ 7112688 w 10768629"/>
              <a:gd name="connsiteY90-4060" fmla="*/ 1472575 h 1978172"/>
              <a:gd name="connsiteX91-4061" fmla="*/ 7093470 w 10768629"/>
              <a:gd name="connsiteY91-4062" fmla="*/ 1480300 h 1978172"/>
              <a:gd name="connsiteX92-4063" fmla="*/ 7025034 w 10768629"/>
              <a:gd name="connsiteY92-4064" fmla="*/ 1506934 h 1978172"/>
              <a:gd name="connsiteX93-4065" fmla="*/ 7014783 w 10768629"/>
              <a:gd name="connsiteY93-4066" fmla="*/ 1515868 h 1978172"/>
              <a:gd name="connsiteX94-4067" fmla="*/ 6979706 w 10768629"/>
              <a:gd name="connsiteY94-4068" fmla="*/ 1523511 h 1978172"/>
              <a:gd name="connsiteX95-4069" fmla="*/ 6977890 w 10768629"/>
              <a:gd name="connsiteY95-4070" fmla="*/ 1525793 h 1978172"/>
              <a:gd name="connsiteX96-4071" fmla="*/ 6944339 w 10768629"/>
              <a:gd name="connsiteY96-4072" fmla="*/ 1536237 h 1978172"/>
              <a:gd name="connsiteX97-4073" fmla="*/ 6886996 w 10768629"/>
              <a:gd name="connsiteY97-4074" fmla="*/ 1563569 h 1978172"/>
              <a:gd name="connsiteX98-4075" fmla="*/ 6874510 w 10768629"/>
              <a:gd name="connsiteY98-4076" fmla="*/ 1558469 h 1978172"/>
              <a:gd name="connsiteX99-4077" fmla="*/ 6871943 w 10768629"/>
              <a:gd name="connsiteY99-4078" fmla="*/ 1554651 h 1978172"/>
              <a:gd name="connsiteX100-4079" fmla="*/ 6856174 w 10768629"/>
              <a:gd name="connsiteY100-4080" fmla="*/ 1562024 h 1978172"/>
              <a:gd name="connsiteX101-4081" fmla="*/ 6842321 w 10768629"/>
              <a:gd name="connsiteY101-4082" fmla="*/ 1560554 h 1978172"/>
              <a:gd name="connsiteX102-4083" fmla="*/ 6832713 w 10768629"/>
              <a:gd name="connsiteY102-4084" fmla="*/ 1569357 h 1978172"/>
              <a:gd name="connsiteX103-4085" fmla="*/ 6816351 w 10768629"/>
              <a:gd name="connsiteY103-4086" fmla="*/ 1571495 h 1978172"/>
              <a:gd name="connsiteX104-4087" fmla="*/ 6795800 w 10768629"/>
              <a:gd name="connsiteY104-4088" fmla="*/ 1572010 h 1978172"/>
              <a:gd name="connsiteX105-4089" fmla="*/ 6777546 w 10768629"/>
              <a:gd name="connsiteY105-4090" fmla="*/ 1568661 h 1978172"/>
              <a:gd name="connsiteX106-4091" fmla="*/ 6751528 w 10768629"/>
              <a:gd name="connsiteY106-4092" fmla="*/ 1574143 h 1978172"/>
              <a:gd name="connsiteX107-4093" fmla="*/ 6691966 w 10768629"/>
              <a:gd name="connsiteY107-4094" fmla="*/ 1582255 h 1978172"/>
              <a:gd name="connsiteX108-4095" fmla="*/ 6646941 w 10768629"/>
              <a:gd name="connsiteY108-4096" fmla="*/ 1588471 h 1978172"/>
              <a:gd name="connsiteX109-4097" fmla="*/ 6568576 w 10768629"/>
              <a:gd name="connsiteY109-4098" fmla="*/ 1606488 h 1978172"/>
              <a:gd name="connsiteX110-4099" fmla="*/ 6554358 w 10768629"/>
              <a:gd name="connsiteY110-4100" fmla="*/ 1621701 h 1978172"/>
              <a:gd name="connsiteX111-4101" fmla="*/ 6516968 w 10768629"/>
              <a:gd name="connsiteY111-4102" fmla="*/ 1617195 h 1978172"/>
              <a:gd name="connsiteX112-4103" fmla="*/ 6506479 w 10768629"/>
              <a:gd name="connsiteY112-4104" fmla="*/ 1602227 h 1978172"/>
              <a:gd name="connsiteX113-4105" fmla="*/ 6458436 w 10768629"/>
              <a:gd name="connsiteY113-4106" fmla="*/ 1607332 h 1978172"/>
              <a:gd name="connsiteX114-4107" fmla="*/ 6414786 w 10768629"/>
              <a:gd name="connsiteY114-4108" fmla="*/ 1628815 h 1978172"/>
              <a:gd name="connsiteX115-4109" fmla="*/ 6357085 w 10768629"/>
              <a:gd name="connsiteY115-4110" fmla="*/ 1640846 h 1978172"/>
              <a:gd name="connsiteX116-4111" fmla="*/ 6322636 w 10768629"/>
              <a:gd name="connsiteY116-4112" fmla="*/ 1648213 h 1978172"/>
              <a:gd name="connsiteX117-4113" fmla="*/ 6226172 w 10768629"/>
              <a:gd name="connsiteY117-4114" fmla="*/ 1654676 h 1978172"/>
              <a:gd name="connsiteX118-4115" fmla="*/ 6221217 w 10768629"/>
              <a:gd name="connsiteY118-4116" fmla="*/ 1654506 h 1978172"/>
              <a:gd name="connsiteX119-4117" fmla="*/ 6204956 w 10768629"/>
              <a:gd name="connsiteY119-4118" fmla="*/ 1664280 h 1978172"/>
              <a:gd name="connsiteX120-4119" fmla="*/ 6204270 w 10768629"/>
              <a:gd name="connsiteY120-4120" fmla="*/ 1666782 h 1978172"/>
              <a:gd name="connsiteX121-4121" fmla="*/ 6143810 w 10768629"/>
              <a:gd name="connsiteY121-4122" fmla="*/ 1661963 h 1978172"/>
              <a:gd name="connsiteX122-4123" fmla="*/ 6136560 w 10768629"/>
              <a:gd name="connsiteY122-4124" fmla="*/ 1665728 h 1978172"/>
              <a:gd name="connsiteX123-4125" fmla="*/ 6096155 w 10768629"/>
              <a:gd name="connsiteY123-4126" fmla="*/ 1656951 h 1978172"/>
              <a:gd name="connsiteX124-4127" fmla="*/ 6075812 w 10768629"/>
              <a:gd name="connsiteY124-4128" fmla="*/ 1655422 h 1978172"/>
              <a:gd name="connsiteX125-4129" fmla="*/ 6039495 w 10768629"/>
              <a:gd name="connsiteY125-4130" fmla="*/ 1649680 h 1978172"/>
              <a:gd name="connsiteX126-4131" fmla="*/ 6036523 w 10768629"/>
              <a:gd name="connsiteY126-4132" fmla="*/ 1652121 h 1978172"/>
              <a:gd name="connsiteX127-4133" fmla="*/ 6029328 w 10768629"/>
              <a:gd name="connsiteY127-4134" fmla="*/ 1649904 h 1978172"/>
              <a:gd name="connsiteX128-4135" fmla="*/ 6024075 w 10768629"/>
              <a:gd name="connsiteY128-4136" fmla="*/ 1652779 h 1978172"/>
              <a:gd name="connsiteX129-4137" fmla="*/ 6018085 w 10768629"/>
              <a:gd name="connsiteY129-4138" fmla="*/ 1652030 h 1978172"/>
              <a:gd name="connsiteX130-4139" fmla="*/ 5955513 w 10768629"/>
              <a:gd name="connsiteY130-4140" fmla="*/ 1663584 h 1978172"/>
              <a:gd name="connsiteX131-4141" fmla="*/ 5941996 w 10768629"/>
              <a:gd name="connsiteY131-4142" fmla="*/ 1661326 h 1978172"/>
              <a:gd name="connsiteX132-4143" fmla="*/ 5931789 w 10768629"/>
              <a:gd name="connsiteY132-4144" fmla="*/ 1669915 h 1978172"/>
              <a:gd name="connsiteX133-4145" fmla="*/ 5888686 w 10768629"/>
              <a:gd name="connsiteY133-4146" fmla="*/ 1672175 h 1978172"/>
              <a:gd name="connsiteX134-4147" fmla="*/ 5873794 w 10768629"/>
              <a:gd name="connsiteY134-4148" fmla="*/ 1665454 h 1978172"/>
              <a:gd name="connsiteX135-4149" fmla="*/ 5860022 w 10768629"/>
              <a:gd name="connsiteY135-4150" fmla="*/ 1660635 h 1978172"/>
              <a:gd name="connsiteX136-4151" fmla="*/ 5858237 w 10768629"/>
              <a:gd name="connsiteY136-4152" fmla="*/ 1660649 h 1978172"/>
              <a:gd name="connsiteX137-4153" fmla="*/ 5840319 w 10768629"/>
              <a:gd name="connsiteY137-4154" fmla="*/ 1660798 h 1978172"/>
              <a:gd name="connsiteX138-4155" fmla="*/ 5806984 w 10768629"/>
              <a:gd name="connsiteY138-4156" fmla="*/ 1661075 h 1978172"/>
              <a:gd name="connsiteX139-4157" fmla="*/ 5742351 w 10768629"/>
              <a:gd name="connsiteY139-4158" fmla="*/ 1667489 h 1978172"/>
              <a:gd name="connsiteX140-4159" fmla="*/ 5521171 w 10768629"/>
              <a:gd name="connsiteY140-4160" fmla="*/ 1671626 h 1978172"/>
              <a:gd name="connsiteX141-4161" fmla="*/ 5457384 w 10768629"/>
              <a:gd name="connsiteY141-4162" fmla="*/ 1683952 h 1978172"/>
              <a:gd name="connsiteX142-4163" fmla="*/ 4950070 w 10768629"/>
              <a:gd name="connsiteY142-4164" fmla="*/ 1748401 h 1978172"/>
              <a:gd name="connsiteX143-4165" fmla="*/ 4872172 w 10768629"/>
              <a:gd name="connsiteY143-4166" fmla="*/ 1757222 h 1978172"/>
              <a:gd name="connsiteX144-4167" fmla="*/ 4809524 w 10768629"/>
              <a:gd name="connsiteY144-4168" fmla="*/ 1761033 h 1978172"/>
              <a:gd name="connsiteX145-4169" fmla="*/ 4759058 w 10768629"/>
              <a:gd name="connsiteY145-4170" fmla="*/ 1766533 h 1978172"/>
              <a:gd name="connsiteX146-4171" fmla="*/ 4719749 w 10768629"/>
              <a:gd name="connsiteY146-4172" fmla="*/ 1771811 h 1978172"/>
              <a:gd name="connsiteX147-4173" fmla="*/ 4568686 w 10768629"/>
              <a:gd name="connsiteY147-4174" fmla="*/ 1786141 h 1978172"/>
              <a:gd name="connsiteX148-4175" fmla="*/ 4418751 w 10768629"/>
              <a:gd name="connsiteY148-4176" fmla="*/ 1796932 h 1978172"/>
              <a:gd name="connsiteX149-4177" fmla="*/ 4378377 w 10768629"/>
              <a:gd name="connsiteY149-4178" fmla="*/ 1815528 h 1978172"/>
              <a:gd name="connsiteX150-4179" fmla="*/ 4320575 w 10768629"/>
              <a:gd name="connsiteY150-4180" fmla="*/ 1832722 h 1978172"/>
              <a:gd name="connsiteX151-4181" fmla="*/ 4220200 w 10768629"/>
              <a:gd name="connsiteY151-4182" fmla="*/ 1873173 h 1978172"/>
              <a:gd name="connsiteX152-4183" fmla="*/ 4105361 w 10768629"/>
              <a:gd name="connsiteY152-4184" fmla="*/ 1894711 h 1978172"/>
              <a:gd name="connsiteX153-4185" fmla="*/ 3973223 w 10768629"/>
              <a:gd name="connsiteY153-4186" fmla="*/ 1881015 h 1978172"/>
              <a:gd name="connsiteX154-4187" fmla="*/ 3900992 w 10768629"/>
              <a:gd name="connsiteY154-4188" fmla="*/ 1880603 h 1978172"/>
              <a:gd name="connsiteX155-4189" fmla="*/ 3662119 w 10768629"/>
              <a:gd name="connsiteY155-4190" fmla="*/ 1876289 h 1978172"/>
              <a:gd name="connsiteX156-4191" fmla="*/ 3496919 w 10768629"/>
              <a:gd name="connsiteY156-4192" fmla="*/ 1873180 h 1978172"/>
              <a:gd name="connsiteX157-4193" fmla="*/ 3449433 w 10768629"/>
              <a:gd name="connsiteY157-4194" fmla="*/ 1889681 h 1978172"/>
              <a:gd name="connsiteX158-4195" fmla="*/ 3369766 w 10768629"/>
              <a:gd name="connsiteY158-4196" fmla="*/ 1916653 h 1978172"/>
              <a:gd name="connsiteX159-4197" fmla="*/ 3290336 w 10768629"/>
              <a:gd name="connsiteY159-4198" fmla="*/ 1925039 h 1978172"/>
              <a:gd name="connsiteX160-4199" fmla="*/ 3224897 w 10768629"/>
              <a:gd name="connsiteY160-4200" fmla="*/ 1943733 h 1978172"/>
              <a:gd name="connsiteX161-4201" fmla="*/ 3161463 w 10768629"/>
              <a:gd name="connsiteY161-4202" fmla="*/ 1946591 h 1978172"/>
              <a:gd name="connsiteX162-4203" fmla="*/ 3157504 w 10768629"/>
              <a:gd name="connsiteY162-4204" fmla="*/ 1957276 h 1978172"/>
              <a:gd name="connsiteX163-4205" fmla="*/ 3115176 w 10768629"/>
              <a:gd name="connsiteY163-4206" fmla="*/ 1943459 h 1978172"/>
              <a:gd name="connsiteX164-4207" fmla="*/ 3005773 w 10768629"/>
              <a:gd name="connsiteY164-4208" fmla="*/ 1915878 h 1978172"/>
              <a:gd name="connsiteX165-4209" fmla="*/ 2897201 w 10768629"/>
              <a:gd name="connsiteY165-4210" fmla="*/ 1926772 h 1978172"/>
              <a:gd name="connsiteX166-4211" fmla="*/ 2783891 w 10768629"/>
              <a:gd name="connsiteY166-4212" fmla="*/ 1931749 h 1978172"/>
              <a:gd name="connsiteX167-4213" fmla="*/ 2712447 w 10768629"/>
              <a:gd name="connsiteY167-4214" fmla="*/ 1933044 h 1978172"/>
              <a:gd name="connsiteX168-4215" fmla="*/ 2560151 w 10768629"/>
              <a:gd name="connsiteY168-4216" fmla="*/ 1963609 h 1978172"/>
              <a:gd name="connsiteX169-4217" fmla="*/ 2367221 w 10768629"/>
              <a:gd name="connsiteY169-4218" fmla="*/ 1971884 h 1978172"/>
              <a:gd name="connsiteX170-4219" fmla="*/ 2272130 w 10768629"/>
              <a:gd name="connsiteY170-4220" fmla="*/ 1961162 h 1978172"/>
              <a:gd name="connsiteX171-4221" fmla="*/ 2189404 w 10768629"/>
              <a:gd name="connsiteY171-4222" fmla="*/ 1978172 h 1978172"/>
              <a:gd name="connsiteX172-4223" fmla="*/ 2077704 w 10768629"/>
              <a:gd name="connsiteY172-4224" fmla="*/ 1965002 h 1978172"/>
              <a:gd name="connsiteX173-4225" fmla="*/ 1967996 w 10768629"/>
              <a:gd name="connsiteY173-4226" fmla="*/ 1953187 h 1978172"/>
              <a:gd name="connsiteX174-4227" fmla="*/ 1855805 w 10768629"/>
              <a:gd name="connsiteY174-4228" fmla="*/ 1926082 h 1978172"/>
              <a:gd name="connsiteX175-4229" fmla="*/ 1790957 w 10768629"/>
              <a:gd name="connsiteY175-4230" fmla="*/ 1919460 h 1978172"/>
              <a:gd name="connsiteX176-4231" fmla="*/ 1613978 w 10768629"/>
              <a:gd name="connsiteY176-4232" fmla="*/ 1891581 h 1978172"/>
              <a:gd name="connsiteX177-4233" fmla="*/ 1436831 w 10768629"/>
              <a:gd name="connsiteY177-4234" fmla="*/ 1856201 h 1978172"/>
              <a:gd name="connsiteX178-4235" fmla="*/ 1357365 w 10768629"/>
              <a:gd name="connsiteY178-4236" fmla="*/ 1832140 h 1978172"/>
              <a:gd name="connsiteX179-4237" fmla="*/ 1232341 w 10768629"/>
              <a:gd name="connsiteY179-4238" fmla="*/ 1785942 h 1978172"/>
              <a:gd name="connsiteX180-4239" fmla="*/ 1162595 w 10768629"/>
              <a:gd name="connsiteY180-4240" fmla="*/ 1758337 h 1978172"/>
              <a:gd name="connsiteX181-4241" fmla="*/ 1128523 w 10768629"/>
              <a:gd name="connsiteY181-4242" fmla="*/ 1763621 h 1978172"/>
              <a:gd name="connsiteX182-4243" fmla="*/ 991903 w 10768629"/>
              <a:gd name="connsiteY182-4244" fmla="*/ 1786741 h 1978172"/>
              <a:gd name="connsiteX183-4245" fmla="*/ 883960 w 10768629"/>
              <a:gd name="connsiteY183-4246" fmla="*/ 1822386 h 1978172"/>
              <a:gd name="connsiteX184-4247" fmla="*/ 766531 w 10768629"/>
              <a:gd name="connsiteY184-4248" fmla="*/ 1805053 h 1978172"/>
              <a:gd name="connsiteX185-4249" fmla="*/ 669779 w 10768629"/>
              <a:gd name="connsiteY185-4250" fmla="*/ 1800537 h 1978172"/>
              <a:gd name="connsiteX186-4251" fmla="*/ 523898 w 10768629"/>
              <a:gd name="connsiteY186-4252" fmla="*/ 1811085 h 1978172"/>
              <a:gd name="connsiteX187-4253" fmla="*/ 360251 w 10768629"/>
              <a:gd name="connsiteY187-4254" fmla="*/ 1830735 h 1978172"/>
              <a:gd name="connsiteX188-4255" fmla="*/ 255207 w 10768629"/>
              <a:gd name="connsiteY188-4256" fmla="*/ 1818275 h 1978172"/>
              <a:gd name="connsiteX189-4257" fmla="*/ 101803 w 10768629"/>
              <a:gd name="connsiteY189-4258" fmla="*/ 1870647 h 1978172"/>
              <a:gd name="connsiteX190-4259" fmla="*/ 25397 w 10768629"/>
              <a:gd name="connsiteY190-4260" fmla="*/ 1888443 h 1978172"/>
              <a:gd name="connsiteX191-4261" fmla="*/ 2370 w 10768629"/>
              <a:gd name="connsiteY191-4262" fmla="*/ 1878311 h 1978172"/>
              <a:gd name="connsiteX192-4263" fmla="*/ 0 w 10768629"/>
              <a:gd name="connsiteY192-4264" fmla="*/ 1878785 h 1978172"/>
              <a:gd name="connsiteX193-4265" fmla="*/ 0 w 10768629"/>
              <a:gd name="connsiteY193-4266" fmla="*/ 0 h 1978172"/>
              <a:gd name="connsiteX0-4267" fmla="*/ 0 w 10768629"/>
              <a:gd name="connsiteY0-4268" fmla="*/ 0 h 1978172"/>
              <a:gd name="connsiteX1-4269" fmla="*/ 10768629 w 10768629"/>
              <a:gd name="connsiteY1-4270" fmla="*/ 0 h 1978172"/>
              <a:gd name="connsiteX2-4271" fmla="*/ 10733254 w 10768629"/>
              <a:gd name="connsiteY2-4272" fmla="*/ 31439 h 1978172"/>
              <a:gd name="connsiteX3-4273" fmla="*/ 10727085 w 10768629"/>
              <a:gd name="connsiteY3-4274" fmla="*/ 37910 h 1978172"/>
              <a:gd name="connsiteX4-4275" fmla="*/ 10675953 w 10768629"/>
              <a:gd name="connsiteY4-4276" fmla="*/ 68623 h 1978172"/>
              <a:gd name="connsiteX5-4277" fmla="*/ 10637091 w 10768629"/>
              <a:gd name="connsiteY5-4278" fmla="*/ 90361 h 1978172"/>
              <a:gd name="connsiteX6-4279" fmla="*/ 10610971 w 10768629"/>
              <a:gd name="connsiteY6-4280" fmla="*/ 110764 h 1978172"/>
              <a:gd name="connsiteX7-4281" fmla="*/ 10532872 w 10768629"/>
              <a:gd name="connsiteY7-4282" fmla="*/ 138028 h 1978172"/>
              <a:gd name="connsiteX8-4283" fmla="*/ 10398558 w 10768629"/>
              <a:gd name="connsiteY8-4284" fmla="*/ 172911 h 1978172"/>
              <a:gd name="connsiteX9-4285" fmla="*/ 10371128 w 10768629"/>
              <a:gd name="connsiteY9-4286" fmla="*/ 182609 h 1978172"/>
              <a:gd name="connsiteX10-4287" fmla="*/ 10352178 w 10768629"/>
              <a:gd name="connsiteY10-4288" fmla="*/ 199976 h 1978172"/>
              <a:gd name="connsiteX11-4289" fmla="*/ 10351815 w 10768629"/>
              <a:gd name="connsiteY11-4290" fmla="*/ 211879 h 1978172"/>
              <a:gd name="connsiteX12-4291" fmla="*/ 10337471 w 10768629"/>
              <a:gd name="connsiteY12-4292" fmla="*/ 218661 h 1978172"/>
              <a:gd name="connsiteX13-4293" fmla="*/ 10334625 w 10768629"/>
              <a:gd name="connsiteY13-4294" fmla="*/ 222351 h 1978172"/>
              <a:gd name="connsiteX14-4295" fmla="*/ 10256365 w 10768629"/>
              <a:gd name="connsiteY14-4296" fmla="*/ 235917 h 1978172"/>
              <a:gd name="connsiteX15-4297" fmla="*/ 10201127 w 10768629"/>
              <a:gd name="connsiteY15-4298" fmla="*/ 267448 h 1978172"/>
              <a:gd name="connsiteX16-4299" fmla="*/ 9961218 w 10768629"/>
              <a:gd name="connsiteY16-4300" fmla="*/ 326720 h 1978172"/>
              <a:gd name="connsiteX17-4301" fmla="*/ 9859715 w 10768629"/>
              <a:gd name="connsiteY17-4302" fmla="*/ 355698 h 1978172"/>
              <a:gd name="connsiteX18-4303" fmla="*/ 9679867 w 10768629"/>
              <a:gd name="connsiteY18-4304" fmla="*/ 399081 h 1978172"/>
              <a:gd name="connsiteX19-4305" fmla="*/ 9490654 w 10768629"/>
              <a:gd name="connsiteY19-4306" fmla="*/ 455225 h 1978172"/>
              <a:gd name="connsiteX20-4307" fmla="*/ 9470837 w 10768629"/>
              <a:gd name="connsiteY20-4308" fmla="*/ 452539 h 1978172"/>
              <a:gd name="connsiteX21-4309" fmla="*/ 9469082 w 10768629"/>
              <a:gd name="connsiteY21-4310" fmla="*/ 454891 h 1978172"/>
              <a:gd name="connsiteX22-4311" fmla="*/ 9448038 w 10768629"/>
              <a:gd name="connsiteY22-4312" fmla="*/ 459733 h 1978172"/>
              <a:gd name="connsiteX23-4313" fmla="*/ 9396821 w 10768629"/>
              <a:gd name="connsiteY23-4314" fmla="*/ 455795 h 1978172"/>
              <a:gd name="connsiteX24-4315" fmla="*/ 9392197 w 10768629"/>
              <a:gd name="connsiteY24-4316" fmla="*/ 459796 h 1978172"/>
              <a:gd name="connsiteX25-4317" fmla="*/ 9347994 w 10768629"/>
              <a:gd name="connsiteY25-4318" fmla="*/ 464462 h 1978172"/>
              <a:gd name="connsiteX26-4319" fmla="*/ 9347889 w 10768629"/>
              <a:gd name="connsiteY26-4320" fmla="*/ 466539 h 1978172"/>
              <a:gd name="connsiteX27-4321" fmla="*/ 9337639 w 10768629"/>
              <a:gd name="connsiteY27-4322" fmla="*/ 476654 h 1978172"/>
              <a:gd name="connsiteX28-4323" fmla="*/ 9316893 w 10768629"/>
              <a:gd name="connsiteY28-4324" fmla="*/ 491390 h 1978172"/>
              <a:gd name="connsiteX29-4325" fmla="*/ 9229283 w 10768629"/>
              <a:gd name="connsiteY29-4326" fmla="*/ 555377 h 1978172"/>
              <a:gd name="connsiteX30-4327" fmla="*/ 9220274 w 10768629"/>
              <a:gd name="connsiteY30-4328" fmla="*/ 557502 h 1978172"/>
              <a:gd name="connsiteX31-4329" fmla="*/ 9220202 w 10768629"/>
              <a:gd name="connsiteY31-4330" fmla="*/ 558001 h 1978172"/>
              <a:gd name="connsiteX32-4331" fmla="*/ 9210908 w 10768629"/>
              <a:gd name="connsiteY32-4332" fmla="*/ 561147 h 1978172"/>
              <a:gd name="connsiteX33-4333" fmla="*/ 9186374 w 10768629"/>
              <a:gd name="connsiteY33-4334" fmla="*/ 565502 h 1978172"/>
              <a:gd name="connsiteX34-4335" fmla="*/ 9181058 w 10768629"/>
              <a:gd name="connsiteY34-4336" fmla="*/ 569943 h 1978172"/>
              <a:gd name="connsiteX35-4337" fmla="*/ 9179948 w 10768629"/>
              <a:gd name="connsiteY35-4338" fmla="*/ 576062 h 1978172"/>
              <a:gd name="connsiteX36-4339" fmla="*/ 9149110 w 10768629"/>
              <a:gd name="connsiteY36-4340" fmla="*/ 598906 h 1978172"/>
              <a:gd name="connsiteX37-4341" fmla="*/ 9078556 w 10768629"/>
              <a:gd name="connsiteY37-4342" fmla="*/ 644039 h 1978172"/>
              <a:gd name="connsiteX38-4343" fmla="*/ 8996399 w 10768629"/>
              <a:gd name="connsiteY38-4344" fmla="*/ 690055 h 1978172"/>
              <a:gd name="connsiteX39-4345" fmla="*/ 8803791 w 10768629"/>
              <a:gd name="connsiteY39-4346" fmla="*/ 813860 h 1978172"/>
              <a:gd name="connsiteX40-4347" fmla="*/ 8636202 w 10768629"/>
              <a:gd name="connsiteY40-4348" fmla="*/ 848463 h 1978172"/>
              <a:gd name="connsiteX41-4349" fmla="*/ 8555372 w 10768629"/>
              <a:gd name="connsiteY41-4350" fmla="*/ 883171 h 1978172"/>
              <a:gd name="connsiteX42-4351" fmla="*/ 8507229 w 10768629"/>
              <a:gd name="connsiteY42-4352" fmla="*/ 901665 h 1978172"/>
              <a:gd name="connsiteX43-4353" fmla="*/ 8428473 w 10768629"/>
              <a:gd name="connsiteY43-4354" fmla="*/ 927985 h 1978172"/>
              <a:gd name="connsiteX44-4355" fmla="*/ 8427914 w 10768629"/>
              <a:gd name="connsiteY44-4356" fmla="*/ 933480 h 1978172"/>
              <a:gd name="connsiteX45-4357" fmla="*/ 8420327 w 10768629"/>
              <a:gd name="connsiteY45-4358" fmla="*/ 941984 h 1978172"/>
              <a:gd name="connsiteX46-4359" fmla="*/ 8407128 w 10768629"/>
              <a:gd name="connsiteY46-4360" fmla="*/ 961344 h 1978172"/>
              <a:gd name="connsiteX47-4361" fmla="*/ 8380548 w 10768629"/>
              <a:gd name="connsiteY47-4362" fmla="*/ 987916 h 1978172"/>
              <a:gd name="connsiteX48-4363" fmla="*/ 8379462 w 10768629"/>
              <a:gd name="connsiteY48-4364" fmla="*/ 987106 h 1978172"/>
              <a:gd name="connsiteX49-4365" fmla="*/ 8369725 w 10768629"/>
              <a:gd name="connsiteY49-4366" fmla="*/ 989186 h 1978172"/>
              <a:gd name="connsiteX50-4367" fmla="*/ 8304438 w 10768629"/>
              <a:gd name="connsiteY50-4368" fmla="*/ 996739 h 1978172"/>
              <a:gd name="connsiteX51-4369" fmla="*/ 8280929 w 10768629"/>
              <a:gd name="connsiteY51-4370" fmla="*/ 1023089 h 1978172"/>
              <a:gd name="connsiteX52-4371" fmla="*/ 8275760 w 10768629"/>
              <a:gd name="connsiteY52-4372" fmla="*/ 1027772 h 1978172"/>
              <a:gd name="connsiteX53-4373" fmla="*/ 8275478 w 10768629"/>
              <a:gd name="connsiteY53-4374" fmla="*/ 1027605 h 1978172"/>
              <a:gd name="connsiteX54-4375" fmla="*/ 8269666 w 10768629"/>
              <a:gd name="connsiteY54-4376" fmla="*/ 1032033 h 1978172"/>
              <a:gd name="connsiteX55-4377" fmla="*/ 8203836 w 10768629"/>
              <a:gd name="connsiteY55-4378" fmla="*/ 1037347 h 1978172"/>
              <a:gd name="connsiteX56-4379" fmla="*/ 8122936 w 10768629"/>
              <a:gd name="connsiteY56-4380" fmla="*/ 1063113 h 1978172"/>
              <a:gd name="connsiteX57-4381" fmla="*/ 8043658 w 10768629"/>
              <a:gd name="connsiteY57-4382" fmla="*/ 1092746 h 1978172"/>
              <a:gd name="connsiteX58-4383" fmla="*/ 8015351 w 10768629"/>
              <a:gd name="connsiteY58-4384" fmla="*/ 1105478 h 1978172"/>
              <a:gd name="connsiteX59-4385" fmla="*/ 7963145 w 10768629"/>
              <a:gd name="connsiteY59-4386" fmla="*/ 1119346 h 1978172"/>
              <a:gd name="connsiteX60-4387" fmla="*/ 7938145 w 10768629"/>
              <a:gd name="connsiteY60-4388" fmla="*/ 1120225 h 1978172"/>
              <a:gd name="connsiteX61-4389" fmla="*/ 7937238 w 10768629"/>
              <a:gd name="connsiteY61-4390" fmla="*/ 1121204 h 1978172"/>
              <a:gd name="connsiteX62-4391" fmla="*/ 7934398 w 10768629"/>
              <a:gd name="connsiteY62-4392" fmla="*/ 1118240 h 1978172"/>
              <a:gd name="connsiteX63-4393" fmla="*/ 7918248 w 10768629"/>
              <a:gd name="connsiteY63-4394" fmla="*/ 1124371 h 1978172"/>
              <a:gd name="connsiteX64-4395" fmla="*/ 7914119 w 10768629"/>
              <a:gd name="connsiteY64-4396" fmla="*/ 1127653 h 1978172"/>
              <a:gd name="connsiteX65-4397" fmla="*/ 7907658 w 10768629"/>
              <a:gd name="connsiteY65-4398" fmla="*/ 1130350 h 1978172"/>
              <a:gd name="connsiteX66-4399" fmla="*/ 7907434 w 10768629"/>
              <a:gd name="connsiteY66-4400" fmla="*/ 1130103 h 1978172"/>
              <a:gd name="connsiteX67-4401" fmla="*/ 7901508 w 10768629"/>
              <a:gd name="connsiteY67-4402" fmla="*/ 1133245 h 1978172"/>
              <a:gd name="connsiteX68-4403" fmla="*/ 7873287 w 10768629"/>
              <a:gd name="connsiteY68-4404" fmla="*/ 1152609 h 1978172"/>
              <a:gd name="connsiteX69-4405" fmla="*/ 7834833 w 10768629"/>
              <a:gd name="connsiteY69-4406" fmla="*/ 1153868 h 1978172"/>
              <a:gd name="connsiteX70-4407" fmla="*/ 7828661 w 10768629"/>
              <a:gd name="connsiteY70-4408" fmla="*/ 1139994 h 1978172"/>
              <a:gd name="connsiteX71-4409" fmla="*/ 7823966 w 10768629"/>
              <a:gd name="connsiteY71-4410" fmla="*/ 1143178 h 1978172"/>
              <a:gd name="connsiteX72-4411" fmla="*/ 7815078 w 10768629"/>
              <a:gd name="connsiteY72-4412" fmla="*/ 1151776 h 1978172"/>
              <a:gd name="connsiteX73-4413" fmla="*/ 7812026 w 10768629"/>
              <a:gd name="connsiteY73-4414" fmla="*/ 1151522 h 1978172"/>
              <a:gd name="connsiteX74-4415" fmla="*/ 7782249 w 10768629"/>
              <a:gd name="connsiteY74-4416" fmla="*/ 1160970 h 1978172"/>
              <a:gd name="connsiteX75-4417" fmla="*/ 7773476 w 10768629"/>
              <a:gd name="connsiteY75-4418" fmla="*/ 1157414 h 1978172"/>
              <a:gd name="connsiteX76-4419" fmla="*/ 7769600 w 10768629"/>
              <a:gd name="connsiteY76-4420" fmla="*/ 1157365 h 1978172"/>
              <a:gd name="connsiteX77-4421" fmla="*/ 7752631 w 10768629"/>
              <a:gd name="connsiteY77-4422" fmla="*/ 1172815 h 1978172"/>
              <a:gd name="connsiteX78-4423" fmla="*/ 7743525 w 10768629"/>
              <a:gd name="connsiteY78-4424" fmla="*/ 1179064 h 1978172"/>
              <a:gd name="connsiteX79-4425" fmla="*/ 7685942 w 10768629"/>
              <a:gd name="connsiteY79-4426" fmla="*/ 1233723 h 1978172"/>
              <a:gd name="connsiteX80-4427" fmla="*/ 7586920 w 10768629"/>
              <a:gd name="connsiteY80-4428" fmla="*/ 1261888 h 1978172"/>
              <a:gd name="connsiteX81-4429" fmla="*/ 7486100 w 10768629"/>
              <a:gd name="connsiteY81-4430" fmla="*/ 1292563 h 1978172"/>
              <a:gd name="connsiteX82-4431" fmla="*/ 7407190 w 10768629"/>
              <a:gd name="connsiteY82-4432" fmla="*/ 1314737 h 1978172"/>
              <a:gd name="connsiteX83-4433" fmla="*/ 7240698 w 10768629"/>
              <a:gd name="connsiteY83-4434" fmla="*/ 1438832 h 1978172"/>
              <a:gd name="connsiteX84-4435" fmla="*/ 7197675 w 10768629"/>
              <a:gd name="connsiteY84-4436" fmla="*/ 1447530 h 1978172"/>
              <a:gd name="connsiteX85-4437" fmla="*/ 7164788 w 10768629"/>
              <a:gd name="connsiteY85-4438" fmla="*/ 1480293 h 1978172"/>
              <a:gd name="connsiteX86-4439" fmla="*/ 7147929 w 10768629"/>
              <a:gd name="connsiteY86-4440" fmla="*/ 1477641 h 1978172"/>
              <a:gd name="connsiteX87-4441" fmla="*/ 7144965 w 10768629"/>
              <a:gd name="connsiteY87-4442" fmla="*/ 1476908 h 1978172"/>
              <a:gd name="connsiteX88-4443" fmla="*/ 7134299 w 10768629"/>
              <a:gd name="connsiteY88-4444" fmla="*/ 1479969 h 1978172"/>
              <a:gd name="connsiteX89-4445" fmla="*/ 7129809 w 10768629"/>
              <a:gd name="connsiteY89-4446" fmla="*/ 1473339 h 1978172"/>
              <a:gd name="connsiteX90-4447" fmla="*/ 7112688 w 10768629"/>
              <a:gd name="connsiteY90-4448" fmla="*/ 1472575 h 1978172"/>
              <a:gd name="connsiteX91-4449" fmla="*/ 7093470 w 10768629"/>
              <a:gd name="connsiteY91-4450" fmla="*/ 1480300 h 1978172"/>
              <a:gd name="connsiteX92-4451" fmla="*/ 7025034 w 10768629"/>
              <a:gd name="connsiteY92-4452" fmla="*/ 1506934 h 1978172"/>
              <a:gd name="connsiteX93-4453" fmla="*/ 7014783 w 10768629"/>
              <a:gd name="connsiteY93-4454" fmla="*/ 1515868 h 1978172"/>
              <a:gd name="connsiteX94-4455" fmla="*/ 6979706 w 10768629"/>
              <a:gd name="connsiteY94-4456" fmla="*/ 1523511 h 1978172"/>
              <a:gd name="connsiteX95-4457" fmla="*/ 6977890 w 10768629"/>
              <a:gd name="connsiteY95-4458" fmla="*/ 1525793 h 1978172"/>
              <a:gd name="connsiteX96-4459" fmla="*/ 6944339 w 10768629"/>
              <a:gd name="connsiteY96-4460" fmla="*/ 1536237 h 1978172"/>
              <a:gd name="connsiteX97-4461" fmla="*/ 6886996 w 10768629"/>
              <a:gd name="connsiteY97-4462" fmla="*/ 1563569 h 1978172"/>
              <a:gd name="connsiteX98-4463" fmla="*/ 6874510 w 10768629"/>
              <a:gd name="connsiteY98-4464" fmla="*/ 1558469 h 1978172"/>
              <a:gd name="connsiteX99-4465" fmla="*/ 6871943 w 10768629"/>
              <a:gd name="connsiteY99-4466" fmla="*/ 1554651 h 1978172"/>
              <a:gd name="connsiteX100-4467" fmla="*/ 6856174 w 10768629"/>
              <a:gd name="connsiteY100-4468" fmla="*/ 1562024 h 1978172"/>
              <a:gd name="connsiteX101-4469" fmla="*/ 6842321 w 10768629"/>
              <a:gd name="connsiteY101-4470" fmla="*/ 1560554 h 1978172"/>
              <a:gd name="connsiteX102-4471" fmla="*/ 6832713 w 10768629"/>
              <a:gd name="connsiteY102-4472" fmla="*/ 1569357 h 1978172"/>
              <a:gd name="connsiteX103-4473" fmla="*/ 6816351 w 10768629"/>
              <a:gd name="connsiteY103-4474" fmla="*/ 1571495 h 1978172"/>
              <a:gd name="connsiteX104-4475" fmla="*/ 6795800 w 10768629"/>
              <a:gd name="connsiteY104-4476" fmla="*/ 1572010 h 1978172"/>
              <a:gd name="connsiteX105-4477" fmla="*/ 6777546 w 10768629"/>
              <a:gd name="connsiteY105-4478" fmla="*/ 1568661 h 1978172"/>
              <a:gd name="connsiteX106-4479" fmla="*/ 6751528 w 10768629"/>
              <a:gd name="connsiteY106-4480" fmla="*/ 1574143 h 1978172"/>
              <a:gd name="connsiteX107-4481" fmla="*/ 6691966 w 10768629"/>
              <a:gd name="connsiteY107-4482" fmla="*/ 1582255 h 1978172"/>
              <a:gd name="connsiteX108-4483" fmla="*/ 6646941 w 10768629"/>
              <a:gd name="connsiteY108-4484" fmla="*/ 1588471 h 1978172"/>
              <a:gd name="connsiteX109-4485" fmla="*/ 6568576 w 10768629"/>
              <a:gd name="connsiteY109-4486" fmla="*/ 1606488 h 1978172"/>
              <a:gd name="connsiteX110-4487" fmla="*/ 6554358 w 10768629"/>
              <a:gd name="connsiteY110-4488" fmla="*/ 1621701 h 1978172"/>
              <a:gd name="connsiteX111-4489" fmla="*/ 6516968 w 10768629"/>
              <a:gd name="connsiteY111-4490" fmla="*/ 1617195 h 1978172"/>
              <a:gd name="connsiteX112-4491" fmla="*/ 6506479 w 10768629"/>
              <a:gd name="connsiteY112-4492" fmla="*/ 1602227 h 1978172"/>
              <a:gd name="connsiteX113-4493" fmla="*/ 6458436 w 10768629"/>
              <a:gd name="connsiteY113-4494" fmla="*/ 1607332 h 1978172"/>
              <a:gd name="connsiteX114-4495" fmla="*/ 6414786 w 10768629"/>
              <a:gd name="connsiteY114-4496" fmla="*/ 1628815 h 1978172"/>
              <a:gd name="connsiteX115-4497" fmla="*/ 6357085 w 10768629"/>
              <a:gd name="connsiteY115-4498" fmla="*/ 1640846 h 1978172"/>
              <a:gd name="connsiteX116-4499" fmla="*/ 6322636 w 10768629"/>
              <a:gd name="connsiteY116-4500" fmla="*/ 1648213 h 1978172"/>
              <a:gd name="connsiteX117-4501" fmla="*/ 6226172 w 10768629"/>
              <a:gd name="connsiteY117-4502" fmla="*/ 1654676 h 1978172"/>
              <a:gd name="connsiteX118-4503" fmla="*/ 6221217 w 10768629"/>
              <a:gd name="connsiteY118-4504" fmla="*/ 1654506 h 1978172"/>
              <a:gd name="connsiteX119-4505" fmla="*/ 6204956 w 10768629"/>
              <a:gd name="connsiteY119-4506" fmla="*/ 1664280 h 1978172"/>
              <a:gd name="connsiteX120-4507" fmla="*/ 6204270 w 10768629"/>
              <a:gd name="connsiteY120-4508" fmla="*/ 1666782 h 1978172"/>
              <a:gd name="connsiteX121-4509" fmla="*/ 6143810 w 10768629"/>
              <a:gd name="connsiteY121-4510" fmla="*/ 1661963 h 1978172"/>
              <a:gd name="connsiteX122-4511" fmla="*/ 6136560 w 10768629"/>
              <a:gd name="connsiteY122-4512" fmla="*/ 1665728 h 1978172"/>
              <a:gd name="connsiteX123-4513" fmla="*/ 6096155 w 10768629"/>
              <a:gd name="connsiteY123-4514" fmla="*/ 1656951 h 1978172"/>
              <a:gd name="connsiteX124-4515" fmla="*/ 6075812 w 10768629"/>
              <a:gd name="connsiteY124-4516" fmla="*/ 1655422 h 1978172"/>
              <a:gd name="connsiteX125-4517" fmla="*/ 6039495 w 10768629"/>
              <a:gd name="connsiteY125-4518" fmla="*/ 1649680 h 1978172"/>
              <a:gd name="connsiteX126-4519" fmla="*/ 6036523 w 10768629"/>
              <a:gd name="connsiteY126-4520" fmla="*/ 1652121 h 1978172"/>
              <a:gd name="connsiteX127-4521" fmla="*/ 6029328 w 10768629"/>
              <a:gd name="connsiteY127-4522" fmla="*/ 1649904 h 1978172"/>
              <a:gd name="connsiteX128-4523" fmla="*/ 6024075 w 10768629"/>
              <a:gd name="connsiteY128-4524" fmla="*/ 1652779 h 1978172"/>
              <a:gd name="connsiteX129-4525" fmla="*/ 6018085 w 10768629"/>
              <a:gd name="connsiteY129-4526" fmla="*/ 1652030 h 1978172"/>
              <a:gd name="connsiteX130-4527" fmla="*/ 5955513 w 10768629"/>
              <a:gd name="connsiteY130-4528" fmla="*/ 1663584 h 1978172"/>
              <a:gd name="connsiteX131-4529" fmla="*/ 5941996 w 10768629"/>
              <a:gd name="connsiteY131-4530" fmla="*/ 1661326 h 1978172"/>
              <a:gd name="connsiteX132-4531" fmla="*/ 5931789 w 10768629"/>
              <a:gd name="connsiteY132-4532" fmla="*/ 1669915 h 1978172"/>
              <a:gd name="connsiteX133-4533" fmla="*/ 5888686 w 10768629"/>
              <a:gd name="connsiteY133-4534" fmla="*/ 1672175 h 1978172"/>
              <a:gd name="connsiteX134-4535" fmla="*/ 5873794 w 10768629"/>
              <a:gd name="connsiteY134-4536" fmla="*/ 1665454 h 1978172"/>
              <a:gd name="connsiteX135-4537" fmla="*/ 5860022 w 10768629"/>
              <a:gd name="connsiteY135-4538" fmla="*/ 1660635 h 1978172"/>
              <a:gd name="connsiteX136-4539" fmla="*/ 5858237 w 10768629"/>
              <a:gd name="connsiteY136-4540" fmla="*/ 1660649 h 1978172"/>
              <a:gd name="connsiteX137-4541" fmla="*/ 5840319 w 10768629"/>
              <a:gd name="connsiteY137-4542" fmla="*/ 1660798 h 1978172"/>
              <a:gd name="connsiteX138-4543" fmla="*/ 5806984 w 10768629"/>
              <a:gd name="connsiteY138-4544" fmla="*/ 1661075 h 1978172"/>
              <a:gd name="connsiteX139-4545" fmla="*/ 5742351 w 10768629"/>
              <a:gd name="connsiteY139-4546" fmla="*/ 1667489 h 1978172"/>
              <a:gd name="connsiteX140-4547" fmla="*/ 5521171 w 10768629"/>
              <a:gd name="connsiteY140-4548" fmla="*/ 1671626 h 1978172"/>
              <a:gd name="connsiteX141-4549" fmla="*/ 5457384 w 10768629"/>
              <a:gd name="connsiteY141-4550" fmla="*/ 1683952 h 1978172"/>
              <a:gd name="connsiteX142-4551" fmla="*/ 4950070 w 10768629"/>
              <a:gd name="connsiteY142-4552" fmla="*/ 1748401 h 1978172"/>
              <a:gd name="connsiteX143-4553" fmla="*/ 4872172 w 10768629"/>
              <a:gd name="connsiteY143-4554" fmla="*/ 1757222 h 1978172"/>
              <a:gd name="connsiteX144-4555" fmla="*/ 4809524 w 10768629"/>
              <a:gd name="connsiteY144-4556" fmla="*/ 1761033 h 1978172"/>
              <a:gd name="connsiteX145-4557" fmla="*/ 4759058 w 10768629"/>
              <a:gd name="connsiteY145-4558" fmla="*/ 1766533 h 1978172"/>
              <a:gd name="connsiteX146-4559" fmla="*/ 4719749 w 10768629"/>
              <a:gd name="connsiteY146-4560" fmla="*/ 1771811 h 1978172"/>
              <a:gd name="connsiteX147-4561" fmla="*/ 4568686 w 10768629"/>
              <a:gd name="connsiteY147-4562" fmla="*/ 1786141 h 1978172"/>
              <a:gd name="connsiteX148-4563" fmla="*/ 4418751 w 10768629"/>
              <a:gd name="connsiteY148-4564" fmla="*/ 1796932 h 1978172"/>
              <a:gd name="connsiteX149-4565" fmla="*/ 4378377 w 10768629"/>
              <a:gd name="connsiteY149-4566" fmla="*/ 1815528 h 1978172"/>
              <a:gd name="connsiteX150-4567" fmla="*/ 4320575 w 10768629"/>
              <a:gd name="connsiteY150-4568" fmla="*/ 1832722 h 1978172"/>
              <a:gd name="connsiteX151-4569" fmla="*/ 4220200 w 10768629"/>
              <a:gd name="connsiteY151-4570" fmla="*/ 1873173 h 1978172"/>
              <a:gd name="connsiteX152-4571" fmla="*/ 4105361 w 10768629"/>
              <a:gd name="connsiteY152-4572" fmla="*/ 1894711 h 1978172"/>
              <a:gd name="connsiteX153-4573" fmla="*/ 3973223 w 10768629"/>
              <a:gd name="connsiteY153-4574" fmla="*/ 1881015 h 1978172"/>
              <a:gd name="connsiteX154-4575" fmla="*/ 3900992 w 10768629"/>
              <a:gd name="connsiteY154-4576" fmla="*/ 1880603 h 1978172"/>
              <a:gd name="connsiteX155-4577" fmla="*/ 3662119 w 10768629"/>
              <a:gd name="connsiteY155-4578" fmla="*/ 1876289 h 1978172"/>
              <a:gd name="connsiteX156-4579" fmla="*/ 3496919 w 10768629"/>
              <a:gd name="connsiteY156-4580" fmla="*/ 1873180 h 1978172"/>
              <a:gd name="connsiteX157-4581" fmla="*/ 3449433 w 10768629"/>
              <a:gd name="connsiteY157-4582" fmla="*/ 1889681 h 1978172"/>
              <a:gd name="connsiteX158-4583" fmla="*/ 3369766 w 10768629"/>
              <a:gd name="connsiteY158-4584" fmla="*/ 1916653 h 1978172"/>
              <a:gd name="connsiteX159-4585" fmla="*/ 3290336 w 10768629"/>
              <a:gd name="connsiteY159-4586" fmla="*/ 1925039 h 1978172"/>
              <a:gd name="connsiteX160-4587" fmla="*/ 3224897 w 10768629"/>
              <a:gd name="connsiteY160-4588" fmla="*/ 1943733 h 1978172"/>
              <a:gd name="connsiteX161-4589" fmla="*/ 3161463 w 10768629"/>
              <a:gd name="connsiteY161-4590" fmla="*/ 1946591 h 1978172"/>
              <a:gd name="connsiteX162-4591" fmla="*/ 3157504 w 10768629"/>
              <a:gd name="connsiteY162-4592" fmla="*/ 1957276 h 1978172"/>
              <a:gd name="connsiteX163-4593" fmla="*/ 3115176 w 10768629"/>
              <a:gd name="connsiteY163-4594" fmla="*/ 1943459 h 1978172"/>
              <a:gd name="connsiteX164-4595" fmla="*/ 3005773 w 10768629"/>
              <a:gd name="connsiteY164-4596" fmla="*/ 1915878 h 1978172"/>
              <a:gd name="connsiteX165-4597" fmla="*/ 2897201 w 10768629"/>
              <a:gd name="connsiteY165-4598" fmla="*/ 1926772 h 1978172"/>
              <a:gd name="connsiteX166-4599" fmla="*/ 2783891 w 10768629"/>
              <a:gd name="connsiteY166-4600" fmla="*/ 1931749 h 1978172"/>
              <a:gd name="connsiteX167-4601" fmla="*/ 2712447 w 10768629"/>
              <a:gd name="connsiteY167-4602" fmla="*/ 1933044 h 1978172"/>
              <a:gd name="connsiteX168-4603" fmla="*/ 2560151 w 10768629"/>
              <a:gd name="connsiteY168-4604" fmla="*/ 1963609 h 1978172"/>
              <a:gd name="connsiteX169-4605" fmla="*/ 2367221 w 10768629"/>
              <a:gd name="connsiteY169-4606" fmla="*/ 1971884 h 1978172"/>
              <a:gd name="connsiteX170-4607" fmla="*/ 2272130 w 10768629"/>
              <a:gd name="connsiteY170-4608" fmla="*/ 1961162 h 1978172"/>
              <a:gd name="connsiteX171-4609" fmla="*/ 2189404 w 10768629"/>
              <a:gd name="connsiteY171-4610" fmla="*/ 1978172 h 1978172"/>
              <a:gd name="connsiteX172-4611" fmla="*/ 2077704 w 10768629"/>
              <a:gd name="connsiteY172-4612" fmla="*/ 1965002 h 1978172"/>
              <a:gd name="connsiteX173-4613" fmla="*/ 2033299 w 10768629"/>
              <a:gd name="connsiteY173-4614" fmla="*/ 1969042 h 1978172"/>
              <a:gd name="connsiteX174-4615" fmla="*/ 1967996 w 10768629"/>
              <a:gd name="connsiteY174-4616" fmla="*/ 1953187 h 1978172"/>
              <a:gd name="connsiteX175-4617" fmla="*/ 1855805 w 10768629"/>
              <a:gd name="connsiteY175-4618" fmla="*/ 1926082 h 1978172"/>
              <a:gd name="connsiteX176-4619" fmla="*/ 1790957 w 10768629"/>
              <a:gd name="connsiteY176-4620" fmla="*/ 1919460 h 1978172"/>
              <a:gd name="connsiteX177-4621" fmla="*/ 1613978 w 10768629"/>
              <a:gd name="connsiteY177-4622" fmla="*/ 1891581 h 1978172"/>
              <a:gd name="connsiteX178-4623" fmla="*/ 1436831 w 10768629"/>
              <a:gd name="connsiteY178-4624" fmla="*/ 1856201 h 1978172"/>
              <a:gd name="connsiteX179-4625" fmla="*/ 1357365 w 10768629"/>
              <a:gd name="connsiteY179-4626" fmla="*/ 1832140 h 1978172"/>
              <a:gd name="connsiteX180-4627" fmla="*/ 1232341 w 10768629"/>
              <a:gd name="connsiteY180-4628" fmla="*/ 1785942 h 1978172"/>
              <a:gd name="connsiteX181-4629" fmla="*/ 1162595 w 10768629"/>
              <a:gd name="connsiteY181-4630" fmla="*/ 1758337 h 1978172"/>
              <a:gd name="connsiteX182-4631" fmla="*/ 1128523 w 10768629"/>
              <a:gd name="connsiteY182-4632" fmla="*/ 1763621 h 1978172"/>
              <a:gd name="connsiteX183-4633" fmla="*/ 991903 w 10768629"/>
              <a:gd name="connsiteY183-4634" fmla="*/ 1786741 h 1978172"/>
              <a:gd name="connsiteX184-4635" fmla="*/ 883960 w 10768629"/>
              <a:gd name="connsiteY184-4636" fmla="*/ 1822386 h 1978172"/>
              <a:gd name="connsiteX185-4637" fmla="*/ 766531 w 10768629"/>
              <a:gd name="connsiteY185-4638" fmla="*/ 1805053 h 1978172"/>
              <a:gd name="connsiteX186-4639" fmla="*/ 669779 w 10768629"/>
              <a:gd name="connsiteY186-4640" fmla="*/ 1800537 h 1978172"/>
              <a:gd name="connsiteX187-4641" fmla="*/ 523898 w 10768629"/>
              <a:gd name="connsiteY187-4642" fmla="*/ 1811085 h 1978172"/>
              <a:gd name="connsiteX188-4643" fmla="*/ 360251 w 10768629"/>
              <a:gd name="connsiteY188-4644" fmla="*/ 1830735 h 1978172"/>
              <a:gd name="connsiteX189-4645" fmla="*/ 255207 w 10768629"/>
              <a:gd name="connsiteY189-4646" fmla="*/ 1818275 h 1978172"/>
              <a:gd name="connsiteX190-4647" fmla="*/ 101803 w 10768629"/>
              <a:gd name="connsiteY190-4648" fmla="*/ 1870647 h 1978172"/>
              <a:gd name="connsiteX191-4649" fmla="*/ 25397 w 10768629"/>
              <a:gd name="connsiteY191-4650" fmla="*/ 1888443 h 1978172"/>
              <a:gd name="connsiteX192-4651" fmla="*/ 2370 w 10768629"/>
              <a:gd name="connsiteY192-4652" fmla="*/ 1878311 h 1978172"/>
              <a:gd name="connsiteX193-4653" fmla="*/ 0 w 10768629"/>
              <a:gd name="connsiteY193-4654" fmla="*/ 1878785 h 1978172"/>
              <a:gd name="connsiteX194" fmla="*/ 0 w 10768629"/>
              <a:gd name="connsiteY194" fmla="*/ 0 h 1978172"/>
              <a:gd name="connsiteX0-4655" fmla="*/ 0 w 10768629"/>
              <a:gd name="connsiteY0-4656" fmla="*/ 0 h 1978172"/>
              <a:gd name="connsiteX1-4657" fmla="*/ 10768629 w 10768629"/>
              <a:gd name="connsiteY1-4658" fmla="*/ 0 h 1978172"/>
              <a:gd name="connsiteX2-4659" fmla="*/ 10733254 w 10768629"/>
              <a:gd name="connsiteY2-4660" fmla="*/ 31439 h 1978172"/>
              <a:gd name="connsiteX3-4661" fmla="*/ 10727085 w 10768629"/>
              <a:gd name="connsiteY3-4662" fmla="*/ 37910 h 1978172"/>
              <a:gd name="connsiteX4-4663" fmla="*/ 10675953 w 10768629"/>
              <a:gd name="connsiteY4-4664" fmla="*/ 68623 h 1978172"/>
              <a:gd name="connsiteX5-4665" fmla="*/ 10637091 w 10768629"/>
              <a:gd name="connsiteY5-4666" fmla="*/ 90361 h 1978172"/>
              <a:gd name="connsiteX6-4667" fmla="*/ 10610971 w 10768629"/>
              <a:gd name="connsiteY6-4668" fmla="*/ 110764 h 1978172"/>
              <a:gd name="connsiteX7-4669" fmla="*/ 10532872 w 10768629"/>
              <a:gd name="connsiteY7-4670" fmla="*/ 138028 h 1978172"/>
              <a:gd name="connsiteX8-4671" fmla="*/ 10398558 w 10768629"/>
              <a:gd name="connsiteY8-4672" fmla="*/ 172911 h 1978172"/>
              <a:gd name="connsiteX9-4673" fmla="*/ 10371128 w 10768629"/>
              <a:gd name="connsiteY9-4674" fmla="*/ 182609 h 1978172"/>
              <a:gd name="connsiteX10-4675" fmla="*/ 10352178 w 10768629"/>
              <a:gd name="connsiteY10-4676" fmla="*/ 199976 h 1978172"/>
              <a:gd name="connsiteX11-4677" fmla="*/ 10351815 w 10768629"/>
              <a:gd name="connsiteY11-4678" fmla="*/ 211879 h 1978172"/>
              <a:gd name="connsiteX12-4679" fmla="*/ 10337471 w 10768629"/>
              <a:gd name="connsiteY12-4680" fmla="*/ 218661 h 1978172"/>
              <a:gd name="connsiteX13-4681" fmla="*/ 10334625 w 10768629"/>
              <a:gd name="connsiteY13-4682" fmla="*/ 222351 h 1978172"/>
              <a:gd name="connsiteX14-4683" fmla="*/ 10256365 w 10768629"/>
              <a:gd name="connsiteY14-4684" fmla="*/ 235917 h 1978172"/>
              <a:gd name="connsiteX15-4685" fmla="*/ 10201127 w 10768629"/>
              <a:gd name="connsiteY15-4686" fmla="*/ 267448 h 1978172"/>
              <a:gd name="connsiteX16-4687" fmla="*/ 9961218 w 10768629"/>
              <a:gd name="connsiteY16-4688" fmla="*/ 326720 h 1978172"/>
              <a:gd name="connsiteX17-4689" fmla="*/ 9859715 w 10768629"/>
              <a:gd name="connsiteY17-4690" fmla="*/ 355698 h 1978172"/>
              <a:gd name="connsiteX18-4691" fmla="*/ 9679867 w 10768629"/>
              <a:gd name="connsiteY18-4692" fmla="*/ 399081 h 1978172"/>
              <a:gd name="connsiteX19-4693" fmla="*/ 9490654 w 10768629"/>
              <a:gd name="connsiteY19-4694" fmla="*/ 455225 h 1978172"/>
              <a:gd name="connsiteX20-4695" fmla="*/ 9470837 w 10768629"/>
              <a:gd name="connsiteY20-4696" fmla="*/ 452539 h 1978172"/>
              <a:gd name="connsiteX21-4697" fmla="*/ 9469082 w 10768629"/>
              <a:gd name="connsiteY21-4698" fmla="*/ 454891 h 1978172"/>
              <a:gd name="connsiteX22-4699" fmla="*/ 9448038 w 10768629"/>
              <a:gd name="connsiteY22-4700" fmla="*/ 459733 h 1978172"/>
              <a:gd name="connsiteX23-4701" fmla="*/ 9396821 w 10768629"/>
              <a:gd name="connsiteY23-4702" fmla="*/ 455795 h 1978172"/>
              <a:gd name="connsiteX24-4703" fmla="*/ 9392197 w 10768629"/>
              <a:gd name="connsiteY24-4704" fmla="*/ 459796 h 1978172"/>
              <a:gd name="connsiteX25-4705" fmla="*/ 9347994 w 10768629"/>
              <a:gd name="connsiteY25-4706" fmla="*/ 464462 h 1978172"/>
              <a:gd name="connsiteX26-4707" fmla="*/ 9347889 w 10768629"/>
              <a:gd name="connsiteY26-4708" fmla="*/ 466539 h 1978172"/>
              <a:gd name="connsiteX27-4709" fmla="*/ 9337639 w 10768629"/>
              <a:gd name="connsiteY27-4710" fmla="*/ 476654 h 1978172"/>
              <a:gd name="connsiteX28-4711" fmla="*/ 9316893 w 10768629"/>
              <a:gd name="connsiteY28-4712" fmla="*/ 491390 h 1978172"/>
              <a:gd name="connsiteX29-4713" fmla="*/ 9229283 w 10768629"/>
              <a:gd name="connsiteY29-4714" fmla="*/ 555377 h 1978172"/>
              <a:gd name="connsiteX30-4715" fmla="*/ 9220274 w 10768629"/>
              <a:gd name="connsiteY30-4716" fmla="*/ 557502 h 1978172"/>
              <a:gd name="connsiteX31-4717" fmla="*/ 9220202 w 10768629"/>
              <a:gd name="connsiteY31-4718" fmla="*/ 558001 h 1978172"/>
              <a:gd name="connsiteX32-4719" fmla="*/ 9210908 w 10768629"/>
              <a:gd name="connsiteY32-4720" fmla="*/ 561147 h 1978172"/>
              <a:gd name="connsiteX33-4721" fmla="*/ 9186374 w 10768629"/>
              <a:gd name="connsiteY33-4722" fmla="*/ 565502 h 1978172"/>
              <a:gd name="connsiteX34-4723" fmla="*/ 9181058 w 10768629"/>
              <a:gd name="connsiteY34-4724" fmla="*/ 569943 h 1978172"/>
              <a:gd name="connsiteX35-4725" fmla="*/ 9179948 w 10768629"/>
              <a:gd name="connsiteY35-4726" fmla="*/ 576062 h 1978172"/>
              <a:gd name="connsiteX36-4727" fmla="*/ 9149110 w 10768629"/>
              <a:gd name="connsiteY36-4728" fmla="*/ 598906 h 1978172"/>
              <a:gd name="connsiteX37-4729" fmla="*/ 9078556 w 10768629"/>
              <a:gd name="connsiteY37-4730" fmla="*/ 644039 h 1978172"/>
              <a:gd name="connsiteX38-4731" fmla="*/ 8996399 w 10768629"/>
              <a:gd name="connsiteY38-4732" fmla="*/ 690055 h 1978172"/>
              <a:gd name="connsiteX39-4733" fmla="*/ 8803791 w 10768629"/>
              <a:gd name="connsiteY39-4734" fmla="*/ 813860 h 1978172"/>
              <a:gd name="connsiteX40-4735" fmla="*/ 8636202 w 10768629"/>
              <a:gd name="connsiteY40-4736" fmla="*/ 848463 h 1978172"/>
              <a:gd name="connsiteX41-4737" fmla="*/ 8555372 w 10768629"/>
              <a:gd name="connsiteY41-4738" fmla="*/ 883171 h 1978172"/>
              <a:gd name="connsiteX42-4739" fmla="*/ 8507229 w 10768629"/>
              <a:gd name="connsiteY42-4740" fmla="*/ 901665 h 1978172"/>
              <a:gd name="connsiteX43-4741" fmla="*/ 8428473 w 10768629"/>
              <a:gd name="connsiteY43-4742" fmla="*/ 927985 h 1978172"/>
              <a:gd name="connsiteX44-4743" fmla="*/ 8427914 w 10768629"/>
              <a:gd name="connsiteY44-4744" fmla="*/ 933480 h 1978172"/>
              <a:gd name="connsiteX45-4745" fmla="*/ 8420327 w 10768629"/>
              <a:gd name="connsiteY45-4746" fmla="*/ 941984 h 1978172"/>
              <a:gd name="connsiteX46-4747" fmla="*/ 8407128 w 10768629"/>
              <a:gd name="connsiteY46-4748" fmla="*/ 961344 h 1978172"/>
              <a:gd name="connsiteX47-4749" fmla="*/ 8380548 w 10768629"/>
              <a:gd name="connsiteY47-4750" fmla="*/ 987916 h 1978172"/>
              <a:gd name="connsiteX48-4751" fmla="*/ 8379462 w 10768629"/>
              <a:gd name="connsiteY48-4752" fmla="*/ 987106 h 1978172"/>
              <a:gd name="connsiteX49-4753" fmla="*/ 8369725 w 10768629"/>
              <a:gd name="connsiteY49-4754" fmla="*/ 989186 h 1978172"/>
              <a:gd name="connsiteX50-4755" fmla="*/ 8304438 w 10768629"/>
              <a:gd name="connsiteY50-4756" fmla="*/ 996739 h 1978172"/>
              <a:gd name="connsiteX51-4757" fmla="*/ 8280929 w 10768629"/>
              <a:gd name="connsiteY51-4758" fmla="*/ 1023089 h 1978172"/>
              <a:gd name="connsiteX52-4759" fmla="*/ 8275760 w 10768629"/>
              <a:gd name="connsiteY52-4760" fmla="*/ 1027772 h 1978172"/>
              <a:gd name="connsiteX53-4761" fmla="*/ 8275478 w 10768629"/>
              <a:gd name="connsiteY53-4762" fmla="*/ 1027605 h 1978172"/>
              <a:gd name="connsiteX54-4763" fmla="*/ 8269666 w 10768629"/>
              <a:gd name="connsiteY54-4764" fmla="*/ 1032033 h 1978172"/>
              <a:gd name="connsiteX55-4765" fmla="*/ 8203836 w 10768629"/>
              <a:gd name="connsiteY55-4766" fmla="*/ 1037347 h 1978172"/>
              <a:gd name="connsiteX56-4767" fmla="*/ 8122936 w 10768629"/>
              <a:gd name="connsiteY56-4768" fmla="*/ 1063113 h 1978172"/>
              <a:gd name="connsiteX57-4769" fmla="*/ 8043658 w 10768629"/>
              <a:gd name="connsiteY57-4770" fmla="*/ 1092746 h 1978172"/>
              <a:gd name="connsiteX58-4771" fmla="*/ 8015351 w 10768629"/>
              <a:gd name="connsiteY58-4772" fmla="*/ 1105478 h 1978172"/>
              <a:gd name="connsiteX59-4773" fmla="*/ 7963145 w 10768629"/>
              <a:gd name="connsiteY59-4774" fmla="*/ 1119346 h 1978172"/>
              <a:gd name="connsiteX60-4775" fmla="*/ 7938145 w 10768629"/>
              <a:gd name="connsiteY60-4776" fmla="*/ 1120225 h 1978172"/>
              <a:gd name="connsiteX61-4777" fmla="*/ 7937238 w 10768629"/>
              <a:gd name="connsiteY61-4778" fmla="*/ 1121204 h 1978172"/>
              <a:gd name="connsiteX62-4779" fmla="*/ 7934398 w 10768629"/>
              <a:gd name="connsiteY62-4780" fmla="*/ 1118240 h 1978172"/>
              <a:gd name="connsiteX63-4781" fmla="*/ 7918248 w 10768629"/>
              <a:gd name="connsiteY63-4782" fmla="*/ 1124371 h 1978172"/>
              <a:gd name="connsiteX64-4783" fmla="*/ 7914119 w 10768629"/>
              <a:gd name="connsiteY64-4784" fmla="*/ 1127653 h 1978172"/>
              <a:gd name="connsiteX65-4785" fmla="*/ 7907658 w 10768629"/>
              <a:gd name="connsiteY65-4786" fmla="*/ 1130350 h 1978172"/>
              <a:gd name="connsiteX66-4787" fmla="*/ 7907434 w 10768629"/>
              <a:gd name="connsiteY66-4788" fmla="*/ 1130103 h 1978172"/>
              <a:gd name="connsiteX67-4789" fmla="*/ 7901508 w 10768629"/>
              <a:gd name="connsiteY67-4790" fmla="*/ 1133245 h 1978172"/>
              <a:gd name="connsiteX68-4791" fmla="*/ 7873287 w 10768629"/>
              <a:gd name="connsiteY68-4792" fmla="*/ 1152609 h 1978172"/>
              <a:gd name="connsiteX69-4793" fmla="*/ 7834833 w 10768629"/>
              <a:gd name="connsiteY69-4794" fmla="*/ 1153868 h 1978172"/>
              <a:gd name="connsiteX70-4795" fmla="*/ 7828661 w 10768629"/>
              <a:gd name="connsiteY70-4796" fmla="*/ 1139994 h 1978172"/>
              <a:gd name="connsiteX71-4797" fmla="*/ 7823966 w 10768629"/>
              <a:gd name="connsiteY71-4798" fmla="*/ 1143178 h 1978172"/>
              <a:gd name="connsiteX72-4799" fmla="*/ 7815078 w 10768629"/>
              <a:gd name="connsiteY72-4800" fmla="*/ 1151776 h 1978172"/>
              <a:gd name="connsiteX73-4801" fmla="*/ 7812026 w 10768629"/>
              <a:gd name="connsiteY73-4802" fmla="*/ 1151522 h 1978172"/>
              <a:gd name="connsiteX74-4803" fmla="*/ 7782249 w 10768629"/>
              <a:gd name="connsiteY74-4804" fmla="*/ 1160970 h 1978172"/>
              <a:gd name="connsiteX75-4805" fmla="*/ 7773476 w 10768629"/>
              <a:gd name="connsiteY75-4806" fmla="*/ 1157414 h 1978172"/>
              <a:gd name="connsiteX76-4807" fmla="*/ 7769600 w 10768629"/>
              <a:gd name="connsiteY76-4808" fmla="*/ 1157365 h 1978172"/>
              <a:gd name="connsiteX77-4809" fmla="*/ 7752631 w 10768629"/>
              <a:gd name="connsiteY77-4810" fmla="*/ 1172815 h 1978172"/>
              <a:gd name="connsiteX78-4811" fmla="*/ 7743525 w 10768629"/>
              <a:gd name="connsiteY78-4812" fmla="*/ 1179064 h 1978172"/>
              <a:gd name="connsiteX79-4813" fmla="*/ 7685942 w 10768629"/>
              <a:gd name="connsiteY79-4814" fmla="*/ 1233723 h 1978172"/>
              <a:gd name="connsiteX80-4815" fmla="*/ 7586920 w 10768629"/>
              <a:gd name="connsiteY80-4816" fmla="*/ 1261888 h 1978172"/>
              <a:gd name="connsiteX81-4817" fmla="*/ 7486100 w 10768629"/>
              <a:gd name="connsiteY81-4818" fmla="*/ 1292563 h 1978172"/>
              <a:gd name="connsiteX82-4819" fmla="*/ 7407190 w 10768629"/>
              <a:gd name="connsiteY82-4820" fmla="*/ 1314737 h 1978172"/>
              <a:gd name="connsiteX83-4821" fmla="*/ 7240698 w 10768629"/>
              <a:gd name="connsiteY83-4822" fmla="*/ 1438832 h 1978172"/>
              <a:gd name="connsiteX84-4823" fmla="*/ 7197675 w 10768629"/>
              <a:gd name="connsiteY84-4824" fmla="*/ 1447530 h 1978172"/>
              <a:gd name="connsiteX85-4825" fmla="*/ 7164788 w 10768629"/>
              <a:gd name="connsiteY85-4826" fmla="*/ 1480293 h 1978172"/>
              <a:gd name="connsiteX86-4827" fmla="*/ 7147929 w 10768629"/>
              <a:gd name="connsiteY86-4828" fmla="*/ 1477641 h 1978172"/>
              <a:gd name="connsiteX87-4829" fmla="*/ 7144965 w 10768629"/>
              <a:gd name="connsiteY87-4830" fmla="*/ 1476908 h 1978172"/>
              <a:gd name="connsiteX88-4831" fmla="*/ 7134299 w 10768629"/>
              <a:gd name="connsiteY88-4832" fmla="*/ 1479969 h 1978172"/>
              <a:gd name="connsiteX89-4833" fmla="*/ 7129809 w 10768629"/>
              <a:gd name="connsiteY89-4834" fmla="*/ 1473339 h 1978172"/>
              <a:gd name="connsiteX90-4835" fmla="*/ 7112688 w 10768629"/>
              <a:gd name="connsiteY90-4836" fmla="*/ 1472575 h 1978172"/>
              <a:gd name="connsiteX91-4837" fmla="*/ 7093470 w 10768629"/>
              <a:gd name="connsiteY91-4838" fmla="*/ 1480300 h 1978172"/>
              <a:gd name="connsiteX92-4839" fmla="*/ 7025034 w 10768629"/>
              <a:gd name="connsiteY92-4840" fmla="*/ 1506934 h 1978172"/>
              <a:gd name="connsiteX93-4841" fmla="*/ 7014783 w 10768629"/>
              <a:gd name="connsiteY93-4842" fmla="*/ 1515868 h 1978172"/>
              <a:gd name="connsiteX94-4843" fmla="*/ 6979706 w 10768629"/>
              <a:gd name="connsiteY94-4844" fmla="*/ 1523511 h 1978172"/>
              <a:gd name="connsiteX95-4845" fmla="*/ 6977890 w 10768629"/>
              <a:gd name="connsiteY95-4846" fmla="*/ 1525793 h 1978172"/>
              <a:gd name="connsiteX96-4847" fmla="*/ 6944339 w 10768629"/>
              <a:gd name="connsiteY96-4848" fmla="*/ 1536237 h 1978172"/>
              <a:gd name="connsiteX97-4849" fmla="*/ 6886996 w 10768629"/>
              <a:gd name="connsiteY97-4850" fmla="*/ 1563569 h 1978172"/>
              <a:gd name="connsiteX98-4851" fmla="*/ 6874510 w 10768629"/>
              <a:gd name="connsiteY98-4852" fmla="*/ 1558469 h 1978172"/>
              <a:gd name="connsiteX99-4853" fmla="*/ 6871943 w 10768629"/>
              <a:gd name="connsiteY99-4854" fmla="*/ 1554651 h 1978172"/>
              <a:gd name="connsiteX100-4855" fmla="*/ 6856174 w 10768629"/>
              <a:gd name="connsiteY100-4856" fmla="*/ 1562024 h 1978172"/>
              <a:gd name="connsiteX101-4857" fmla="*/ 6842321 w 10768629"/>
              <a:gd name="connsiteY101-4858" fmla="*/ 1560554 h 1978172"/>
              <a:gd name="connsiteX102-4859" fmla="*/ 6832713 w 10768629"/>
              <a:gd name="connsiteY102-4860" fmla="*/ 1569357 h 1978172"/>
              <a:gd name="connsiteX103-4861" fmla="*/ 6816351 w 10768629"/>
              <a:gd name="connsiteY103-4862" fmla="*/ 1571495 h 1978172"/>
              <a:gd name="connsiteX104-4863" fmla="*/ 6795800 w 10768629"/>
              <a:gd name="connsiteY104-4864" fmla="*/ 1572010 h 1978172"/>
              <a:gd name="connsiteX105-4865" fmla="*/ 6777546 w 10768629"/>
              <a:gd name="connsiteY105-4866" fmla="*/ 1568661 h 1978172"/>
              <a:gd name="connsiteX106-4867" fmla="*/ 6751528 w 10768629"/>
              <a:gd name="connsiteY106-4868" fmla="*/ 1574143 h 1978172"/>
              <a:gd name="connsiteX107-4869" fmla="*/ 6691966 w 10768629"/>
              <a:gd name="connsiteY107-4870" fmla="*/ 1582255 h 1978172"/>
              <a:gd name="connsiteX108-4871" fmla="*/ 6646941 w 10768629"/>
              <a:gd name="connsiteY108-4872" fmla="*/ 1588471 h 1978172"/>
              <a:gd name="connsiteX109-4873" fmla="*/ 6568576 w 10768629"/>
              <a:gd name="connsiteY109-4874" fmla="*/ 1606488 h 1978172"/>
              <a:gd name="connsiteX110-4875" fmla="*/ 6554358 w 10768629"/>
              <a:gd name="connsiteY110-4876" fmla="*/ 1621701 h 1978172"/>
              <a:gd name="connsiteX111-4877" fmla="*/ 6516968 w 10768629"/>
              <a:gd name="connsiteY111-4878" fmla="*/ 1617195 h 1978172"/>
              <a:gd name="connsiteX112-4879" fmla="*/ 6506479 w 10768629"/>
              <a:gd name="connsiteY112-4880" fmla="*/ 1602227 h 1978172"/>
              <a:gd name="connsiteX113-4881" fmla="*/ 6458436 w 10768629"/>
              <a:gd name="connsiteY113-4882" fmla="*/ 1607332 h 1978172"/>
              <a:gd name="connsiteX114-4883" fmla="*/ 6414786 w 10768629"/>
              <a:gd name="connsiteY114-4884" fmla="*/ 1628815 h 1978172"/>
              <a:gd name="connsiteX115-4885" fmla="*/ 6357085 w 10768629"/>
              <a:gd name="connsiteY115-4886" fmla="*/ 1640846 h 1978172"/>
              <a:gd name="connsiteX116-4887" fmla="*/ 6322636 w 10768629"/>
              <a:gd name="connsiteY116-4888" fmla="*/ 1648213 h 1978172"/>
              <a:gd name="connsiteX117-4889" fmla="*/ 6226172 w 10768629"/>
              <a:gd name="connsiteY117-4890" fmla="*/ 1654676 h 1978172"/>
              <a:gd name="connsiteX118-4891" fmla="*/ 6221217 w 10768629"/>
              <a:gd name="connsiteY118-4892" fmla="*/ 1654506 h 1978172"/>
              <a:gd name="connsiteX119-4893" fmla="*/ 6204956 w 10768629"/>
              <a:gd name="connsiteY119-4894" fmla="*/ 1664280 h 1978172"/>
              <a:gd name="connsiteX120-4895" fmla="*/ 6204270 w 10768629"/>
              <a:gd name="connsiteY120-4896" fmla="*/ 1666782 h 1978172"/>
              <a:gd name="connsiteX121-4897" fmla="*/ 6143810 w 10768629"/>
              <a:gd name="connsiteY121-4898" fmla="*/ 1661963 h 1978172"/>
              <a:gd name="connsiteX122-4899" fmla="*/ 6136560 w 10768629"/>
              <a:gd name="connsiteY122-4900" fmla="*/ 1665728 h 1978172"/>
              <a:gd name="connsiteX123-4901" fmla="*/ 6096155 w 10768629"/>
              <a:gd name="connsiteY123-4902" fmla="*/ 1656951 h 1978172"/>
              <a:gd name="connsiteX124-4903" fmla="*/ 6075812 w 10768629"/>
              <a:gd name="connsiteY124-4904" fmla="*/ 1655422 h 1978172"/>
              <a:gd name="connsiteX125-4905" fmla="*/ 6039495 w 10768629"/>
              <a:gd name="connsiteY125-4906" fmla="*/ 1649680 h 1978172"/>
              <a:gd name="connsiteX126-4907" fmla="*/ 6036523 w 10768629"/>
              <a:gd name="connsiteY126-4908" fmla="*/ 1652121 h 1978172"/>
              <a:gd name="connsiteX127-4909" fmla="*/ 6029328 w 10768629"/>
              <a:gd name="connsiteY127-4910" fmla="*/ 1649904 h 1978172"/>
              <a:gd name="connsiteX128-4911" fmla="*/ 6024075 w 10768629"/>
              <a:gd name="connsiteY128-4912" fmla="*/ 1652779 h 1978172"/>
              <a:gd name="connsiteX129-4913" fmla="*/ 6018085 w 10768629"/>
              <a:gd name="connsiteY129-4914" fmla="*/ 1652030 h 1978172"/>
              <a:gd name="connsiteX130-4915" fmla="*/ 5955513 w 10768629"/>
              <a:gd name="connsiteY130-4916" fmla="*/ 1663584 h 1978172"/>
              <a:gd name="connsiteX131-4917" fmla="*/ 5941996 w 10768629"/>
              <a:gd name="connsiteY131-4918" fmla="*/ 1661326 h 1978172"/>
              <a:gd name="connsiteX132-4919" fmla="*/ 5931789 w 10768629"/>
              <a:gd name="connsiteY132-4920" fmla="*/ 1669915 h 1978172"/>
              <a:gd name="connsiteX133-4921" fmla="*/ 5888686 w 10768629"/>
              <a:gd name="connsiteY133-4922" fmla="*/ 1672175 h 1978172"/>
              <a:gd name="connsiteX134-4923" fmla="*/ 5873794 w 10768629"/>
              <a:gd name="connsiteY134-4924" fmla="*/ 1665454 h 1978172"/>
              <a:gd name="connsiteX135-4925" fmla="*/ 5860022 w 10768629"/>
              <a:gd name="connsiteY135-4926" fmla="*/ 1660635 h 1978172"/>
              <a:gd name="connsiteX136-4927" fmla="*/ 5858237 w 10768629"/>
              <a:gd name="connsiteY136-4928" fmla="*/ 1660649 h 1978172"/>
              <a:gd name="connsiteX137-4929" fmla="*/ 5840319 w 10768629"/>
              <a:gd name="connsiteY137-4930" fmla="*/ 1660798 h 1978172"/>
              <a:gd name="connsiteX138-4931" fmla="*/ 5806984 w 10768629"/>
              <a:gd name="connsiteY138-4932" fmla="*/ 1661075 h 1978172"/>
              <a:gd name="connsiteX139-4933" fmla="*/ 5742351 w 10768629"/>
              <a:gd name="connsiteY139-4934" fmla="*/ 1667489 h 1978172"/>
              <a:gd name="connsiteX140-4935" fmla="*/ 5521171 w 10768629"/>
              <a:gd name="connsiteY140-4936" fmla="*/ 1671626 h 1978172"/>
              <a:gd name="connsiteX141-4937" fmla="*/ 5457384 w 10768629"/>
              <a:gd name="connsiteY141-4938" fmla="*/ 1683952 h 1978172"/>
              <a:gd name="connsiteX142-4939" fmla="*/ 4950070 w 10768629"/>
              <a:gd name="connsiteY142-4940" fmla="*/ 1748401 h 1978172"/>
              <a:gd name="connsiteX143-4941" fmla="*/ 4872172 w 10768629"/>
              <a:gd name="connsiteY143-4942" fmla="*/ 1757222 h 1978172"/>
              <a:gd name="connsiteX144-4943" fmla="*/ 4809524 w 10768629"/>
              <a:gd name="connsiteY144-4944" fmla="*/ 1761033 h 1978172"/>
              <a:gd name="connsiteX145-4945" fmla="*/ 4759058 w 10768629"/>
              <a:gd name="connsiteY145-4946" fmla="*/ 1766533 h 1978172"/>
              <a:gd name="connsiteX146-4947" fmla="*/ 4719749 w 10768629"/>
              <a:gd name="connsiteY146-4948" fmla="*/ 1771811 h 1978172"/>
              <a:gd name="connsiteX147-4949" fmla="*/ 4568686 w 10768629"/>
              <a:gd name="connsiteY147-4950" fmla="*/ 1786141 h 1978172"/>
              <a:gd name="connsiteX148-4951" fmla="*/ 4418751 w 10768629"/>
              <a:gd name="connsiteY148-4952" fmla="*/ 1796932 h 1978172"/>
              <a:gd name="connsiteX149-4953" fmla="*/ 4378377 w 10768629"/>
              <a:gd name="connsiteY149-4954" fmla="*/ 1815528 h 1978172"/>
              <a:gd name="connsiteX150-4955" fmla="*/ 4320575 w 10768629"/>
              <a:gd name="connsiteY150-4956" fmla="*/ 1832722 h 1978172"/>
              <a:gd name="connsiteX151-4957" fmla="*/ 4220200 w 10768629"/>
              <a:gd name="connsiteY151-4958" fmla="*/ 1873173 h 1978172"/>
              <a:gd name="connsiteX152-4959" fmla="*/ 4105361 w 10768629"/>
              <a:gd name="connsiteY152-4960" fmla="*/ 1894711 h 1978172"/>
              <a:gd name="connsiteX153-4961" fmla="*/ 3973223 w 10768629"/>
              <a:gd name="connsiteY153-4962" fmla="*/ 1881015 h 1978172"/>
              <a:gd name="connsiteX154-4963" fmla="*/ 3900992 w 10768629"/>
              <a:gd name="connsiteY154-4964" fmla="*/ 1880603 h 1978172"/>
              <a:gd name="connsiteX155-4965" fmla="*/ 3662119 w 10768629"/>
              <a:gd name="connsiteY155-4966" fmla="*/ 1876289 h 1978172"/>
              <a:gd name="connsiteX156-4967" fmla="*/ 3496919 w 10768629"/>
              <a:gd name="connsiteY156-4968" fmla="*/ 1873180 h 1978172"/>
              <a:gd name="connsiteX157-4969" fmla="*/ 3449433 w 10768629"/>
              <a:gd name="connsiteY157-4970" fmla="*/ 1889681 h 1978172"/>
              <a:gd name="connsiteX158-4971" fmla="*/ 3369766 w 10768629"/>
              <a:gd name="connsiteY158-4972" fmla="*/ 1916653 h 1978172"/>
              <a:gd name="connsiteX159-4973" fmla="*/ 3290336 w 10768629"/>
              <a:gd name="connsiteY159-4974" fmla="*/ 1925039 h 1978172"/>
              <a:gd name="connsiteX160-4975" fmla="*/ 3224897 w 10768629"/>
              <a:gd name="connsiteY160-4976" fmla="*/ 1943733 h 1978172"/>
              <a:gd name="connsiteX161-4977" fmla="*/ 3161463 w 10768629"/>
              <a:gd name="connsiteY161-4978" fmla="*/ 1946591 h 1978172"/>
              <a:gd name="connsiteX162-4979" fmla="*/ 3157504 w 10768629"/>
              <a:gd name="connsiteY162-4980" fmla="*/ 1957276 h 1978172"/>
              <a:gd name="connsiteX163-4981" fmla="*/ 3069716 w 10768629"/>
              <a:gd name="connsiteY163-4982" fmla="*/ 1930463 h 1978172"/>
              <a:gd name="connsiteX164-4983" fmla="*/ 3005773 w 10768629"/>
              <a:gd name="connsiteY164-4984" fmla="*/ 1915878 h 1978172"/>
              <a:gd name="connsiteX165-4985" fmla="*/ 2897201 w 10768629"/>
              <a:gd name="connsiteY165-4986" fmla="*/ 1926772 h 1978172"/>
              <a:gd name="connsiteX166-4987" fmla="*/ 2783891 w 10768629"/>
              <a:gd name="connsiteY166-4988" fmla="*/ 1931749 h 1978172"/>
              <a:gd name="connsiteX167-4989" fmla="*/ 2712447 w 10768629"/>
              <a:gd name="connsiteY167-4990" fmla="*/ 1933044 h 1978172"/>
              <a:gd name="connsiteX168-4991" fmla="*/ 2560151 w 10768629"/>
              <a:gd name="connsiteY168-4992" fmla="*/ 1963609 h 1978172"/>
              <a:gd name="connsiteX169-4993" fmla="*/ 2367221 w 10768629"/>
              <a:gd name="connsiteY169-4994" fmla="*/ 1971884 h 1978172"/>
              <a:gd name="connsiteX170-4995" fmla="*/ 2272130 w 10768629"/>
              <a:gd name="connsiteY170-4996" fmla="*/ 1961162 h 1978172"/>
              <a:gd name="connsiteX171-4997" fmla="*/ 2189404 w 10768629"/>
              <a:gd name="connsiteY171-4998" fmla="*/ 1978172 h 1978172"/>
              <a:gd name="connsiteX172-4999" fmla="*/ 2077704 w 10768629"/>
              <a:gd name="connsiteY172-5000" fmla="*/ 1965002 h 1978172"/>
              <a:gd name="connsiteX173-5001" fmla="*/ 2033299 w 10768629"/>
              <a:gd name="connsiteY173-5002" fmla="*/ 1969042 h 1978172"/>
              <a:gd name="connsiteX174-5003" fmla="*/ 1967996 w 10768629"/>
              <a:gd name="connsiteY174-5004" fmla="*/ 1953187 h 1978172"/>
              <a:gd name="connsiteX175-5005" fmla="*/ 1855805 w 10768629"/>
              <a:gd name="connsiteY175-5006" fmla="*/ 1926082 h 1978172"/>
              <a:gd name="connsiteX176-5007" fmla="*/ 1790957 w 10768629"/>
              <a:gd name="connsiteY176-5008" fmla="*/ 1919460 h 1978172"/>
              <a:gd name="connsiteX177-5009" fmla="*/ 1613978 w 10768629"/>
              <a:gd name="connsiteY177-5010" fmla="*/ 1891581 h 1978172"/>
              <a:gd name="connsiteX178-5011" fmla="*/ 1436831 w 10768629"/>
              <a:gd name="connsiteY178-5012" fmla="*/ 1856201 h 1978172"/>
              <a:gd name="connsiteX179-5013" fmla="*/ 1357365 w 10768629"/>
              <a:gd name="connsiteY179-5014" fmla="*/ 1832140 h 1978172"/>
              <a:gd name="connsiteX180-5015" fmla="*/ 1232341 w 10768629"/>
              <a:gd name="connsiteY180-5016" fmla="*/ 1785942 h 1978172"/>
              <a:gd name="connsiteX181-5017" fmla="*/ 1162595 w 10768629"/>
              <a:gd name="connsiteY181-5018" fmla="*/ 1758337 h 1978172"/>
              <a:gd name="connsiteX182-5019" fmla="*/ 1128523 w 10768629"/>
              <a:gd name="connsiteY182-5020" fmla="*/ 1763621 h 1978172"/>
              <a:gd name="connsiteX183-5021" fmla="*/ 991903 w 10768629"/>
              <a:gd name="connsiteY183-5022" fmla="*/ 1786741 h 1978172"/>
              <a:gd name="connsiteX184-5023" fmla="*/ 883960 w 10768629"/>
              <a:gd name="connsiteY184-5024" fmla="*/ 1822386 h 1978172"/>
              <a:gd name="connsiteX185-5025" fmla="*/ 766531 w 10768629"/>
              <a:gd name="connsiteY185-5026" fmla="*/ 1805053 h 1978172"/>
              <a:gd name="connsiteX186-5027" fmla="*/ 669779 w 10768629"/>
              <a:gd name="connsiteY186-5028" fmla="*/ 1800537 h 1978172"/>
              <a:gd name="connsiteX187-5029" fmla="*/ 523898 w 10768629"/>
              <a:gd name="connsiteY187-5030" fmla="*/ 1811085 h 1978172"/>
              <a:gd name="connsiteX188-5031" fmla="*/ 360251 w 10768629"/>
              <a:gd name="connsiteY188-5032" fmla="*/ 1830735 h 1978172"/>
              <a:gd name="connsiteX189-5033" fmla="*/ 255207 w 10768629"/>
              <a:gd name="connsiteY189-5034" fmla="*/ 1818275 h 1978172"/>
              <a:gd name="connsiteX190-5035" fmla="*/ 101803 w 10768629"/>
              <a:gd name="connsiteY190-5036" fmla="*/ 1870647 h 1978172"/>
              <a:gd name="connsiteX191-5037" fmla="*/ 25397 w 10768629"/>
              <a:gd name="connsiteY191-5038" fmla="*/ 1888443 h 1978172"/>
              <a:gd name="connsiteX192-5039" fmla="*/ 2370 w 10768629"/>
              <a:gd name="connsiteY192-5040" fmla="*/ 1878311 h 1978172"/>
              <a:gd name="connsiteX193-5041" fmla="*/ 0 w 10768629"/>
              <a:gd name="connsiteY193-5042" fmla="*/ 1878785 h 1978172"/>
              <a:gd name="connsiteX194-5043" fmla="*/ 0 w 10768629"/>
              <a:gd name="connsiteY194-5044" fmla="*/ 0 h 1978172"/>
              <a:gd name="connsiteX0-5045" fmla="*/ 0 w 10768629"/>
              <a:gd name="connsiteY0-5046" fmla="*/ 0 h 1978172"/>
              <a:gd name="connsiteX1-5047" fmla="*/ 10768629 w 10768629"/>
              <a:gd name="connsiteY1-5048" fmla="*/ 0 h 1978172"/>
              <a:gd name="connsiteX2-5049" fmla="*/ 10733254 w 10768629"/>
              <a:gd name="connsiteY2-5050" fmla="*/ 31439 h 1978172"/>
              <a:gd name="connsiteX3-5051" fmla="*/ 10727085 w 10768629"/>
              <a:gd name="connsiteY3-5052" fmla="*/ 37910 h 1978172"/>
              <a:gd name="connsiteX4-5053" fmla="*/ 10675953 w 10768629"/>
              <a:gd name="connsiteY4-5054" fmla="*/ 68623 h 1978172"/>
              <a:gd name="connsiteX5-5055" fmla="*/ 10637091 w 10768629"/>
              <a:gd name="connsiteY5-5056" fmla="*/ 90361 h 1978172"/>
              <a:gd name="connsiteX6-5057" fmla="*/ 10610971 w 10768629"/>
              <a:gd name="connsiteY6-5058" fmla="*/ 110764 h 1978172"/>
              <a:gd name="connsiteX7-5059" fmla="*/ 10532872 w 10768629"/>
              <a:gd name="connsiteY7-5060" fmla="*/ 138028 h 1978172"/>
              <a:gd name="connsiteX8-5061" fmla="*/ 10398558 w 10768629"/>
              <a:gd name="connsiteY8-5062" fmla="*/ 172911 h 1978172"/>
              <a:gd name="connsiteX9-5063" fmla="*/ 10371128 w 10768629"/>
              <a:gd name="connsiteY9-5064" fmla="*/ 182609 h 1978172"/>
              <a:gd name="connsiteX10-5065" fmla="*/ 10352178 w 10768629"/>
              <a:gd name="connsiteY10-5066" fmla="*/ 199976 h 1978172"/>
              <a:gd name="connsiteX11-5067" fmla="*/ 10351815 w 10768629"/>
              <a:gd name="connsiteY11-5068" fmla="*/ 211879 h 1978172"/>
              <a:gd name="connsiteX12-5069" fmla="*/ 10337471 w 10768629"/>
              <a:gd name="connsiteY12-5070" fmla="*/ 218661 h 1978172"/>
              <a:gd name="connsiteX13-5071" fmla="*/ 10334625 w 10768629"/>
              <a:gd name="connsiteY13-5072" fmla="*/ 222351 h 1978172"/>
              <a:gd name="connsiteX14-5073" fmla="*/ 10256365 w 10768629"/>
              <a:gd name="connsiteY14-5074" fmla="*/ 235917 h 1978172"/>
              <a:gd name="connsiteX15-5075" fmla="*/ 10201127 w 10768629"/>
              <a:gd name="connsiteY15-5076" fmla="*/ 267448 h 1978172"/>
              <a:gd name="connsiteX16-5077" fmla="*/ 9961218 w 10768629"/>
              <a:gd name="connsiteY16-5078" fmla="*/ 326720 h 1978172"/>
              <a:gd name="connsiteX17-5079" fmla="*/ 9859715 w 10768629"/>
              <a:gd name="connsiteY17-5080" fmla="*/ 355698 h 1978172"/>
              <a:gd name="connsiteX18-5081" fmla="*/ 9679867 w 10768629"/>
              <a:gd name="connsiteY18-5082" fmla="*/ 399081 h 1978172"/>
              <a:gd name="connsiteX19-5083" fmla="*/ 9490654 w 10768629"/>
              <a:gd name="connsiteY19-5084" fmla="*/ 455225 h 1978172"/>
              <a:gd name="connsiteX20-5085" fmla="*/ 9470837 w 10768629"/>
              <a:gd name="connsiteY20-5086" fmla="*/ 452539 h 1978172"/>
              <a:gd name="connsiteX21-5087" fmla="*/ 9469082 w 10768629"/>
              <a:gd name="connsiteY21-5088" fmla="*/ 454891 h 1978172"/>
              <a:gd name="connsiteX22-5089" fmla="*/ 9448038 w 10768629"/>
              <a:gd name="connsiteY22-5090" fmla="*/ 459733 h 1978172"/>
              <a:gd name="connsiteX23-5091" fmla="*/ 9396821 w 10768629"/>
              <a:gd name="connsiteY23-5092" fmla="*/ 455795 h 1978172"/>
              <a:gd name="connsiteX24-5093" fmla="*/ 9392197 w 10768629"/>
              <a:gd name="connsiteY24-5094" fmla="*/ 459796 h 1978172"/>
              <a:gd name="connsiteX25-5095" fmla="*/ 9347994 w 10768629"/>
              <a:gd name="connsiteY25-5096" fmla="*/ 464462 h 1978172"/>
              <a:gd name="connsiteX26-5097" fmla="*/ 9347889 w 10768629"/>
              <a:gd name="connsiteY26-5098" fmla="*/ 466539 h 1978172"/>
              <a:gd name="connsiteX27-5099" fmla="*/ 9337639 w 10768629"/>
              <a:gd name="connsiteY27-5100" fmla="*/ 476654 h 1978172"/>
              <a:gd name="connsiteX28-5101" fmla="*/ 9316893 w 10768629"/>
              <a:gd name="connsiteY28-5102" fmla="*/ 491390 h 1978172"/>
              <a:gd name="connsiteX29-5103" fmla="*/ 9229283 w 10768629"/>
              <a:gd name="connsiteY29-5104" fmla="*/ 555377 h 1978172"/>
              <a:gd name="connsiteX30-5105" fmla="*/ 9220274 w 10768629"/>
              <a:gd name="connsiteY30-5106" fmla="*/ 557502 h 1978172"/>
              <a:gd name="connsiteX31-5107" fmla="*/ 9220202 w 10768629"/>
              <a:gd name="connsiteY31-5108" fmla="*/ 558001 h 1978172"/>
              <a:gd name="connsiteX32-5109" fmla="*/ 9210908 w 10768629"/>
              <a:gd name="connsiteY32-5110" fmla="*/ 561147 h 1978172"/>
              <a:gd name="connsiteX33-5111" fmla="*/ 9186374 w 10768629"/>
              <a:gd name="connsiteY33-5112" fmla="*/ 565502 h 1978172"/>
              <a:gd name="connsiteX34-5113" fmla="*/ 9181058 w 10768629"/>
              <a:gd name="connsiteY34-5114" fmla="*/ 569943 h 1978172"/>
              <a:gd name="connsiteX35-5115" fmla="*/ 9179948 w 10768629"/>
              <a:gd name="connsiteY35-5116" fmla="*/ 576062 h 1978172"/>
              <a:gd name="connsiteX36-5117" fmla="*/ 9149110 w 10768629"/>
              <a:gd name="connsiteY36-5118" fmla="*/ 598906 h 1978172"/>
              <a:gd name="connsiteX37-5119" fmla="*/ 9078556 w 10768629"/>
              <a:gd name="connsiteY37-5120" fmla="*/ 644039 h 1978172"/>
              <a:gd name="connsiteX38-5121" fmla="*/ 8996399 w 10768629"/>
              <a:gd name="connsiteY38-5122" fmla="*/ 690055 h 1978172"/>
              <a:gd name="connsiteX39-5123" fmla="*/ 8803791 w 10768629"/>
              <a:gd name="connsiteY39-5124" fmla="*/ 813860 h 1978172"/>
              <a:gd name="connsiteX40-5125" fmla="*/ 8636202 w 10768629"/>
              <a:gd name="connsiteY40-5126" fmla="*/ 848463 h 1978172"/>
              <a:gd name="connsiteX41-5127" fmla="*/ 8555372 w 10768629"/>
              <a:gd name="connsiteY41-5128" fmla="*/ 883171 h 1978172"/>
              <a:gd name="connsiteX42-5129" fmla="*/ 8507229 w 10768629"/>
              <a:gd name="connsiteY42-5130" fmla="*/ 901665 h 1978172"/>
              <a:gd name="connsiteX43-5131" fmla="*/ 8428473 w 10768629"/>
              <a:gd name="connsiteY43-5132" fmla="*/ 927985 h 1978172"/>
              <a:gd name="connsiteX44-5133" fmla="*/ 8427914 w 10768629"/>
              <a:gd name="connsiteY44-5134" fmla="*/ 933480 h 1978172"/>
              <a:gd name="connsiteX45-5135" fmla="*/ 8420327 w 10768629"/>
              <a:gd name="connsiteY45-5136" fmla="*/ 941984 h 1978172"/>
              <a:gd name="connsiteX46-5137" fmla="*/ 8407128 w 10768629"/>
              <a:gd name="connsiteY46-5138" fmla="*/ 961344 h 1978172"/>
              <a:gd name="connsiteX47-5139" fmla="*/ 8380548 w 10768629"/>
              <a:gd name="connsiteY47-5140" fmla="*/ 987916 h 1978172"/>
              <a:gd name="connsiteX48-5141" fmla="*/ 8379462 w 10768629"/>
              <a:gd name="connsiteY48-5142" fmla="*/ 987106 h 1978172"/>
              <a:gd name="connsiteX49-5143" fmla="*/ 8369725 w 10768629"/>
              <a:gd name="connsiteY49-5144" fmla="*/ 989186 h 1978172"/>
              <a:gd name="connsiteX50-5145" fmla="*/ 8304438 w 10768629"/>
              <a:gd name="connsiteY50-5146" fmla="*/ 996739 h 1978172"/>
              <a:gd name="connsiteX51-5147" fmla="*/ 8280929 w 10768629"/>
              <a:gd name="connsiteY51-5148" fmla="*/ 1023089 h 1978172"/>
              <a:gd name="connsiteX52-5149" fmla="*/ 8275760 w 10768629"/>
              <a:gd name="connsiteY52-5150" fmla="*/ 1027772 h 1978172"/>
              <a:gd name="connsiteX53-5151" fmla="*/ 8275478 w 10768629"/>
              <a:gd name="connsiteY53-5152" fmla="*/ 1027605 h 1978172"/>
              <a:gd name="connsiteX54-5153" fmla="*/ 8269666 w 10768629"/>
              <a:gd name="connsiteY54-5154" fmla="*/ 1032033 h 1978172"/>
              <a:gd name="connsiteX55-5155" fmla="*/ 8203836 w 10768629"/>
              <a:gd name="connsiteY55-5156" fmla="*/ 1037347 h 1978172"/>
              <a:gd name="connsiteX56-5157" fmla="*/ 8122936 w 10768629"/>
              <a:gd name="connsiteY56-5158" fmla="*/ 1063113 h 1978172"/>
              <a:gd name="connsiteX57-5159" fmla="*/ 8043658 w 10768629"/>
              <a:gd name="connsiteY57-5160" fmla="*/ 1092746 h 1978172"/>
              <a:gd name="connsiteX58-5161" fmla="*/ 8015351 w 10768629"/>
              <a:gd name="connsiteY58-5162" fmla="*/ 1105478 h 1978172"/>
              <a:gd name="connsiteX59-5163" fmla="*/ 7963145 w 10768629"/>
              <a:gd name="connsiteY59-5164" fmla="*/ 1119346 h 1978172"/>
              <a:gd name="connsiteX60-5165" fmla="*/ 7938145 w 10768629"/>
              <a:gd name="connsiteY60-5166" fmla="*/ 1120225 h 1978172"/>
              <a:gd name="connsiteX61-5167" fmla="*/ 7937238 w 10768629"/>
              <a:gd name="connsiteY61-5168" fmla="*/ 1121204 h 1978172"/>
              <a:gd name="connsiteX62-5169" fmla="*/ 7934398 w 10768629"/>
              <a:gd name="connsiteY62-5170" fmla="*/ 1118240 h 1978172"/>
              <a:gd name="connsiteX63-5171" fmla="*/ 7918248 w 10768629"/>
              <a:gd name="connsiteY63-5172" fmla="*/ 1124371 h 1978172"/>
              <a:gd name="connsiteX64-5173" fmla="*/ 7914119 w 10768629"/>
              <a:gd name="connsiteY64-5174" fmla="*/ 1127653 h 1978172"/>
              <a:gd name="connsiteX65-5175" fmla="*/ 7907658 w 10768629"/>
              <a:gd name="connsiteY65-5176" fmla="*/ 1130350 h 1978172"/>
              <a:gd name="connsiteX66-5177" fmla="*/ 7907434 w 10768629"/>
              <a:gd name="connsiteY66-5178" fmla="*/ 1130103 h 1978172"/>
              <a:gd name="connsiteX67-5179" fmla="*/ 7901508 w 10768629"/>
              <a:gd name="connsiteY67-5180" fmla="*/ 1133245 h 1978172"/>
              <a:gd name="connsiteX68-5181" fmla="*/ 7873287 w 10768629"/>
              <a:gd name="connsiteY68-5182" fmla="*/ 1152609 h 1978172"/>
              <a:gd name="connsiteX69-5183" fmla="*/ 7834833 w 10768629"/>
              <a:gd name="connsiteY69-5184" fmla="*/ 1153868 h 1978172"/>
              <a:gd name="connsiteX70-5185" fmla="*/ 7828661 w 10768629"/>
              <a:gd name="connsiteY70-5186" fmla="*/ 1139994 h 1978172"/>
              <a:gd name="connsiteX71-5187" fmla="*/ 7823966 w 10768629"/>
              <a:gd name="connsiteY71-5188" fmla="*/ 1143178 h 1978172"/>
              <a:gd name="connsiteX72-5189" fmla="*/ 7815078 w 10768629"/>
              <a:gd name="connsiteY72-5190" fmla="*/ 1151776 h 1978172"/>
              <a:gd name="connsiteX73-5191" fmla="*/ 7812026 w 10768629"/>
              <a:gd name="connsiteY73-5192" fmla="*/ 1151522 h 1978172"/>
              <a:gd name="connsiteX74-5193" fmla="*/ 7782249 w 10768629"/>
              <a:gd name="connsiteY74-5194" fmla="*/ 1160970 h 1978172"/>
              <a:gd name="connsiteX75-5195" fmla="*/ 7773476 w 10768629"/>
              <a:gd name="connsiteY75-5196" fmla="*/ 1157414 h 1978172"/>
              <a:gd name="connsiteX76-5197" fmla="*/ 7769600 w 10768629"/>
              <a:gd name="connsiteY76-5198" fmla="*/ 1157365 h 1978172"/>
              <a:gd name="connsiteX77-5199" fmla="*/ 7752631 w 10768629"/>
              <a:gd name="connsiteY77-5200" fmla="*/ 1172815 h 1978172"/>
              <a:gd name="connsiteX78-5201" fmla="*/ 7743525 w 10768629"/>
              <a:gd name="connsiteY78-5202" fmla="*/ 1179064 h 1978172"/>
              <a:gd name="connsiteX79-5203" fmla="*/ 7685942 w 10768629"/>
              <a:gd name="connsiteY79-5204" fmla="*/ 1233723 h 1978172"/>
              <a:gd name="connsiteX80-5205" fmla="*/ 7586920 w 10768629"/>
              <a:gd name="connsiteY80-5206" fmla="*/ 1261888 h 1978172"/>
              <a:gd name="connsiteX81-5207" fmla="*/ 7486100 w 10768629"/>
              <a:gd name="connsiteY81-5208" fmla="*/ 1292563 h 1978172"/>
              <a:gd name="connsiteX82-5209" fmla="*/ 7407190 w 10768629"/>
              <a:gd name="connsiteY82-5210" fmla="*/ 1314737 h 1978172"/>
              <a:gd name="connsiteX83-5211" fmla="*/ 7240698 w 10768629"/>
              <a:gd name="connsiteY83-5212" fmla="*/ 1438832 h 1978172"/>
              <a:gd name="connsiteX84-5213" fmla="*/ 7197675 w 10768629"/>
              <a:gd name="connsiteY84-5214" fmla="*/ 1447530 h 1978172"/>
              <a:gd name="connsiteX85-5215" fmla="*/ 7164788 w 10768629"/>
              <a:gd name="connsiteY85-5216" fmla="*/ 1480293 h 1978172"/>
              <a:gd name="connsiteX86-5217" fmla="*/ 7147929 w 10768629"/>
              <a:gd name="connsiteY86-5218" fmla="*/ 1477641 h 1978172"/>
              <a:gd name="connsiteX87-5219" fmla="*/ 7144965 w 10768629"/>
              <a:gd name="connsiteY87-5220" fmla="*/ 1476908 h 1978172"/>
              <a:gd name="connsiteX88-5221" fmla="*/ 7134299 w 10768629"/>
              <a:gd name="connsiteY88-5222" fmla="*/ 1479969 h 1978172"/>
              <a:gd name="connsiteX89-5223" fmla="*/ 7129809 w 10768629"/>
              <a:gd name="connsiteY89-5224" fmla="*/ 1473339 h 1978172"/>
              <a:gd name="connsiteX90-5225" fmla="*/ 7112688 w 10768629"/>
              <a:gd name="connsiteY90-5226" fmla="*/ 1472575 h 1978172"/>
              <a:gd name="connsiteX91-5227" fmla="*/ 7093470 w 10768629"/>
              <a:gd name="connsiteY91-5228" fmla="*/ 1480300 h 1978172"/>
              <a:gd name="connsiteX92-5229" fmla="*/ 7025034 w 10768629"/>
              <a:gd name="connsiteY92-5230" fmla="*/ 1506934 h 1978172"/>
              <a:gd name="connsiteX93-5231" fmla="*/ 7014783 w 10768629"/>
              <a:gd name="connsiteY93-5232" fmla="*/ 1515868 h 1978172"/>
              <a:gd name="connsiteX94-5233" fmla="*/ 6979706 w 10768629"/>
              <a:gd name="connsiteY94-5234" fmla="*/ 1523511 h 1978172"/>
              <a:gd name="connsiteX95-5235" fmla="*/ 6977890 w 10768629"/>
              <a:gd name="connsiteY95-5236" fmla="*/ 1525793 h 1978172"/>
              <a:gd name="connsiteX96-5237" fmla="*/ 6944339 w 10768629"/>
              <a:gd name="connsiteY96-5238" fmla="*/ 1536237 h 1978172"/>
              <a:gd name="connsiteX97-5239" fmla="*/ 6886996 w 10768629"/>
              <a:gd name="connsiteY97-5240" fmla="*/ 1563569 h 1978172"/>
              <a:gd name="connsiteX98-5241" fmla="*/ 6874510 w 10768629"/>
              <a:gd name="connsiteY98-5242" fmla="*/ 1558469 h 1978172"/>
              <a:gd name="connsiteX99-5243" fmla="*/ 6871943 w 10768629"/>
              <a:gd name="connsiteY99-5244" fmla="*/ 1554651 h 1978172"/>
              <a:gd name="connsiteX100-5245" fmla="*/ 6856174 w 10768629"/>
              <a:gd name="connsiteY100-5246" fmla="*/ 1562024 h 1978172"/>
              <a:gd name="connsiteX101-5247" fmla="*/ 6842321 w 10768629"/>
              <a:gd name="connsiteY101-5248" fmla="*/ 1560554 h 1978172"/>
              <a:gd name="connsiteX102-5249" fmla="*/ 6832713 w 10768629"/>
              <a:gd name="connsiteY102-5250" fmla="*/ 1569357 h 1978172"/>
              <a:gd name="connsiteX103-5251" fmla="*/ 6816351 w 10768629"/>
              <a:gd name="connsiteY103-5252" fmla="*/ 1571495 h 1978172"/>
              <a:gd name="connsiteX104-5253" fmla="*/ 6795800 w 10768629"/>
              <a:gd name="connsiteY104-5254" fmla="*/ 1572010 h 1978172"/>
              <a:gd name="connsiteX105-5255" fmla="*/ 6777546 w 10768629"/>
              <a:gd name="connsiteY105-5256" fmla="*/ 1568661 h 1978172"/>
              <a:gd name="connsiteX106-5257" fmla="*/ 6751528 w 10768629"/>
              <a:gd name="connsiteY106-5258" fmla="*/ 1574143 h 1978172"/>
              <a:gd name="connsiteX107-5259" fmla="*/ 6691966 w 10768629"/>
              <a:gd name="connsiteY107-5260" fmla="*/ 1582255 h 1978172"/>
              <a:gd name="connsiteX108-5261" fmla="*/ 6646941 w 10768629"/>
              <a:gd name="connsiteY108-5262" fmla="*/ 1588471 h 1978172"/>
              <a:gd name="connsiteX109-5263" fmla="*/ 6568576 w 10768629"/>
              <a:gd name="connsiteY109-5264" fmla="*/ 1606488 h 1978172"/>
              <a:gd name="connsiteX110-5265" fmla="*/ 6554358 w 10768629"/>
              <a:gd name="connsiteY110-5266" fmla="*/ 1621701 h 1978172"/>
              <a:gd name="connsiteX111-5267" fmla="*/ 6516968 w 10768629"/>
              <a:gd name="connsiteY111-5268" fmla="*/ 1617195 h 1978172"/>
              <a:gd name="connsiteX112-5269" fmla="*/ 6506479 w 10768629"/>
              <a:gd name="connsiteY112-5270" fmla="*/ 1602227 h 1978172"/>
              <a:gd name="connsiteX113-5271" fmla="*/ 6458436 w 10768629"/>
              <a:gd name="connsiteY113-5272" fmla="*/ 1607332 h 1978172"/>
              <a:gd name="connsiteX114-5273" fmla="*/ 6414786 w 10768629"/>
              <a:gd name="connsiteY114-5274" fmla="*/ 1628815 h 1978172"/>
              <a:gd name="connsiteX115-5275" fmla="*/ 6357085 w 10768629"/>
              <a:gd name="connsiteY115-5276" fmla="*/ 1640846 h 1978172"/>
              <a:gd name="connsiteX116-5277" fmla="*/ 6322636 w 10768629"/>
              <a:gd name="connsiteY116-5278" fmla="*/ 1648213 h 1978172"/>
              <a:gd name="connsiteX117-5279" fmla="*/ 6226172 w 10768629"/>
              <a:gd name="connsiteY117-5280" fmla="*/ 1654676 h 1978172"/>
              <a:gd name="connsiteX118-5281" fmla="*/ 6221217 w 10768629"/>
              <a:gd name="connsiteY118-5282" fmla="*/ 1654506 h 1978172"/>
              <a:gd name="connsiteX119-5283" fmla="*/ 6204956 w 10768629"/>
              <a:gd name="connsiteY119-5284" fmla="*/ 1664280 h 1978172"/>
              <a:gd name="connsiteX120-5285" fmla="*/ 6204270 w 10768629"/>
              <a:gd name="connsiteY120-5286" fmla="*/ 1666782 h 1978172"/>
              <a:gd name="connsiteX121-5287" fmla="*/ 6143810 w 10768629"/>
              <a:gd name="connsiteY121-5288" fmla="*/ 1661963 h 1978172"/>
              <a:gd name="connsiteX122-5289" fmla="*/ 6136560 w 10768629"/>
              <a:gd name="connsiteY122-5290" fmla="*/ 1665728 h 1978172"/>
              <a:gd name="connsiteX123-5291" fmla="*/ 6096155 w 10768629"/>
              <a:gd name="connsiteY123-5292" fmla="*/ 1656951 h 1978172"/>
              <a:gd name="connsiteX124-5293" fmla="*/ 6075812 w 10768629"/>
              <a:gd name="connsiteY124-5294" fmla="*/ 1655422 h 1978172"/>
              <a:gd name="connsiteX125-5295" fmla="*/ 6039495 w 10768629"/>
              <a:gd name="connsiteY125-5296" fmla="*/ 1649680 h 1978172"/>
              <a:gd name="connsiteX126-5297" fmla="*/ 6036523 w 10768629"/>
              <a:gd name="connsiteY126-5298" fmla="*/ 1652121 h 1978172"/>
              <a:gd name="connsiteX127-5299" fmla="*/ 6029328 w 10768629"/>
              <a:gd name="connsiteY127-5300" fmla="*/ 1649904 h 1978172"/>
              <a:gd name="connsiteX128-5301" fmla="*/ 6024075 w 10768629"/>
              <a:gd name="connsiteY128-5302" fmla="*/ 1652779 h 1978172"/>
              <a:gd name="connsiteX129-5303" fmla="*/ 6018085 w 10768629"/>
              <a:gd name="connsiteY129-5304" fmla="*/ 1652030 h 1978172"/>
              <a:gd name="connsiteX130-5305" fmla="*/ 5955513 w 10768629"/>
              <a:gd name="connsiteY130-5306" fmla="*/ 1663584 h 1978172"/>
              <a:gd name="connsiteX131-5307" fmla="*/ 5941996 w 10768629"/>
              <a:gd name="connsiteY131-5308" fmla="*/ 1661326 h 1978172"/>
              <a:gd name="connsiteX132-5309" fmla="*/ 5931789 w 10768629"/>
              <a:gd name="connsiteY132-5310" fmla="*/ 1669915 h 1978172"/>
              <a:gd name="connsiteX133-5311" fmla="*/ 5888686 w 10768629"/>
              <a:gd name="connsiteY133-5312" fmla="*/ 1672175 h 1978172"/>
              <a:gd name="connsiteX134-5313" fmla="*/ 5873794 w 10768629"/>
              <a:gd name="connsiteY134-5314" fmla="*/ 1665454 h 1978172"/>
              <a:gd name="connsiteX135-5315" fmla="*/ 5860022 w 10768629"/>
              <a:gd name="connsiteY135-5316" fmla="*/ 1660635 h 1978172"/>
              <a:gd name="connsiteX136-5317" fmla="*/ 5858237 w 10768629"/>
              <a:gd name="connsiteY136-5318" fmla="*/ 1660649 h 1978172"/>
              <a:gd name="connsiteX137-5319" fmla="*/ 5840319 w 10768629"/>
              <a:gd name="connsiteY137-5320" fmla="*/ 1660798 h 1978172"/>
              <a:gd name="connsiteX138-5321" fmla="*/ 5806984 w 10768629"/>
              <a:gd name="connsiteY138-5322" fmla="*/ 1661075 h 1978172"/>
              <a:gd name="connsiteX139-5323" fmla="*/ 5742351 w 10768629"/>
              <a:gd name="connsiteY139-5324" fmla="*/ 1667489 h 1978172"/>
              <a:gd name="connsiteX140-5325" fmla="*/ 5521171 w 10768629"/>
              <a:gd name="connsiteY140-5326" fmla="*/ 1671626 h 1978172"/>
              <a:gd name="connsiteX141-5327" fmla="*/ 5457384 w 10768629"/>
              <a:gd name="connsiteY141-5328" fmla="*/ 1683952 h 1978172"/>
              <a:gd name="connsiteX142-5329" fmla="*/ 4950070 w 10768629"/>
              <a:gd name="connsiteY142-5330" fmla="*/ 1748401 h 1978172"/>
              <a:gd name="connsiteX143-5331" fmla="*/ 4872172 w 10768629"/>
              <a:gd name="connsiteY143-5332" fmla="*/ 1757222 h 1978172"/>
              <a:gd name="connsiteX144-5333" fmla="*/ 4809524 w 10768629"/>
              <a:gd name="connsiteY144-5334" fmla="*/ 1761033 h 1978172"/>
              <a:gd name="connsiteX145-5335" fmla="*/ 4759058 w 10768629"/>
              <a:gd name="connsiteY145-5336" fmla="*/ 1766533 h 1978172"/>
              <a:gd name="connsiteX146-5337" fmla="*/ 4719749 w 10768629"/>
              <a:gd name="connsiteY146-5338" fmla="*/ 1771811 h 1978172"/>
              <a:gd name="connsiteX147-5339" fmla="*/ 4568686 w 10768629"/>
              <a:gd name="connsiteY147-5340" fmla="*/ 1786141 h 1978172"/>
              <a:gd name="connsiteX148-5341" fmla="*/ 4418751 w 10768629"/>
              <a:gd name="connsiteY148-5342" fmla="*/ 1796932 h 1978172"/>
              <a:gd name="connsiteX149-5343" fmla="*/ 4378377 w 10768629"/>
              <a:gd name="connsiteY149-5344" fmla="*/ 1815528 h 1978172"/>
              <a:gd name="connsiteX150-5345" fmla="*/ 4320575 w 10768629"/>
              <a:gd name="connsiteY150-5346" fmla="*/ 1832722 h 1978172"/>
              <a:gd name="connsiteX151-5347" fmla="*/ 4220200 w 10768629"/>
              <a:gd name="connsiteY151-5348" fmla="*/ 1873173 h 1978172"/>
              <a:gd name="connsiteX152-5349" fmla="*/ 4105361 w 10768629"/>
              <a:gd name="connsiteY152-5350" fmla="*/ 1894711 h 1978172"/>
              <a:gd name="connsiteX153-5351" fmla="*/ 3973223 w 10768629"/>
              <a:gd name="connsiteY153-5352" fmla="*/ 1881015 h 1978172"/>
              <a:gd name="connsiteX154-5353" fmla="*/ 3900992 w 10768629"/>
              <a:gd name="connsiteY154-5354" fmla="*/ 1880603 h 1978172"/>
              <a:gd name="connsiteX155-5355" fmla="*/ 3662119 w 10768629"/>
              <a:gd name="connsiteY155-5356" fmla="*/ 1876289 h 1978172"/>
              <a:gd name="connsiteX156-5357" fmla="*/ 3496919 w 10768629"/>
              <a:gd name="connsiteY156-5358" fmla="*/ 1873180 h 1978172"/>
              <a:gd name="connsiteX157-5359" fmla="*/ 3449433 w 10768629"/>
              <a:gd name="connsiteY157-5360" fmla="*/ 1889681 h 1978172"/>
              <a:gd name="connsiteX158-5361" fmla="*/ 3369766 w 10768629"/>
              <a:gd name="connsiteY158-5362" fmla="*/ 1916653 h 1978172"/>
              <a:gd name="connsiteX159-5363" fmla="*/ 3290336 w 10768629"/>
              <a:gd name="connsiteY159-5364" fmla="*/ 1925039 h 1978172"/>
              <a:gd name="connsiteX160-5365" fmla="*/ 3224897 w 10768629"/>
              <a:gd name="connsiteY160-5366" fmla="*/ 1943733 h 1978172"/>
              <a:gd name="connsiteX161-5367" fmla="*/ 3161463 w 10768629"/>
              <a:gd name="connsiteY161-5368" fmla="*/ 1946591 h 1978172"/>
              <a:gd name="connsiteX162-5369" fmla="*/ 3112044 w 10768629"/>
              <a:gd name="connsiteY162-5370" fmla="*/ 1935614 h 1978172"/>
              <a:gd name="connsiteX163-5371" fmla="*/ 3069716 w 10768629"/>
              <a:gd name="connsiteY163-5372" fmla="*/ 1930463 h 1978172"/>
              <a:gd name="connsiteX164-5373" fmla="*/ 3005773 w 10768629"/>
              <a:gd name="connsiteY164-5374" fmla="*/ 1915878 h 1978172"/>
              <a:gd name="connsiteX165-5375" fmla="*/ 2897201 w 10768629"/>
              <a:gd name="connsiteY165-5376" fmla="*/ 1926772 h 1978172"/>
              <a:gd name="connsiteX166-5377" fmla="*/ 2783891 w 10768629"/>
              <a:gd name="connsiteY166-5378" fmla="*/ 1931749 h 1978172"/>
              <a:gd name="connsiteX167-5379" fmla="*/ 2712447 w 10768629"/>
              <a:gd name="connsiteY167-5380" fmla="*/ 1933044 h 1978172"/>
              <a:gd name="connsiteX168-5381" fmla="*/ 2560151 w 10768629"/>
              <a:gd name="connsiteY168-5382" fmla="*/ 1963609 h 1978172"/>
              <a:gd name="connsiteX169-5383" fmla="*/ 2367221 w 10768629"/>
              <a:gd name="connsiteY169-5384" fmla="*/ 1971884 h 1978172"/>
              <a:gd name="connsiteX170-5385" fmla="*/ 2272130 w 10768629"/>
              <a:gd name="connsiteY170-5386" fmla="*/ 1961162 h 1978172"/>
              <a:gd name="connsiteX171-5387" fmla="*/ 2189404 w 10768629"/>
              <a:gd name="connsiteY171-5388" fmla="*/ 1978172 h 1978172"/>
              <a:gd name="connsiteX172-5389" fmla="*/ 2077704 w 10768629"/>
              <a:gd name="connsiteY172-5390" fmla="*/ 1965002 h 1978172"/>
              <a:gd name="connsiteX173-5391" fmla="*/ 2033299 w 10768629"/>
              <a:gd name="connsiteY173-5392" fmla="*/ 1969042 h 1978172"/>
              <a:gd name="connsiteX174-5393" fmla="*/ 1967996 w 10768629"/>
              <a:gd name="connsiteY174-5394" fmla="*/ 1953187 h 1978172"/>
              <a:gd name="connsiteX175-5395" fmla="*/ 1855805 w 10768629"/>
              <a:gd name="connsiteY175-5396" fmla="*/ 1926082 h 1978172"/>
              <a:gd name="connsiteX176-5397" fmla="*/ 1790957 w 10768629"/>
              <a:gd name="connsiteY176-5398" fmla="*/ 1919460 h 1978172"/>
              <a:gd name="connsiteX177-5399" fmla="*/ 1613978 w 10768629"/>
              <a:gd name="connsiteY177-5400" fmla="*/ 1891581 h 1978172"/>
              <a:gd name="connsiteX178-5401" fmla="*/ 1436831 w 10768629"/>
              <a:gd name="connsiteY178-5402" fmla="*/ 1856201 h 1978172"/>
              <a:gd name="connsiteX179-5403" fmla="*/ 1357365 w 10768629"/>
              <a:gd name="connsiteY179-5404" fmla="*/ 1832140 h 1978172"/>
              <a:gd name="connsiteX180-5405" fmla="*/ 1232341 w 10768629"/>
              <a:gd name="connsiteY180-5406" fmla="*/ 1785942 h 1978172"/>
              <a:gd name="connsiteX181-5407" fmla="*/ 1162595 w 10768629"/>
              <a:gd name="connsiteY181-5408" fmla="*/ 1758337 h 1978172"/>
              <a:gd name="connsiteX182-5409" fmla="*/ 1128523 w 10768629"/>
              <a:gd name="connsiteY182-5410" fmla="*/ 1763621 h 1978172"/>
              <a:gd name="connsiteX183-5411" fmla="*/ 991903 w 10768629"/>
              <a:gd name="connsiteY183-5412" fmla="*/ 1786741 h 1978172"/>
              <a:gd name="connsiteX184-5413" fmla="*/ 883960 w 10768629"/>
              <a:gd name="connsiteY184-5414" fmla="*/ 1822386 h 1978172"/>
              <a:gd name="connsiteX185-5415" fmla="*/ 766531 w 10768629"/>
              <a:gd name="connsiteY185-5416" fmla="*/ 1805053 h 1978172"/>
              <a:gd name="connsiteX186-5417" fmla="*/ 669779 w 10768629"/>
              <a:gd name="connsiteY186-5418" fmla="*/ 1800537 h 1978172"/>
              <a:gd name="connsiteX187-5419" fmla="*/ 523898 w 10768629"/>
              <a:gd name="connsiteY187-5420" fmla="*/ 1811085 h 1978172"/>
              <a:gd name="connsiteX188-5421" fmla="*/ 360251 w 10768629"/>
              <a:gd name="connsiteY188-5422" fmla="*/ 1830735 h 1978172"/>
              <a:gd name="connsiteX189-5423" fmla="*/ 255207 w 10768629"/>
              <a:gd name="connsiteY189-5424" fmla="*/ 1818275 h 1978172"/>
              <a:gd name="connsiteX190-5425" fmla="*/ 101803 w 10768629"/>
              <a:gd name="connsiteY190-5426" fmla="*/ 1870647 h 1978172"/>
              <a:gd name="connsiteX191-5427" fmla="*/ 25397 w 10768629"/>
              <a:gd name="connsiteY191-5428" fmla="*/ 1888443 h 1978172"/>
              <a:gd name="connsiteX192-5429" fmla="*/ 2370 w 10768629"/>
              <a:gd name="connsiteY192-5430" fmla="*/ 1878311 h 1978172"/>
              <a:gd name="connsiteX193-5431" fmla="*/ 0 w 10768629"/>
              <a:gd name="connsiteY193-5432" fmla="*/ 1878785 h 1978172"/>
              <a:gd name="connsiteX194-5433" fmla="*/ 0 w 10768629"/>
              <a:gd name="connsiteY194-5434" fmla="*/ 0 h 1978172"/>
              <a:gd name="connsiteX0-5435" fmla="*/ 0 w 10768629"/>
              <a:gd name="connsiteY0-5436" fmla="*/ 0 h 1978172"/>
              <a:gd name="connsiteX1-5437" fmla="*/ 10768629 w 10768629"/>
              <a:gd name="connsiteY1-5438" fmla="*/ 0 h 1978172"/>
              <a:gd name="connsiteX2-5439" fmla="*/ 10733254 w 10768629"/>
              <a:gd name="connsiteY2-5440" fmla="*/ 31439 h 1978172"/>
              <a:gd name="connsiteX3-5441" fmla="*/ 10727085 w 10768629"/>
              <a:gd name="connsiteY3-5442" fmla="*/ 37910 h 1978172"/>
              <a:gd name="connsiteX4-5443" fmla="*/ 10675953 w 10768629"/>
              <a:gd name="connsiteY4-5444" fmla="*/ 68623 h 1978172"/>
              <a:gd name="connsiteX5-5445" fmla="*/ 10637091 w 10768629"/>
              <a:gd name="connsiteY5-5446" fmla="*/ 90361 h 1978172"/>
              <a:gd name="connsiteX6-5447" fmla="*/ 10610971 w 10768629"/>
              <a:gd name="connsiteY6-5448" fmla="*/ 110764 h 1978172"/>
              <a:gd name="connsiteX7-5449" fmla="*/ 10532872 w 10768629"/>
              <a:gd name="connsiteY7-5450" fmla="*/ 138028 h 1978172"/>
              <a:gd name="connsiteX8-5451" fmla="*/ 10398558 w 10768629"/>
              <a:gd name="connsiteY8-5452" fmla="*/ 172911 h 1978172"/>
              <a:gd name="connsiteX9-5453" fmla="*/ 10371128 w 10768629"/>
              <a:gd name="connsiteY9-5454" fmla="*/ 182609 h 1978172"/>
              <a:gd name="connsiteX10-5455" fmla="*/ 10352178 w 10768629"/>
              <a:gd name="connsiteY10-5456" fmla="*/ 199976 h 1978172"/>
              <a:gd name="connsiteX11-5457" fmla="*/ 10351815 w 10768629"/>
              <a:gd name="connsiteY11-5458" fmla="*/ 211879 h 1978172"/>
              <a:gd name="connsiteX12-5459" fmla="*/ 10337471 w 10768629"/>
              <a:gd name="connsiteY12-5460" fmla="*/ 218661 h 1978172"/>
              <a:gd name="connsiteX13-5461" fmla="*/ 10334625 w 10768629"/>
              <a:gd name="connsiteY13-5462" fmla="*/ 222351 h 1978172"/>
              <a:gd name="connsiteX14-5463" fmla="*/ 10256365 w 10768629"/>
              <a:gd name="connsiteY14-5464" fmla="*/ 235917 h 1978172"/>
              <a:gd name="connsiteX15-5465" fmla="*/ 10201127 w 10768629"/>
              <a:gd name="connsiteY15-5466" fmla="*/ 267448 h 1978172"/>
              <a:gd name="connsiteX16-5467" fmla="*/ 9961218 w 10768629"/>
              <a:gd name="connsiteY16-5468" fmla="*/ 326720 h 1978172"/>
              <a:gd name="connsiteX17-5469" fmla="*/ 9859715 w 10768629"/>
              <a:gd name="connsiteY17-5470" fmla="*/ 355698 h 1978172"/>
              <a:gd name="connsiteX18-5471" fmla="*/ 9679867 w 10768629"/>
              <a:gd name="connsiteY18-5472" fmla="*/ 399081 h 1978172"/>
              <a:gd name="connsiteX19-5473" fmla="*/ 9490654 w 10768629"/>
              <a:gd name="connsiteY19-5474" fmla="*/ 455225 h 1978172"/>
              <a:gd name="connsiteX20-5475" fmla="*/ 9470837 w 10768629"/>
              <a:gd name="connsiteY20-5476" fmla="*/ 452539 h 1978172"/>
              <a:gd name="connsiteX21-5477" fmla="*/ 9469082 w 10768629"/>
              <a:gd name="connsiteY21-5478" fmla="*/ 454891 h 1978172"/>
              <a:gd name="connsiteX22-5479" fmla="*/ 9448038 w 10768629"/>
              <a:gd name="connsiteY22-5480" fmla="*/ 459733 h 1978172"/>
              <a:gd name="connsiteX23-5481" fmla="*/ 9396821 w 10768629"/>
              <a:gd name="connsiteY23-5482" fmla="*/ 455795 h 1978172"/>
              <a:gd name="connsiteX24-5483" fmla="*/ 9392197 w 10768629"/>
              <a:gd name="connsiteY24-5484" fmla="*/ 459796 h 1978172"/>
              <a:gd name="connsiteX25-5485" fmla="*/ 9347994 w 10768629"/>
              <a:gd name="connsiteY25-5486" fmla="*/ 464462 h 1978172"/>
              <a:gd name="connsiteX26-5487" fmla="*/ 9347889 w 10768629"/>
              <a:gd name="connsiteY26-5488" fmla="*/ 466539 h 1978172"/>
              <a:gd name="connsiteX27-5489" fmla="*/ 9337639 w 10768629"/>
              <a:gd name="connsiteY27-5490" fmla="*/ 476654 h 1978172"/>
              <a:gd name="connsiteX28-5491" fmla="*/ 9316893 w 10768629"/>
              <a:gd name="connsiteY28-5492" fmla="*/ 491390 h 1978172"/>
              <a:gd name="connsiteX29-5493" fmla="*/ 9229283 w 10768629"/>
              <a:gd name="connsiteY29-5494" fmla="*/ 555377 h 1978172"/>
              <a:gd name="connsiteX30-5495" fmla="*/ 9220274 w 10768629"/>
              <a:gd name="connsiteY30-5496" fmla="*/ 557502 h 1978172"/>
              <a:gd name="connsiteX31-5497" fmla="*/ 9220202 w 10768629"/>
              <a:gd name="connsiteY31-5498" fmla="*/ 558001 h 1978172"/>
              <a:gd name="connsiteX32-5499" fmla="*/ 9210908 w 10768629"/>
              <a:gd name="connsiteY32-5500" fmla="*/ 561147 h 1978172"/>
              <a:gd name="connsiteX33-5501" fmla="*/ 9186374 w 10768629"/>
              <a:gd name="connsiteY33-5502" fmla="*/ 565502 h 1978172"/>
              <a:gd name="connsiteX34-5503" fmla="*/ 9181058 w 10768629"/>
              <a:gd name="connsiteY34-5504" fmla="*/ 569943 h 1978172"/>
              <a:gd name="connsiteX35-5505" fmla="*/ 9179948 w 10768629"/>
              <a:gd name="connsiteY35-5506" fmla="*/ 576062 h 1978172"/>
              <a:gd name="connsiteX36-5507" fmla="*/ 9149110 w 10768629"/>
              <a:gd name="connsiteY36-5508" fmla="*/ 598906 h 1978172"/>
              <a:gd name="connsiteX37-5509" fmla="*/ 9078556 w 10768629"/>
              <a:gd name="connsiteY37-5510" fmla="*/ 644039 h 1978172"/>
              <a:gd name="connsiteX38-5511" fmla="*/ 8996399 w 10768629"/>
              <a:gd name="connsiteY38-5512" fmla="*/ 690055 h 1978172"/>
              <a:gd name="connsiteX39-5513" fmla="*/ 8803791 w 10768629"/>
              <a:gd name="connsiteY39-5514" fmla="*/ 813860 h 1978172"/>
              <a:gd name="connsiteX40-5515" fmla="*/ 8636202 w 10768629"/>
              <a:gd name="connsiteY40-5516" fmla="*/ 848463 h 1978172"/>
              <a:gd name="connsiteX41-5517" fmla="*/ 8555372 w 10768629"/>
              <a:gd name="connsiteY41-5518" fmla="*/ 883171 h 1978172"/>
              <a:gd name="connsiteX42-5519" fmla="*/ 8507229 w 10768629"/>
              <a:gd name="connsiteY42-5520" fmla="*/ 901665 h 1978172"/>
              <a:gd name="connsiteX43-5521" fmla="*/ 8428473 w 10768629"/>
              <a:gd name="connsiteY43-5522" fmla="*/ 927985 h 1978172"/>
              <a:gd name="connsiteX44-5523" fmla="*/ 8427914 w 10768629"/>
              <a:gd name="connsiteY44-5524" fmla="*/ 933480 h 1978172"/>
              <a:gd name="connsiteX45-5525" fmla="*/ 8420327 w 10768629"/>
              <a:gd name="connsiteY45-5526" fmla="*/ 941984 h 1978172"/>
              <a:gd name="connsiteX46-5527" fmla="*/ 8407128 w 10768629"/>
              <a:gd name="connsiteY46-5528" fmla="*/ 961344 h 1978172"/>
              <a:gd name="connsiteX47-5529" fmla="*/ 8380548 w 10768629"/>
              <a:gd name="connsiteY47-5530" fmla="*/ 987916 h 1978172"/>
              <a:gd name="connsiteX48-5531" fmla="*/ 8379462 w 10768629"/>
              <a:gd name="connsiteY48-5532" fmla="*/ 987106 h 1978172"/>
              <a:gd name="connsiteX49-5533" fmla="*/ 8369725 w 10768629"/>
              <a:gd name="connsiteY49-5534" fmla="*/ 989186 h 1978172"/>
              <a:gd name="connsiteX50-5535" fmla="*/ 8304438 w 10768629"/>
              <a:gd name="connsiteY50-5536" fmla="*/ 996739 h 1978172"/>
              <a:gd name="connsiteX51-5537" fmla="*/ 8280929 w 10768629"/>
              <a:gd name="connsiteY51-5538" fmla="*/ 1023089 h 1978172"/>
              <a:gd name="connsiteX52-5539" fmla="*/ 8275760 w 10768629"/>
              <a:gd name="connsiteY52-5540" fmla="*/ 1027772 h 1978172"/>
              <a:gd name="connsiteX53-5541" fmla="*/ 8275478 w 10768629"/>
              <a:gd name="connsiteY53-5542" fmla="*/ 1027605 h 1978172"/>
              <a:gd name="connsiteX54-5543" fmla="*/ 8269666 w 10768629"/>
              <a:gd name="connsiteY54-5544" fmla="*/ 1032033 h 1978172"/>
              <a:gd name="connsiteX55-5545" fmla="*/ 8203836 w 10768629"/>
              <a:gd name="connsiteY55-5546" fmla="*/ 1037347 h 1978172"/>
              <a:gd name="connsiteX56-5547" fmla="*/ 8122936 w 10768629"/>
              <a:gd name="connsiteY56-5548" fmla="*/ 1063113 h 1978172"/>
              <a:gd name="connsiteX57-5549" fmla="*/ 8043658 w 10768629"/>
              <a:gd name="connsiteY57-5550" fmla="*/ 1092746 h 1978172"/>
              <a:gd name="connsiteX58-5551" fmla="*/ 8015351 w 10768629"/>
              <a:gd name="connsiteY58-5552" fmla="*/ 1105478 h 1978172"/>
              <a:gd name="connsiteX59-5553" fmla="*/ 7963145 w 10768629"/>
              <a:gd name="connsiteY59-5554" fmla="*/ 1119346 h 1978172"/>
              <a:gd name="connsiteX60-5555" fmla="*/ 7938145 w 10768629"/>
              <a:gd name="connsiteY60-5556" fmla="*/ 1120225 h 1978172"/>
              <a:gd name="connsiteX61-5557" fmla="*/ 7937238 w 10768629"/>
              <a:gd name="connsiteY61-5558" fmla="*/ 1121204 h 1978172"/>
              <a:gd name="connsiteX62-5559" fmla="*/ 7934398 w 10768629"/>
              <a:gd name="connsiteY62-5560" fmla="*/ 1118240 h 1978172"/>
              <a:gd name="connsiteX63-5561" fmla="*/ 7918248 w 10768629"/>
              <a:gd name="connsiteY63-5562" fmla="*/ 1124371 h 1978172"/>
              <a:gd name="connsiteX64-5563" fmla="*/ 7914119 w 10768629"/>
              <a:gd name="connsiteY64-5564" fmla="*/ 1127653 h 1978172"/>
              <a:gd name="connsiteX65-5565" fmla="*/ 7907658 w 10768629"/>
              <a:gd name="connsiteY65-5566" fmla="*/ 1130350 h 1978172"/>
              <a:gd name="connsiteX66-5567" fmla="*/ 7907434 w 10768629"/>
              <a:gd name="connsiteY66-5568" fmla="*/ 1130103 h 1978172"/>
              <a:gd name="connsiteX67-5569" fmla="*/ 7901508 w 10768629"/>
              <a:gd name="connsiteY67-5570" fmla="*/ 1133245 h 1978172"/>
              <a:gd name="connsiteX68-5571" fmla="*/ 7873287 w 10768629"/>
              <a:gd name="connsiteY68-5572" fmla="*/ 1152609 h 1978172"/>
              <a:gd name="connsiteX69-5573" fmla="*/ 7834833 w 10768629"/>
              <a:gd name="connsiteY69-5574" fmla="*/ 1153868 h 1978172"/>
              <a:gd name="connsiteX70-5575" fmla="*/ 7828661 w 10768629"/>
              <a:gd name="connsiteY70-5576" fmla="*/ 1139994 h 1978172"/>
              <a:gd name="connsiteX71-5577" fmla="*/ 7823966 w 10768629"/>
              <a:gd name="connsiteY71-5578" fmla="*/ 1143178 h 1978172"/>
              <a:gd name="connsiteX72-5579" fmla="*/ 7815078 w 10768629"/>
              <a:gd name="connsiteY72-5580" fmla="*/ 1151776 h 1978172"/>
              <a:gd name="connsiteX73-5581" fmla="*/ 7812026 w 10768629"/>
              <a:gd name="connsiteY73-5582" fmla="*/ 1151522 h 1978172"/>
              <a:gd name="connsiteX74-5583" fmla="*/ 7782249 w 10768629"/>
              <a:gd name="connsiteY74-5584" fmla="*/ 1160970 h 1978172"/>
              <a:gd name="connsiteX75-5585" fmla="*/ 7773476 w 10768629"/>
              <a:gd name="connsiteY75-5586" fmla="*/ 1157414 h 1978172"/>
              <a:gd name="connsiteX76-5587" fmla="*/ 7769600 w 10768629"/>
              <a:gd name="connsiteY76-5588" fmla="*/ 1157365 h 1978172"/>
              <a:gd name="connsiteX77-5589" fmla="*/ 7752631 w 10768629"/>
              <a:gd name="connsiteY77-5590" fmla="*/ 1172815 h 1978172"/>
              <a:gd name="connsiteX78-5591" fmla="*/ 7743525 w 10768629"/>
              <a:gd name="connsiteY78-5592" fmla="*/ 1179064 h 1978172"/>
              <a:gd name="connsiteX79-5593" fmla="*/ 7685942 w 10768629"/>
              <a:gd name="connsiteY79-5594" fmla="*/ 1233723 h 1978172"/>
              <a:gd name="connsiteX80-5595" fmla="*/ 7586920 w 10768629"/>
              <a:gd name="connsiteY80-5596" fmla="*/ 1261888 h 1978172"/>
              <a:gd name="connsiteX81-5597" fmla="*/ 7486100 w 10768629"/>
              <a:gd name="connsiteY81-5598" fmla="*/ 1292563 h 1978172"/>
              <a:gd name="connsiteX82-5599" fmla="*/ 7407190 w 10768629"/>
              <a:gd name="connsiteY82-5600" fmla="*/ 1314737 h 1978172"/>
              <a:gd name="connsiteX83-5601" fmla="*/ 7240698 w 10768629"/>
              <a:gd name="connsiteY83-5602" fmla="*/ 1438832 h 1978172"/>
              <a:gd name="connsiteX84-5603" fmla="*/ 7197675 w 10768629"/>
              <a:gd name="connsiteY84-5604" fmla="*/ 1447530 h 1978172"/>
              <a:gd name="connsiteX85-5605" fmla="*/ 7164788 w 10768629"/>
              <a:gd name="connsiteY85-5606" fmla="*/ 1480293 h 1978172"/>
              <a:gd name="connsiteX86-5607" fmla="*/ 7147929 w 10768629"/>
              <a:gd name="connsiteY86-5608" fmla="*/ 1477641 h 1978172"/>
              <a:gd name="connsiteX87-5609" fmla="*/ 7144965 w 10768629"/>
              <a:gd name="connsiteY87-5610" fmla="*/ 1476908 h 1978172"/>
              <a:gd name="connsiteX88-5611" fmla="*/ 7134299 w 10768629"/>
              <a:gd name="connsiteY88-5612" fmla="*/ 1479969 h 1978172"/>
              <a:gd name="connsiteX89-5613" fmla="*/ 7129809 w 10768629"/>
              <a:gd name="connsiteY89-5614" fmla="*/ 1473339 h 1978172"/>
              <a:gd name="connsiteX90-5615" fmla="*/ 7112688 w 10768629"/>
              <a:gd name="connsiteY90-5616" fmla="*/ 1472575 h 1978172"/>
              <a:gd name="connsiteX91-5617" fmla="*/ 7093470 w 10768629"/>
              <a:gd name="connsiteY91-5618" fmla="*/ 1480300 h 1978172"/>
              <a:gd name="connsiteX92-5619" fmla="*/ 7025034 w 10768629"/>
              <a:gd name="connsiteY92-5620" fmla="*/ 1506934 h 1978172"/>
              <a:gd name="connsiteX93-5621" fmla="*/ 7014783 w 10768629"/>
              <a:gd name="connsiteY93-5622" fmla="*/ 1515868 h 1978172"/>
              <a:gd name="connsiteX94-5623" fmla="*/ 6979706 w 10768629"/>
              <a:gd name="connsiteY94-5624" fmla="*/ 1523511 h 1978172"/>
              <a:gd name="connsiteX95-5625" fmla="*/ 6977890 w 10768629"/>
              <a:gd name="connsiteY95-5626" fmla="*/ 1525793 h 1978172"/>
              <a:gd name="connsiteX96-5627" fmla="*/ 6944339 w 10768629"/>
              <a:gd name="connsiteY96-5628" fmla="*/ 1536237 h 1978172"/>
              <a:gd name="connsiteX97-5629" fmla="*/ 6886996 w 10768629"/>
              <a:gd name="connsiteY97-5630" fmla="*/ 1563569 h 1978172"/>
              <a:gd name="connsiteX98-5631" fmla="*/ 6874510 w 10768629"/>
              <a:gd name="connsiteY98-5632" fmla="*/ 1558469 h 1978172"/>
              <a:gd name="connsiteX99-5633" fmla="*/ 6871943 w 10768629"/>
              <a:gd name="connsiteY99-5634" fmla="*/ 1554651 h 1978172"/>
              <a:gd name="connsiteX100-5635" fmla="*/ 6856174 w 10768629"/>
              <a:gd name="connsiteY100-5636" fmla="*/ 1562024 h 1978172"/>
              <a:gd name="connsiteX101-5637" fmla="*/ 6842321 w 10768629"/>
              <a:gd name="connsiteY101-5638" fmla="*/ 1560554 h 1978172"/>
              <a:gd name="connsiteX102-5639" fmla="*/ 6832713 w 10768629"/>
              <a:gd name="connsiteY102-5640" fmla="*/ 1569357 h 1978172"/>
              <a:gd name="connsiteX103-5641" fmla="*/ 6816351 w 10768629"/>
              <a:gd name="connsiteY103-5642" fmla="*/ 1571495 h 1978172"/>
              <a:gd name="connsiteX104-5643" fmla="*/ 6795800 w 10768629"/>
              <a:gd name="connsiteY104-5644" fmla="*/ 1572010 h 1978172"/>
              <a:gd name="connsiteX105-5645" fmla="*/ 6777546 w 10768629"/>
              <a:gd name="connsiteY105-5646" fmla="*/ 1568661 h 1978172"/>
              <a:gd name="connsiteX106-5647" fmla="*/ 6751528 w 10768629"/>
              <a:gd name="connsiteY106-5648" fmla="*/ 1574143 h 1978172"/>
              <a:gd name="connsiteX107-5649" fmla="*/ 6691966 w 10768629"/>
              <a:gd name="connsiteY107-5650" fmla="*/ 1582255 h 1978172"/>
              <a:gd name="connsiteX108-5651" fmla="*/ 6646941 w 10768629"/>
              <a:gd name="connsiteY108-5652" fmla="*/ 1588471 h 1978172"/>
              <a:gd name="connsiteX109-5653" fmla="*/ 6568576 w 10768629"/>
              <a:gd name="connsiteY109-5654" fmla="*/ 1606488 h 1978172"/>
              <a:gd name="connsiteX110-5655" fmla="*/ 6554358 w 10768629"/>
              <a:gd name="connsiteY110-5656" fmla="*/ 1621701 h 1978172"/>
              <a:gd name="connsiteX111-5657" fmla="*/ 6516968 w 10768629"/>
              <a:gd name="connsiteY111-5658" fmla="*/ 1617195 h 1978172"/>
              <a:gd name="connsiteX112-5659" fmla="*/ 6506479 w 10768629"/>
              <a:gd name="connsiteY112-5660" fmla="*/ 1602227 h 1978172"/>
              <a:gd name="connsiteX113-5661" fmla="*/ 6458436 w 10768629"/>
              <a:gd name="connsiteY113-5662" fmla="*/ 1607332 h 1978172"/>
              <a:gd name="connsiteX114-5663" fmla="*/ 6414786 w 10768629"/>
              <a:gd name="connsiteY114-5664" fmla="*/ 1628815 h 1978172"/>
              <a:gd name="connsiteX115-5665" fmla="*/ 6357085 w 10768629"/>
              <a:gd name="connsiteY115-5666" fmla="*/ 1640846 h 1978172"/>
              <a:gd name="connsiteX116-5667" fmla="*/ 6322636 w 10768629"/>
              <a:gd name="connsiteY116-5668" fmla="*/ 1648213 h 1978172"/>
              <a:gd name="connsiteX117-5669" fmla="*/ 6226172 w 10768629"/>
              <a:gd name="connsiteY117-5670" fmla="*/ 1654676 h 1978172"/>
              <a:gd name="connsiteX118-5671" fmla="*/ 6221217 w 10768629"/>
              <a:gd name="connsiteY118-5672" fmla="*/ 1654506 h 1978172"/>
              <a:gd name="connsiteX119-5673" fmla="*/ 6204956 w 10768629"/>
              <a:gd name="connsiteY119-5674" fmla="*/ 1664280 h 1978172"/>
              <a:gd name="connsiteX120-5675" fmla="*/ 6204270 w 10768629"/>
              <a:gd name="connsiteY120-5676" fmla="*/ 1666782 h 1978172"/>
              <a:gd name="connsiteX121-5677" fmla="*/ 6143810 w 10768629"/>
              <a:gd name="connsiteY121-5678" fmla="*/ 1661963 h 1978172"/>
              <a:gd name="connsiteX122-5679" fmla="*/ 6136560 w 10768629"/>
              <a:gd name="connsiteY122-5680" fmla="*/ 1665728 h 1978172"/>
              <a:gd name="connsiteX123-5681" fmla="*/ 6096155 w 10768629"/>
              <a:gd name="connsiteY123-5682" fmla="*/ 1656951 h 1978172"/>
              <a:gd name="connsiteX124-5683" fmla="*/ 6075812 w 10768629"/>
              <a:gd name="connsiteY124-5684" fmla="*/ 1655422 h 1978172"/>
              <a:gd name="connsiteX125-5685" fmla="*/ 6039495 w 10768629"/>
              <a:gd name="connsiteY125-5686" fmla="*/ 1649680 h 1978172"/>
              <a:gd name="connsiteX126-5687" fmla="*/ 6036523 w 10768629"/>
              <a:gd name="connsiteY126-5688" fmla="*/ 1652121 h 1978172"/>
              <a:gd name="connsiteX127-5689" fmla="*/ 6029328 w 10768629"/>
              <a:gd name="connsiteY127-5690" fmla="*/ 1649904 h 1978172"/>
              <a:gd name="connsiteX128-5691" fmla="*/ 6024075 w 10768629"/>
              <a:gd name="connsiteY128-5692" fmla="*/ 1652779 h 1978172"/>
              <a:gd name="connsiteX129-5693" fmla="*/ 6018085 w 10768629"/>
              <a:gd name="connsiteY129-5694" fmla="*/ 1652030 h 1978172"/>
              <a:gd name="connsiteX130-5695" fmla="*/ 5955513 w 10768629"/>
              <a:gd name="connsiteY130-5696" fmla="*/ 1663584 h 1978172"/>
              <a:gd name="connsiteX131-5697" fmla="*/ 5941996 w 10768629"/>
              <a:gd name="connsiteY131-5698" fmla="*/ 1661326 h 1978172"/>
              <a:gd name="connsiteX132-5699" fmla="*/ 5931789 w 10768629"/>
              <a:gd name="connsiteY132-5700" fmla="*/ 1669915 h 1978172"/>
              <a:gd name="connsiteX133-5701" fmla="*/ 5888686 w 10768629"/>
              <a:gd name="connsiteY133-5702" fmla="*/ 1672175 h 1978172"/>
              <a:gd name="connsiteX134-5703" fmla="*/ 5873794 w 10768629"/>
              <a:gd name="connsiteY134-5704" fmla="*/ 1665454 h 1978172"/>
              <a:gd name="connsiteX135-5705" fmla="*/ 5860022 w 10768629"/>
              <a:gd name="connsiteY135-5706" fmla="*/ 1660635 h 1978172"/>
              <a:gd name="connsiteX136-5707" fmla="*/ 5858237 w 10768629"/>
              <a:gd name="connsiteY136-5708" fmla="*/ 1660649 h 1978172"/>
              <a:gd name="connsiteX137-5709" fmla="*/ 5840319 w 10768629"/>
              <a:gd name="connsiteY137-5710" fmla="*/ 1660798 h 1978172"/>
              <a:gd name="connsiteX138-5711" fmla="*/ 5806984 w 10768629"/>
              <a:gd name="connsiteY138-5712" fmla="*/ 1661075 h 1978172"/>
              <a:gd name="connsiteX139-5713" fmla="*/ 5742351 w 10768629"/>
              <a:gd name="connsiteY139-5714" fmla="*/ 1667489 h 1978172"/>
              <a:gd name="connsiteX140-5715" fmla="*/ 5521171 w 10768629"/>
              <a:gd name="connsiteY140-5716" fmla="*/ 1671626 h 1978172"/>
              <a:gd name="connsiteX141-5717" fmla="*/ 5457384 w 10768629"/>
              <a:gd name="connsiteY141-5718" fmla="*/ 1683952 h 1978172"/>
              <a:gd name="connsiteX142-5719" fmla="*/ 4950070 w 10768629"/>
              <a:gd name="connsiteY142-5720" fmla="*/ 1748401 h 1978172"/>
              <a:gd name="connsiteX143-5721" fmla="*/ 4872172 w 10768629"/>
              <a:gd name="connsiteY143-5722" fmla="*/ 1757222 h 1978172"/>
              <a:gd name="connsiteX144-5723" fmla="*/ 4809524 w 10768629"/>
              <a:gd name="connsiteY144-5724" fmla="*/ 1761033 h 1978172"/>
              <a:gd name="connsiteX145-5725" fmla="*/ 4759058 w 10768629"/>
              <a:gd name="connsiteY145-5726" fmla="*/ 1766533 h 1978172"/>
              <a:gd name="connsiteX146-5727" fmla="*/ 4719749 w 10768629"/>
              <a:gd name="connsiteY146-5728" fmla="*/ 1771811 h 1978172"/>
              <a:gd name="connsiteX147-5729" fmla="*/ 4568686 w 10768629"/>
              <a:gd name="connsiteY147-5730" fmla="*/ 1786141 h 1978172"/>
              <a:gd name="connsiteX148-5731" fmla="*/ 4418751 w 10768629"/>
              <a:gd name="connsiteY148-5732" fmla="*/ 1796932 h 1978172"/>
              <a:gd name="connsiteX149-5733" fmla="*/ 4378377 w 10768629"/>
              <a:gd name="connsiteY149-5734" fmla="*/ 1815528 h 1978172"/>
              <a:gd name="connsiteX150-5735" fmla="*/ 4320575 w 10768629"/>
              <a:gd name="connsiteY150-5736" fmla="*/ 1832722 h 1978172"/>
              <a:gd name="connsiteX151-5737" fmla="*/ 4220200 w 10768629"/>
              <a:gd name="connsiteY151-5738" fmla="*/ 1873173 h 1978172"/>
              <a:gd name="connsiteX152-5739" fmla="*/ 4105361 w 10768629"/>
              <a:gd name="connsiteY152-5740" fmla="*/ 1894711 h 1978172"/>
              <a:gd name="connsiteX153-5741" fmla="*/ 3973223 w 10768629"/>
              <a:gd name="connsiteY153-5742" fmla="*/ 1881015 h 1978172"/>
              <a:gd name="connsiteX154-5743" fmla="*/ 3900992 w 10768629"/>
              <a:gd name="connsiteY154-5744" fmla="*/ 1880603 h 1978172"/>
              <a:gd name="connsiteX155-5745" fmla="*/ 3662119 w 10768629"/>
              <a:gd name="connsiteY155-5746" fmla="*/ 1876289 h 1978172"/>
              <a:gd name="connsiteX156-5747" fmla="*/ 3496919 w 10768629"/>
              <a:gd name="connsiteY156-5748" fmla="*/ 1873180 h 1978172"/>
              <a:gd name="connsiteX157-5749" fmla="*/ 3449433 w 10768629"/>
              <a:gd name="connsiteY157-5750" fmla="*/ 1889681 h 1978172"/>
              <a:gd name="connsiteX158-5751" fmla="*/ 3369766 w 10768629"/>
              <a:gd name="connsiteY158-5752" fmla="*/ 1916653 h 1978172"/>
              <a:gd name="connsiteX159-5753" fmla="*/ 3269672 w 10768629"/>
              <a:gd name="connsiteY159-5754" fmla="*/ 1938036 h 1978172"/>
              <a:gd name="connsiteX160-5755" fmla="*/ 3224897 w 10768629"/>
              <a:gd name="connsiteY160-5756" fmla="*/ 1943733 h 1978172"/>
              <a:gd name="connsiteX161-5757" fmla="*/ 3161463 w 10768629"/>
              <a:gd name="connsiteY161-5758" fmla="*/ 1946591 h 1978172"/>
              <a:gd name="connsiteX162-5759" fmla="*/ 3112044 w 10768629"/>
              <a:gd name="connsiteY162-5760" fmla="*/ 1935614 h 1978172"/>
              <a:gd name="connsiteX163-5761" fmla="*/ 3069716 w 10768629"/>
              <a:gd name="connsiteY163-5762" fmla="*/ 1930463 h 1978172"/>
              <a:gd name="connsiteX164-5763" fmla="*/ 3005773 w 10768629"/>
              <a:gd name="connsiteY164-5764" fmla="*/ 1915878 h 1978172"/>
              <a:gd name="connsiteX165-5765" fmla="*/ 2897201 w 10768629"/>
              <a:gd name="connsiteY165-5766" fmla="*/ 1926772 h 1978172"/>
              <a:gd name="connsiteX166-5767" fmla="*/ 2783891 w 10768629"/>
              <a:gd name="connsiteY166-5768" fmla="*/ 1931749 h 1978172"/>
              <a:gd name="connsiteX167-5769" fmla="*/ 2712447 w 10768629"/>
              <a:gd name="connsiteY167-5770" fmla="*/ 1933044 h 1978172"/>
              <a:gd name="connsiteX168-5771" fmla="*/ 2560151 w 10768629"/>
              <a:gd name="connsiteY168-5772" fmla="*/ 1963609 h 1978172"/>
              <a:gd name="connsiteX169-5773" fmla="*/ 2367221 w 10768629"/>
              <a:gd name="connsiteY169-5774" fmla="*/ 1971884 h 1978172"/>
              <a:gd name="connsiteX170-5775" fmla="*/ 2272130 w 10768629"/>
              <a:gd name="connsiteY170-5776" fmla="*/ 1961162 h 1978172"/>
              <a:gd name="connsiteX171-5777" fmla="*/ 2189404 w 10768629"/>
              <a:gd name="connsiteY171-5778" fmla="*/ 1978172 h 1978172"/>
              <a:gd name="connsiteX172-5779" fmla="*/ 2077704 w 10768629"/>
              <a:gd name="connsiteY172-5780" fmla="*/ 1965002 h 1978172"/>
              <a:gd name="connsiteX173-5781" fmla="*/ 2033299 w 10768629"/>
              <a:gd name="connsiteY173-5782" fmla="*/ 1969042 h 1978172"/>
              <a:gd name="connsiteX174-5783" fmla="*/ 1967996 w 10768629"/>
              <a:gd name="connsiteY174-5784" fmla="*/ 1953187 h 1978172"/>
              <a:gd name="connsiteX175-5785" fmla="*/ 1855805 w 10768629"/>
              <a:gd name="connsiteY175-5786" fmla="*/ 1926082 h 1978172"/>
              <a:gd name="connsiteX176-5787" fmla="*/ 1790957 w 10768629"/>
              <a:gd name="connsiteY176-5788" fmla="*/ 1919460 h 1978172"/>
              <a:gd name="connsiteX177-5789" fmla="*/ 1613978 w 10768629"/>
              <a:gd name="connsiteY177-5790" fmla="*/ 1891581 h 1978172"/>
              <a:gd name="connsiteX178-5791" fmla="*/ 1436831 w 10768629"/>
              <a:gd name="connsiteY178-5792" fmla="*/ 1856201 h 1978172"/>
              <a:gd name="connsiteX179-5793" fmla="*/ 1357365 w 10768629"/>
              <a:gd name="connsiteY179-5794" fmla="*/ 1832140 h 1978172"/>
              <a:gd name="connsiteX180-5795" fmla="*/ 1232341 w 10768629"/>
              <a:gd name="connsiteY180-5796" fmla="*/ 1785942 h 1978172"/>
              <a:gd name="connsiteX181-5797" fmla="*/ 1162595 w 10768629"/>
              <a:gd name="connsiteY181-5798" fmla="*/ 1758337 h 1978172"/>
              <a:gd name="connsiteX182-5799" fmla="*/ 1128523 w 10768629"/>
              <a:gd name="connsiteY182-5800" fmla="*/ 1763621 h 1978172"/>
              <a:gd name="connsiteX183-5801" fmla="*/ 991903 w 10768629"/>
              <a:gd name="connsiteY183-5802" fmla="*/ 1786741 h 1978172"/>
              <a:gd name="connsiteX184-5803" fmla="*/ 883960 w 10768629"/>
              <a:gd name="connsiteY184-5804" fmla="*/ 1822386 h 1978172"/>
              <a:gd name="connsiteX185-5805" fmla="*/ 766531 w 10768629"/>
              <a:gd name="connsiteY185-5806" fmla="*/ 1805053 h 1978172"/>
              <a:gd name="connsiteX186-5807" fmla="*/ 669779 w 10768629"/>
              <a:gd name="connsiteY186-5808" fmla="*/ 1800537 h 1978172"/>
              <a:gd name="connsiteX187-5809" fmla="*/ 523898 w 10768629"/>
              <a:gd name="connsiteY187-5810" fmla="*/ 1811085 h 1978172"/>
              <a:gd name="connsiteX188-5811" fmla="*/ 360251 w 10768629"/>
              <a:gd name="connsiteY188-5812" fmla="*/ 1830735 h 1978172"/>
              <a:gd name="connsiteX189-5813" fmla="*/ 255207 w 10768629"/>
              <a:gd name="connsiteY189-5814" fmla="*/ 1818275 h 1978172"/>
              <a:gd name="connsiteX190-5815" fmla="*/ 101803 w 10768629"/>
              <a:gd name="connsiteY190-5816" fmla="*/ 1870647 h 1978172"/>
              <a:gd name="connsiteX191-5817" fmla="*/ 25397 w 10768629"/>
              <a:gd name="connsiteY191-5818" fmla="*/ 1888443 h 1978172"/>
              <a:gd name="connsiteX192-5819" fmla="*/ 2370 w 10768629"/>
              <a:gd name="connsiteY192-5820" fmla="*/ 1878311 h 1978172"/>
              <a:gd name="connsiteX193-5821" fmla="*/ 0 w 10768629"/>
              <a:gd name="connsiteY193-5822" fmla="*/ 1878785 h 1978172"/>
              <a:gd name="connsiteX194-5823" fmla="*/ 0 w 10768629"/>
              <a:gd name="connsiteY194-5824" fmla="*/ 0 h 1978172"/>
              <a:gd name="connsiteX0-5825" fmla="*/ 0 w 10768629"/>
              <a:gd name="connsiteY0-5826" fmla="*/ 0 h 1978172"/>
              <a:gd name="connsiteX1-5827" fmla="*/ 10768629 w 10768629"/>
              <a:gd name="connsiteY1-5828" fmla="*/ 0 h 1978172"/>
              <a:gd name="connsiteX2-5829" fmla="*/ 10733254 w 10768629"/>
              <a:gd name="connsiteY2-5830" fmla="*/ 31439 h 1978172"/>
              <a:gd name="connsiteX3-5831" fmla="*/ 10727085 w 10768629"/>
              <a:gd name="connsiteY3-5832" fmla="*/ 37910 h 1978172"/>
              <a:gd name="connsiteX4-5833" fmla="*/ 10675953 w 10768629"/>
              <a:gd name="connsiteY4-5834" fmla="*/ 68623 h 1978172"/>
              <a:gd name="connsiteX5-5835" fmla="*/ 10637091 w 10768629"/>
              <a:gd name="connsiteY5-5836" fmla="*/ 90361 h 1978172"/>
              <a:gd name="connsiteX6-5837" fmla="*/ 10610971 w 10768629"/>
              <a:gd name="connsiteY6-5838" fmla="*/ 110764 h 1978172"/>
              <a:gd name="connsiteX7-5839" fmla="*/ 10532872 w 10768629"/>
              <a:gd name="connsiteY7-5840" fmla="*/ 138028 h 1978172"/>
              <a:gd name="connsiteX8-5841" fmla="*/ 10398558 w 10768629"/>
              <a:gd name="connsiteY8-5842" fmla="*/ 172911 h 1978172"/>
              <a:gd name="connsiteX9-5843" fmla="*/ 10371128 w 10768629"/>
              <a:gd name="connsiteY9-5844" fmla="*/ 182609 h 1978172"/>
              <a:gd name="connsiteX10-5845" fmla="*/ 10352178 w 10768629"/>
              <a:gd name="connsiteY10-5846" fmla="*/ 199976 h 1978172"/>
              <a:gd name="connsiteX11-5847" fmla="*/ 10351815 w 10768629"/>
              <a:gd name="connsiteY11-5848" fmla="*/ 211879 h 1978172"/>
              <a:gd name="connsiteX12-5849" fmla="*/ 10337471 w 10768629"/>
              <a:gd name="connsiteY12-5850" fmla="*/ 218661 h 1978172"/>
              <a:gd name="connsiteX13-5851" fmla="*/ 10334625 w 10768629"/>
              <a:gd name="connsiteY13-5852" fmla="*/ 222351 h 1978172"/>
              <a:gd name="connsiteX14-5853" fmla="*/ 10256365 w 10768629"/>
              <a:gd name="connsiteY14-5854" fmla="*/ 235917 h 1978172"/>
              <a:gd name="connsiteX15-5855" fmla="*/ 10201127 w 10768629"/>
              <a:gd name="connsiteY15-5856" fmla="*/ 267448 h 1978172"/>
              <a:gd name="connsiteX16-5857" fmla="*/ 9961218 w 10768629"/>
              <a:gd name="connsiteY16-5858" fmla="*/ 326720 h 1978172"/>
              <a:gd name="connsiteX17-5859" fmla="*/ 9859715 w 10768629"/>
              <a:gd name="connsiteY17-5860" fmla="*/ 355698 h 1978172"/>
              <a:gd name="connsiteX18-5861" fmla="*/ 9679867 w 10768629"/>
              <a:gd name="connsiteY18-5862" fmla="*/ 399081 h 1978172"/>
              <a:gd name="connsiteX19-5863" fmla="*/ 9490654 w 10768629"/>
              <a:gd name="connsiteY19-5864" fmla="*/ 455225 h 1978172"/>
              <a:gd name="connsiteX20-5865" fmla="*/ 9470837 w 10768629"/>
              <a:gd name="connsiteY20-5866" fmla="*/ 452539 h 1978172"/>
              <a:gd name="connsiteX21-5867" fmla="*/ 9469082 w 10768629"/>
              <a:gd name="connsiteY21-5868" fmla="*/ 454891 h 1978172"/>
              <a:gd name="connsiteX22-5869" fmla="*/ 9448038 w 10768629"/>
              <a:gd name="connsiteY22-5870" fmla="*/ 459733 h 1978172"/>
              <a:gd name="connsiteX23-5871" fmla="*/ 9396821 w 10768629"/>
              <a:gd name="connsiteY23-5872" fmla="*/ 455795 h 1978172"/>
              <a:gd name="connsiteX24-5873" fmla="*/ 9392197 w 10768629"/>
              <a:gd name="connsiteY24-5874" fmla="*/ 459796 h 1978172"/>
              <a:gd name="connsiteX25-5875" fmla="*/ 9347994 w 10768629"/>
              <a:gd name="connsiteY25-5876" fmla="*/ 464462 h 1978172"/>
              <a:gd name="connsiteX26-5877" fmla="*/ 9347889 w 10768629"/>
              <a:gd name="connsiteY26-5878" fmla="*/ 466539 h 1978172"/>
              <a:gd name="connsiteX27-5879" fmla="*/ 9337639 w 10768629"/>
              <a:gd name="connsiteY27-5880" fmla="*/ 476654 h 1978172"/>
              <a:gd name="connsiteX28-5881" fmla="*/ 9316893 w 10768629"/>
              <a:gd name="connsiteY28-5882" fmla="*/ 491390 h 1978172"/>
              <a:gd name="connsiteX29-5883" fmla="*/ 9229283 w 10768629"/>
              <a:gd name="connsiteY29-5884" fmla="*/ 555377 h 1978172"/>
              <a:gd name="connsiteX30-5885" fmla="*/ 9220274 w 10768629"/>
              <a:gd name="connsiteY30-5886" fmla="*/ 557502 h 1978172"/>
              <a:gd name="connsiteX31-5887" fmla="*/ 9220202 w 10768629"/>
              <a:gd name="connsiteY31-5888" fmla="*/ 558001 h 1978172"/>
              <a:gd name="connsiteX32-5889" fmla="*/ 9210908 w 10768629"/>
              <a:gd name="connsiteY32-5890" fmla="*/ 561147 h 1978172"/>
              <a:gd name="connsiteX33-5891" fmla="*/ 9186374 w 10768629"/>
              <a:gd name="connsiteY33-5892" fmla="*/ 565502 h 1978172"/>
              <a:gd name="connsiteX34-5893" fmla="*/ 9181058 w 10768629"/>
              <a:gd name="connsiteY34-5894" fmla="*/ 569943 h 1978172"/>
              <a:gd name="connsiteX35-5895" fmla="*/ 9179948 w 10768629"/>
              <a:gd name="connsiteY35-5896" fmla="*/ 576062 h 1978172"/>
              <a:gd name="connsiteX36-5897" fmla="*/ 9149110 w 10768629"/>
              <a:gd name="connsiteY36-5898" fmla="*/ 598906 h 1978172"/>
              <a:gd name="connsiteX37-5899" fmla="*/ 9078556 w 10768629"/>
              <a:gd name="connsiteY37-5900" fmla="*/ 644039 h 1978172"/>
              <a:gd name="connsiteX38-5901" fmla="*/ 8996399 w 10768629"/>
              <a:gd name="connsiteY38-5902" fmla="*/ 690055 h 1978172"/>
              <a:gd name="connsiteX39-5903" fmla="*/ 8803791 w 10768629"/>
              <a:gd name="connsiteY39-5904" fmla="*/ 813860 h 1978172"/>
              <a:gd name="connsiteX40-5905" fmla="*/ 8636202 w 10768629"/>
              <a:gd name="connsiteY40-5906" fmla="*/ 848463 h 1978172"/>
              <a:gd name="connsiteX41-5907" fmla="*/ 8555372 w 10768629"/>
              <a:gd name="connsiteY41-5908" fmla="*/ 883171 h 1978172"/>
              <a:gd name="connsiteX42-5909" fmla="*/ 8507229 w 10768629"/>
              <a:gd name="connsiteY42-5910" fmla="*/ 901665 h 1978172"/>
              <a:gd name="connsiteX43-5911" fmla="*/ 8428473 w 10768629"/>
              <a:gd name="connsiteY43-5912" fmla="*/ 927985 h 1978172"/>
              <a:gd name="connsiteX44-5913" fmla="*/ 8427914 w 10768629"/>
              <a:gd name="connsiteY44-5914" fmla="*/ 933480 h 1978172"/>
              <a:gd name="connsiteX45-5915" fmla="*/ 8420327 w 10768629"/>
              <a:gd name="connsiteY45-5916" fmla="*/ 941984 h 1978172"/>
              <a:gd name="connsiteX46-5917" fmla="*/ 8407128 w 10768629"/>
              <a:gd name="connsiteY46-5918" fmla="*/ 961344 h 1978172"/>
              <a:gd name="connsiteX47-5919" fmla="*/ 8380548 w 10768629"/>
              <a:gd name="connsiteY47-5920" fmla="*/ 987916 h 1978172"/>
              <a:gd name="connsiteX48-5921" fmla="*/ 8379462 w 10768629"/>
              <a:gd name="connsiteY48-5922" fmla="*/ 987106 h 1978172"/>
              <a:gd name="connsiteX49-5923" fmla="*/ 8369725 w 10768629"/>
              <a:gd name="connsiteY49-5924" fmla="*/ 989186 h 1978172"/>
              <a:gd name="connsiteX50-5925" fmla="*/ 8304438 w 10768629"/>
              <a:gd name="connsiteY50-5926" fmla="*/ 996739 h 1978172"/>
              <a:gd name="connsiteX51-5927" fmla="*/ 8280929 w 10768629"/>
              <a:gd name="connsiteY51-5928" fmla="*/ 1023089 h 1978172"/>
              <a:gd name="connsiteX52-5929" fmla="*/ 8275760 w 10768629"/>
              <a:gd name="connsiteY52-5930" fmla="*/ 1027772 h 1978172"/>
              <a:gd name="connsiteX53-5931" fmla="*/ 8275478 w 10768629"/>
              <a:gd name="connsiteY53-5932" fmla="*/ 1027605 h 1978172"/>
              <a:gd name="connsiteX54-5933" fmla="*/ 8269666 w 10768629"/>
              <a:gd name="connsiteY54-5934" fmla="*/ 1032033 h 1978172"/>
              <a:gd name="connsiteX55-5935" fmla="*/ 8203836 w 10768629"/>
              <a:gd name="connsiteY55-5936" fmla="*/ 1037347 h 1978172"/>
              <a:gd name="connsiteX56-5937" fmla="*/ 8122936 w 10768629"/>
              <a:gd name="connsiteY56-5938" fmla="*/ 1063113 h 1978172"/>
              <a:gd name="connsiteX57-5939" fmla="*/ 8043658 w 10768629"/>
              <a:gd name="connsiteY57-5940" fmla="*/ 1092746 h 1978172"/>
              <a:gd name="connsiteX58-5941" fmla="*/ 8015351 w 10768629"/>
              <a:gd name="connsiteY58-5942" fmla="*/ 1105478 h 1978172"/>
              <a:gd name="connsiteX59-5943" fmla="*/ 7963145 w 10768629"/>
              <a:gd name="connsiteY59-5944" fmla="*/ 1119346 h 1978172"/>
              <a:gd name="connsiteX60-5945" fmla="*/ 7938145 w 10768629"/>
              <a:gd name="connsiteY60-5946" fmla="*/ 1120225 h 1978172"/>
              <a:gd name="connsiteX61-5947" fmla="*/ 7937238 w 10768629"/>
              <a:gd name="connsiteY61-5948" fmla="*/ 1121204 h 1978172"/>
              <a:gd name="connsiteX62-5949" fmla="*/ 7934398 w 10768629"/>
              <a:gd name="connsiteY62-5950" fmla="*/ 1118240 h 1978172"/>
              <a:gd name="connsiteX63-5951" fmla="*/ 7918248 w 10768629"/>
              <a:gd name="connsiteY63-5952" fmla="*/ 1124371 h 1978172"/>
              <a:gd name="connsiteX64-5953" fmla="*/ 7914119 w 10768629"/>
              <a:gd name="connsiteY64-5954" fmla="*/ 1127653 h 1978172"/>
              <a:gd name="connsiteX65-5955" fmla="*/ 7907658 w 10768629"/>
              <a:gd name="connsiteY65-5956" fmla="*/ 1130350 h 1978172"/>
              <a:gd name="connsiteX66-5957" fmla="*/ 7907434 w 10768629"/>
              <a:gd name="connsiteY66-5958" fmla="*/ 1130103 h 1978172"/>
              <a:gd name="connsiteX67-5959" fmla="*/ 7901508 w 10768629"/>
              <a:gd name="connsiteY67-5960" fmla="*/ 1133245 h 1978172"/>
              <a:gd name="connsiteX68-5961" fmla="*/ 7873287 w 10768629"/>
              <a:gd name="connsiteY68-5962" fmla="*/ 1152609 h 1978172"/>
              <a:gd name="connsiteX69-5963" fmla="*/ 7834833 w 10768629"/>
              <a:gd name="connsiteY69-5964" fmla="*/ 1153868 h 1978172"/>
              <a:gd name="connsiteX70-5965" fmla="*/ 7828661 w 10768629"/>
              <a:gd name="connsiteY70-5966" fmla="*/ 1139994 h 1978172"/>
              <a:gd name="connsiteX71-5967" fmla="*/ 7823966 w 10768629"/>
              <a:gd name="connsiteY71-5968" fmla="*/ 1143178 h 1978172"/>
              <a:gd name="connsiteX72-5969" fmla="*/ 7815078 w 10768629"/>
              <a:gd name="connsiteY72-5970" fmla="*/ 1151776 h 1978172"/>
              <a:gd name="connsiteX73-5971" fmla="*/ 7812026 w 10768629"/>
              <a:gd name="connsiteY73-5972" fmla="*/ 1151522 h 1978172"/>
              <a:gd name="connsiteX74-5973" fmla="*/ 7782249 w 10768629"/>
              <a:gd name="connsiteY74-5974" fmla="*/ 1160970 h 1978172"/>
              <a:gd name="connsiteX75-5975" fmla="*/ 7773476 w 10768629"/>
              <a:gd name="connsiteY75-5976" fmla="*/ 1157414 h 1978172"/>
              <a:gd name="connsiteX76-5977" fmla="*/ 7769600 w 10768629"/>
              <a:gd name="connsiteY76-5978" fmla="*/ 1157365 h 1978172"/>
              <a:gd name="connsiteX77-5979" fmla="*/ 7752631 w 10768629"/>
              <a:gd name="connsiteY77-5980" fmla="*/ 1172815 h 1978172"/>
              <a:gd name="connsiteX78-5981" fmla="*/ 7743525 w 10768629"/>
              <a:gd name="connsiteY78-5982" fmla="*/ 1179064 h 1978172"/>
              <a:gd name="connsiteX79-5983" fmla="*/ 7685942 w 10768629"/>
              <a:gd name="connsiteY79-5984" fmla="*/ 1233723 h 1978172"/>
              <a:gd name="connsiteX80-5985" fmla="*/ 7586920 w 10768629"/>
              <a:gd name="connsiteY80-5986" fmla="*/ 1261888 h 1978172"/>
              <a:gd name="connsiteX81-5987" fmla="*/ 7486100 w 10768629"/>
              <a:gd name="connsiteY81-5988" fmla="*/ 1292563 h 1978172"/>
              <a:gd name="connsiteX82-5989" fmla="*/ 7407190 w 10768629"/>
              <a:gd name="connsiteY82-5990" fmla="*/ 1314737 h 1978172"/>
              <a:gd name="connsiteX83-5991" fmla="*/ 7240698 w 10768629"/>
              <a:gd name="connsiteY83-5992" fmla="*/ 1438832 h 1978172"/>
              <a:gd name="connsiteX84-5993" fmla="*/ 7197675 w 10768629"/>
              <a:gd name="connsiteY84-5994" fmla="*/ 1447530 h 1978172"/>
              <a:gd name="connsiteX85-5995" fmla="*/ 7164788 w 10768629"/>
              <a:gd name="connsiteY85-5996" fmla="*/ 1480293 h 1978172"/>
              <a:gd name="connsiteX86-5997" fmla="*/ 7147929 w 10768629"/>
              <a:gd name="connsiteY86-5998" fmla="*/ 1477641 h 1978172"/>
              <a:gd name="connsiteX87-5999" fmla="*/ 7144965 w 10768629"/>
              <a:gd name="connsiteY87-6000" fmla="*/ 1476908 h 1978172"/>
              <a:gd name="connsiteX88-6001" fmla="*/ 7134299 w 10768629"/>
              <a:gd name="connsiteY88-6002" fmla="*/ 1479969 h 1978172"/>
              <a:gd name="connsiteX89-6003" fmla="*/ 7129809 w 10768629"/>
              <a:gd name="connsiteY89-6004" fmla="*/ 1473339 h 1978172"/>
              <a:gd name="connsiteX90-6005" fmla="*/ 7112688 w 10768629"/>
              <a:gd name="connsiteY90-6006" fmla="*/ 1472575 h 1978172"/>
              <a:gd name="connsiteX91-6007" fmla="*/ 7093470 w 10768629"/>
              <a:gd name="connsiteY91-6008" fmla="*/ 1480300 h 1978172"/>
              <a:gd name="connsiteX92-6009" fmla="*/ 7025034 w 10768629"/>
              <a:gd name="connsiteY92-6010" fmla="*/ 1506934 h 1978172"/>
              <a:gd name="connsiteX93-6011" fmla="*/ 7014783 w 10768629"/>
              <a:gd name="connsiteY93-6012" fmla="*/ 1515868 h 1978172"/>
              <a:gd name="connsiteX94-6013" fmla="*/ 6979706 w 10768629"/>
              <a:gd name="connsiteY94-6014" fmla="*/ 1523511 h 1978172"/>
              <a:gd name="connsiteX95-6015" fmla="*/ 6977890 w 10768629"/>
              <a:gd name="connsiteY95-6016" fmla="*/ 1525793 h 1978172"/>
              <a:gd name="connsiteX96-6017" fmla="*/ 6944339 w 10768629"/>
              <a:gd name="connsiteY96-6018" fmla="*/ 1536237 h 1978172"/>
              <a:gd name="connsiteX97-6019" fmla="*/ 6886996 w 10768629"/>
              <a:gd name="connsiteY97-6020" fmla="*/ 1563569 h 1978172"/>
              <a:gd name="connsiteX98-6021" fmla="*/ 6874510 w 10768629"/>
              <a:gd name="connsiteY98-6022" fmla="*/ 1558469 h 1978172"/>
              <a:gd name="connsiteX99-6023" fmla="*/ 6871943 w 10768629"/>
              <a:gd name="connsiteY99-6024" fmla="*/ 1554651 h 1978172"/>
              <a:gd name="connsiteX100-6025" fmla="*/ 6856174 w 10768629"/>
              <a:gd name="connsiteY100-6026" fmla="*/ 1562024 h 1978172"/>
              <a:gd name="connsiteX101-6027" fmla="*/ 6842321 w 10768629"/>
              <a:gd name="connsiteY101-6028" fmla="*/ 1560554 h 1978172"/>
              <a:gd name="connsiteX102-6029" fmla="*/ 6832713 w 10768629"/>
              <a:gd name="connsiteY102-6030" fmla="*/ 1569357 h 1978172"/>
              <a:gd name="connsiteX103-6031" fmla="*/ 6816351 w 10768629"/>
              <a:gd name="connsiteY103-6032" fmla="*/ 1571495 h 1978172"/>
              <a:gd name="connsiteX104-6033" fmla="*/ 6795800 w 10768629"/>
              <a:gd name="connsiteY104-6034" fmla="*/ 1572010 h 1978172"/>
              <a:gd name="connsiteX105-6035" fmla="*/ 6777546 w 10768629"/>
              <a:gd name="connsiteY105-6036" fmla="*/ 1568661 h 1978172"/>
              <a:gd name="connsiteX106-6037" fmla="*/ 6751528 w 10768629"/>
              <a:gd name="connsiteY106-6038" fmla="*/ 1574143 h 1978172"/>
              <a:gd name="connsiteX107-6039" fmla="*/ 6691966 w 10768629"/>
              <a:gd name="connsiteY107-6040" fmla="*/ 1582255 h 1978172"/>
              <a:gd name="connsiteX108-6041" fmla="*/ 6646941 w 10768629"/>
              <a:gd name="connsiteY108-6042" fmla="*/ 1588471 h 1978172"/>
              <a:gd name="connsiteX109-6043" fmla="*/ 6568576 w 10768629"/>
              <a:gd name="connsiteY109-6044" fmla="*/ 1606488 h 1978172"/>
              <a:gd name="connsiteX110-6045" fmla="*/ 6554358 w 10768629"/>
              <a:gd name="connsiteY110-6046" fmla="*/ 1621701 h 1978172"/>
              <a:gd name="connsiteX111-6047" fmla="*/ 6516968 w 10768629"/>
              <a:gd name="connsiteY111-6048" fmla="*/ 1617195 h 1978172"/>
              <a:gd name="connsiteX112-6049" fmla="*/ 6506479 w 10768629"/>
              <a:gd name="connsiteY112-6050" fmla="*/ 1602227 h 1978172"/>
              <a:gd name="connsiteX113-6051" fmla="*/ 6458436 w 10768629"/>
              <a:gd name="connsiteY113-6052" fmla="*/ 1607332 h 1978172"/>
              <a:gd name="connsiteX114-6053" fmla="*/ 6414786 w 10768629"/>
              <a:gd name="connsiteY114-6054" fmla="*/ 1628815 h 1978172"/>
              <a:gd name="connsiteX115-6055" fmla="*/ 6357085 w 10768629"/>
              <a:gd name="connsiteY115-6056" fmla="*/ 1640846 h 1978172"/>
              <a:gd name="connsiteX116-6057" fmla="*/ 6322636 w 10768629"/>
              <a:gd name="connsiteY116-6058" fmla="*/ 1648213 h 1978172"/>
              <a:gd name="connsiteX117-6059" fmla="*/ 6226172 w 10768629"/>
              <a:gd name="connsiteY117-6060" fmla="*/ 1654676 h 1978172"/>
              <a:gd name="connsiteX118-6061" fmla="*/ 6221217 w 10768629"/>
              <a:gd name="connsiteY118-6062" fmla="*/ 1654506 h 1978172"/>
              <a:gd name="connsiteX119-6063" fmla="*/ 6204956 w 10768629"/>
              <a:gd name="connsiteY119-6064" fmla="*/ 1664280 h 1978172"/>
              <a:gd name="connsiteX120-6065" fmla="*/ 6204270 w 10768629"/>
              <a:gd name="connsiteY120-6066" fmla="*/ 1666782 h 1978172"/>
              <a:gd name="connsiteX121-6067" fmla="*/ 6143810 w 10768629"/>
              <a:gd name="connsiteY121-6068" fmla="*/ 1661963 h 1978172"/>
              <a:gd name="connsiteX122-6069" fmla="*/ 6136560 w 10768629"/>
              <a:gd name="connsiteY122-6070" fmla="*/ 1665728 h 1978172"/>
              <a:gd name="connsiteX123-6071" fmla="*/ 6096155 w 10768629"/>
              <a:gd name="connsiteY123-6072" fmla="*/ 1656951 h 1978172"/>
              <a:gd name="connsiteX124-6073" fmla="*/ 6075812 w 10768629"/>
              <a:gd name="connsiteY124-6074" fmla="*/ 1655422 h 1978172"/>
              <a:gd name="connsiteX125-6075" fmla="*/ 6039495 w 10768629"/>
              <a:gd name="connsiteY125-6076" fmla="*/ 1649680 h 1978172"/>
              <a:gd name="connsiteX126-6077" fmla="*/ 6036523 w 10768629"/>
              <a:gd name="connsiteY126-6078" fmla="*/ 1652121 h 1978172"/>
              <a:gd name="connsiteX127-6079" fmla="*/ 6029328 w 10768629"/>
              <a:gd name="connsiteY127-6080" fmla="*/ 1649904 h 1978172"/>
              <a:gd name="connsiteX128-6081" fmla="*/ 6024075 w 10768629"/>
              <a:gd name="connsiteY128-6082" fmla="*/ 1652779 h 1978172"/>
              <a:gd name="connsiteX129-6083" fmla="*/ 6018085 w 10768629"/>
              <a:gd name="connsiteY129-6084" fmla="*/ 1652030 h 1978172"/>
              <a:gd name="connsiteX130-6085" fmla="*/ 5955513 w 10768629"/>
              <a:gd name="connsiteY130-6086" fmla="*/ 1663584 h 1978172"/>
              <a:gd name="connsiteX131-6087" fmla="*/ 5941996 w 10768629"/>
              <a:gd name="connsiteY131-6088" fmla="*/ 1661326 h 1978172"/>
              <a:gd name="connsiteX132-6089" fmla="*/ 5931789 w 10768629"/>
              <a:gd name="connsiteY132-6090" fmla="*/ 1669915 h 1978172"/>
              <a:gd name="connsiteX133-6091" fmla="*/ 5888686 w 10768629"/>
              <a:gd name="connsiteY133-6092" fmla="*/ 1672175 h 1978172"/>
              <a:gd name="connsiteX134-6093" fmla="*/ 5873794 w 10768629"/>
              <a:gd name="connsiteY134-6094" fmla="*/ 1665454 h 1978172"/>
              <a:gd name="connsiteX135-6095" fmla="*/ 5860022 w 10768629"/>
              <a:gd name="connsiteY135-6096" fmla="*/ 1660635 h 1978172"/>
              <a:gd name="connsiteX136-6097" fmla="*/ 5858237 w 10768629"/>
              <a:gd name="connsiteY136-6098" fmla="*/ 1660649 h 1978172"/>
              <a:gd name="connsiteX137-6099" fmla="*/ 5840319 w 10768629"/>
              <a:gd name="connsiteY137-6100" fmla="*/ 1660798 h 1978172"/>
              <a:gd name="connsiteX138-6101" fmla="*/ 5806984 w 10768629"/>
              <a:gd name="connsiteY138-6102" fmla="*/ 1661075 h 1978172"/>
              <a:gd name="connsiteX139-6103" fmla="*/ 5742351 w 10768629"/>
              <a:gd name="connsiteY139-6104" fmla="*/ 1667489 h 1978172"/>
              <a:gd name="connsiteX140-6105" fmla="*/ 5521171 w 10768629"/>
              <a:gd name="connsiteY140-6106" fmla="*/ 1671626 h 1978172"/>
              <a:gd name="connsiteX141-6107" fmla="*/ 5457384 w 10768629"/>
              <a:gd name="connsiteY141-6108" fmla="*/ 1683952 h 1978172"/>
              <a:gd name="connsiteX142-6109" fmla="*/ 4950070 w 10768629"/>
              <a:gd name="connsiteY142-6110" fmla="*/ 1748401 h 1978172"/>
              <a:gd name="connsiteX143-6111" fmla="*/ 4872172 w 10768629"/>
              <a:gd name="connsiteY143-6112" fmla="*/ 1757222 h 1978172"/>
              <a:gd name="connsiteX144-6113" fmla="*/ 4809524 w 10768629"/>
              <a:gd name="connsiteY144-6114" fmla="*/ 1761033 h 1978172"/>
              <a:gd name="connsiteX145-6115" fmla="*/ 4759058 w 10768629"/>
              <a:gd name="connsiteY145-6116" fmla="*/ 1766533 h 1978172"/>
              <a:gd name="connsiteX146-6117" fmla="*/ 4719749 w 10768629"/>
              <a:gd name="connsiteY146-6118" fmla="*/ 1771811 h 1978172"/>
              <a:gd name="connsiteX147-6119" fmla="*/ 4568686 w 10768629"/>
              <a:gd name="connsiteY147-6120" fmla="*/ 1786141 h 1978172"/>
              <a:gd name="connsiteX148-6121" fmla="*/ 4418751 w 10768629"/>
              <a:gd name="connsiteY148-6122" fmla="*/ 1796932 h 1978172"/>
              <a:gd name="connsiteX149-6123" fmla="*/ 4378377 w 10768629"/>
              <a:gd name="connsiteY149-6124" fmla="*/ 1815528 h 1978172"/>
              <a:gd name="connsiteX150-6125" fmla="*/ 4320575 w 10768629"/>
              <a:gd name="connsiteY150-6126" fmla="*/ 1832722 h 1978172"/>
              <a:gd name="connsiteX151-6127" fmla="*/ 4220200 w 10768629"/>
              <a:gd name="connsiteY151-6128" fmla="*/ 1873173 h 1978172"/>
              <a:gd name="connsiteX152-6129" fmla="*/ 4105361 w 10768629"/>
              <a:gd name="connsiteY152-6130" fmla="*/ 1894711 h 1978172"/>
              <a:gd name="connsiteX153-6131" fmla="*/ 3973223 w 10768629"/>
              <a:gd name="connsiteY153-6132" fmla="*/ 1881015 h 1978172"/>
              <a:gd name="connsiteX154-6133" fmla="*/ 3900992 w 10768629"/>
              <a:gd name="connsiteY154-6134" fmla="*/ 1880603 h 1978172"/>
              <a:gd name="connsiteX155-6135" fmla="*/ 3662119 w 10768629"/>
              <a:gd name="connsiteY155-6136" fmla="*/ 1876289 h 1978172"/>
              <a:gd name="connsiteX156-6137" fmla="*/ 3496919 w 10768629"/>
              <a:gd name="connsiteY156-6138" fmla="*/ 1873180 h 1978172"/>
              <a:gd name="connsiteX157-6139" fmla="*/ 3449433 w 10768629"/>
              <a:gd name="connsiteY157-6140" fmla="*/ 1889681 h 1978172"/>
              <a:gd name="connsiteX158-6141" fmla="*/ 3369766 w 10768629"/>
              <a:gd name="connsiteY158-6142" fmla="*/ 1916653 h 1978172"/>
              <a:gd name="connsiteX159-6143" fmla="*/ 3269672 w 10768629"/>
              <a:gd name="connsiteY159-6144" fmla="*/ 1938036 h 1978172"/>
              <a:gd name="connsiteX160-6145" fmla="*/ 3224897 w 10768629"/>
              <a:gd name="connsiteY160-6146" fmla="*/ 1943733 h 1978172"/>
              <a:gd name="connsiteX161-6147" fmla="*/ 3161463 w 10768629"/>
              <a:gd name="connsiteY161-6148" fmla="*/ 1946591 h 1978172"/>
              <a:gd name="connsiteX162-6149" fmla="*/ 3112044 w 10768629"/>
              <a:gd name="connsiteY162-6150" fmla="*/ 1935614 h 1978172"/>
              <a:gd name="connsiteX163-6151" fmla="*/ 3069716 w 10768629"/>
              <a:gd name="connsiteY163-6152" fmla="*/ 1930463 h 1978172"/>
              <a:gd name="connsiteX164-6153" fmla="*/ 3005773 w 10768629"/>
              <a:gd name="connsiteY164-6154" fmla="*/ 1915878 h 1978172"/>
              <a:gd name="connsiteX165-6155" fmla="*/ 2897201 w 10768629"/>
              <a:gd name="connsiteY165-6156" fmla="*/ 1926772 h 1978172"/>
              <a:gd name="connsiteX166-6157" fmla="*/ 2783891 w 10768629"/>
              <a:gd name="connsiteY166-6158" fmla="*/ 1931749 h 1978172"/>
              <a:gd name="connsiteX167-6159" fmla="*/ 2712447 w 10768629"/>
              <a:gd name="connsiteY167-6160" fmla="*/ 1933044 h 1978172"/>
              <a:gd name="connsiteX168-6161" fmla="*/ 2560151 w 10768629"/>
              <a:gd name="connsiteY168-6162" fmla="*/ 1963609 h 1978172"/>
              <a:gd name="connsiteX169-6163" fmla="*/ 2367221 w 10768629"/>
              <a:gd name="connsiteY169-6164" fmla="*/ 1971884 h 1978172"/>
              <a:gd name="connsiteX170-6165" fmla="*/ 2272130 w 10768629"/>
              <a:gd name="connsiteY170-6166" fmla="*/ 1961162 h 1978172"/>
              <a:gd name="connsiteX171-6167" fmla="*/ 2189404 w 10768629"/>
              <a:gd name="connsiteY171-6168" fmla="*/ 1978172 h 1978172"/>
              <a:gd name="connsiteX172-6169" fmla="*/ 2077704 w 10768629"/>
              <a:gd name="connsiteY172-6170" fmla="*/ 1965002 h 1978172"/>
              <a:gd name="connsiteX173-6171" fmla="*/ 2033299 w 10768629"/>
              <a:gd name="connsiteY173-6172" fmla="*/ 1969042 h 1978172"/>
              <a:gd name="connsiteX174-6173" fmla="*/ 1967996 w 10768629"/>
              <a:gd name="connsiteY174-6174" fmla="*/ 1953187 h 1978172"/>
              <a:gd name="connsiteX175-6175" fmla="*/ 1855805 w 10768629"/>
              <a:gd name="connsiteY175-6176" fmla="*/ 1926082 h 1978172"/>
              <a:gd name="connsiteX176-6177" fmla="*/ 1790957 w 10768629"/>
              <a:gd name="connsiteY176-6178" fmla="*/ 1919460 h 1978172"/>
              <a:gd name="connsiteX177-6179" fmla="*/ 1613978 w 10768629"/>
              <a:gd name="connsiteY177-6180" fmla="*/ 1891581 h 1978172"/>
              <a:gd name="connsiteX178-6181" fmla="*/ 1436831 w 10768629"/>
              <a:gd name="connsiteY178-6182" fmla="*/ 1856201 h 1978172"/>
              <a:gd name="connsiteX179-6183" fmla="*/ 1357365 w 10768629"/>
              <a:gd name="connsiteY179-6184" fmla="*/ 1832140 h 1978172"/>
              <a:gd name="connsiteX180-6185" fmla="*/ 1232341 w 10768629"/>
              <a:gd name="connsiteY180-6186" fmla="*/ 1785942 h 1978172"/>
              <a:gd name="connsiteX181-6187" fmla="*/ 1162595 w 10768629"/>
              <a:gd name="connsiteY181-6188" fmla="*/ 1758337 h 1978172"/>
              <a:gd name="connsiteX182-6189" fmla="*/ 1128523 w 10768629"/>
              <a:gd name="connsiteY182-6190" fmla="*/ 1763621 h 1978172"/>
              <a:gd name="connsiteX183-6191" fmla="*/ 991903 w 10768629"/>
              <a:gd name="connsiteY183-6192" fmla="*/ 1786741 h 1978172"/>
              <a:gd name="connsiteX184-6193" fmla="*/ 883960 w 10768629"/>
              <a:gd name="connsiteY184-6194" fmla="*/ 1822386 h 1978172"/>
              <a:gd name="connsiteX185-6195" fmla="*/ 766531 w 10768629"/>
              <a:gd name="connsiteY185-6196" fmla="*/ 1805053 h 1978172"/>
              <a:gd name="connsiteX186-6197" fmla="*/ 669779 w 10768629"/>
              <a:gd name="connsiteY186-6198" fmla="*/ 1800537 h 1978172"/>
              <a:gd name="connsiteX187-6199" fmla="*/ 523898 w 10768629"/>
              <a:gd name="connsiteY187-6200" fmla="*/ 1811085 h 1978172"/>
              <a:gd name="connsiteX188-6201" fmla="*/ 360251 w 10768629"/>
              <a:gd name="connsiteY188-6202" fmla="*/ 1830735 h 1978172"/>
              <a:gd name="connsiteX189-6203" fmla="*/ 255207 w 10768629"/>
              <a:gd name="connsiteY189-6204" fmla="*/ 1818275 h 1978172"/>
              <a:gd name="connsiteX190-6205" fmla="*/ 101803 w 10768629"/>
              <a:gd name="connsiteY190-6206" fmla="*/ 1870647 h 1978172"/>
              <a:gd name="connsiteX191-6207" fmla="*/ 25397 w 10768629"/>
              <a:gd name="connsiteY191-6208" fmla="*/ 1888443 h 1978172"/>
              <a:gd name="connsiteX192-6209" fmla="*/ 2370 w 10768629"/>
              <a:gd name="connsiteY192-6210" fmla="*/ 1878311 h 1978172"/>
              <a:gd name="connsiteX193-6211" fmla="*/ 0 w 10768629"/>
              <a:gd name="connsiteY193-6212" fmla="*/ 1878785 h 1978172"/>
              <a:gd name="connsiteX194-6213" fmla="*/ 0 w 10768629"/>
              <a:gd name="connsiteY194-6214" fmla="*/ 0 h 1978172"/>
              <a:gd name="connsiteX0-6215" fmla="*/ 0 w 10768629"/>
              <a:gd name="connsiteY0-6216" fmla="*/ 0 h 1978172"/>
              <a:gd name="connsiteX1-6217" fmla="*/ 10768629 w 10768629"/>
              <a:gd name="connsiteY1-6218" fmla="*/ 0 h 1978172"/>
              <a:gd name="connsiteX2-6219" fmla="*/ 10733254 w 10768629"/>
              <a:gd name="connsiteY2-6220" fmla="*/ 31439 h 1978172"/>
              <a:gd name="connsiteX3-6221" fmla="*/ 10727085 w 10768629"/>
              <a:gd name="connsiteY3-6222" fmla="*/ 37910 h 1978172"/>
              <a:gd name="connsiteX4-6223" fmla="*/ 10675953 w 10768629"/>
              <a:gd name="connsiteY4-6224" fmla="*/ 68623 h 1978172"/>
              <a:gd name="connsiteX5-6225" fmla="*/ 10637091 w 10768629"/>
              <a:gd name="connsiteY5-6226" fmla="*/ 90361 h 1978172"/>
              <a:gd name="connsiteX6-6227" fmla="*/ 10610971 w 10768629"/>
              <a:gd name="connsiteY6-6228" fmla="*/ 110764 h 1978172"/>
              <a:gd name="connsiteX7-6229" fmla="*/ 10532872 w 10768629"/>
              <a:gd name="connsiteY7-6230" fmla="*/ 138028 h 1978172"/>
              <a:gd name="connsiteX8-6231" fmla="*/ 10398558 w 10768629"/>
              <a:gd name="connsiteY8-6232" fmla="*/ 172911 h 1978172"/>
              <a:gd name="connsiteX9-6233" fmla="*/ 10371128 w 10768629"/>
              <a:gd name="connsiteY9-6234" fmla="*/ 182609 h 1978172"/>
              <a:gd name="connsiteX10-6235" fmla="*/ 10352178 w 10768629"/>
              <a:gd name="connsiteY10-6236" fmla="*/ 199976 h 1978172"/>
              <a:gd name="connsiteX11-6237" fmla="*/ 10351815 w 10768629"/>
              <a:gd name="connsiteY11-6238" fmla="*/ 211879 h 1978172"/>
              <a:gd name="connsiteX12-6239" fmla="*/ 10337471 w 10768629"/>
              <a:gd name="connsiteY12-6240" fmla="*/ 218661 h 1978172"/>
              <a:gd name="connsiteX13-6241" fmla="*/ 10334625 w 10768629"/>
              <a:gd name="connsiteY13-6242" fmla="*/ 222351 h 1978172"/>
              <a:gd name="connsiteX14-6243" fmla="*/ 10256365 w 10768629"/>
              <a:gd name="connsiteY14-6244" fmla="*/ 235917 h 1978172"/>
              <a:gd name="connsiteX15-6245" fmla="*/ 10201127 w 10768629"/>
              <a:gd name="connsiteY15-6246" fmla="*/ 267448 h 1978172"/>
              <a:gd name="connsiteX16-6247" fmla="*/ 9961218 w 10768629"/>
              <a:gd name="connsiteY16-6248" fmla="*/ 326720 h 1978172"/>
              <a:gd name="connsiteX17-6249" fmla="*/ 9859715 w 10768629"/>
              <a:gd name="connsiteY17-6250" fmla="*/ 355698 h 1978172"/>
              <a:gd name="connsiteX18-6251" fmla="*/ 9679867 w 10768629"/>
              <a:gd name="connsiteY18-6252" fmla="*/ 399081 h 1978172"/>
              <a:gd name="connsiteX19-6253" fmla="*/ 9490654 w 10768629"/>
              <a:gd name="connsiteY19-6254" fmla="*/ 455225 h 1978172"/>
              <a:gd name="connsiteX20-6255" fmla="*/ 9470837 w 10768629"/>
              <a:gd name="connsiteY20-6256" fmla="*/ 452539 h 1978172"/>
              <a:gd name="connsiteX21-6257" fmla="*/ 9469082 w 10768629"/>
              <a:gd name="connsiteY21-6258" fmla="*/ 454891 h 1978172"/>
              <a:gd name="connsiteX22-6259" fmla="*/ 9448038 w 10768629"/>
              <a:gd name="connsiteY22-6260" fmla="*/ 459733 h 1978172"/>
              <a:gd name="connsiteX23-6261" fmla="*/ 9396821 w 10768629"/>
              <a:gd name="connsiteY23-6262" fmla="*/ 455795 h 1978172"/>
              <a:gd name="connsiteX24-6263" fmla="*/ 9392197 w 10768629"/>
              <a:gd name="connsiteY24-6264" fmla="*/ 459796 h 1978172"/>
              <a:gd name="connsiteX25-6265" fmla="*/ 9347994 w 10768629"/>
              <a:gd name="connsiteY25-6266" fmla="*/ 464462 h 1978172"/>
              <a:gd name="connsiteX26-6267" fmla="*/ 9347889 w 10768629"/>
              <a:gd name="connsiteY26-6268" fmla="*/ 466539 h 1978172"/>
              <a:gd name="connsiteX27-6269" fmla="*/ 9337639 w 10768629"/>
              <a:gd name="connsiteY27-6270" fmla="*/ 476654 h 1978172"/>
              <a:gd name="connsiteX28-6271" fmla="*/ 9316893 w 10768629"/>
              <a:gd name="connsiteY28-6272" fmla="*/ 491390 h 1978172"/>
              <a:gd name="connsiteX29-6273" fmla="*/ 9229283 w 10768629"/>
              <a:gd name="connsiteY29-6274" fmla="*/ 555377 h 1978172"/>
              <a:gd name="connsiteX30-6275" fmla="*/ 9220274 w 10768629"/>
              <a:gd name="connsiteY30-6276" fmla="*/ 557502 h 1978172"/>
              <a:gd name="connsiteX31-6277" fmla="*/ 9220202 w 10768629"/>
              <a:gd name="connsiteY31-6278" fmla="*/ 558001 h 1978172"/>
              <a:gd name="connsiteX32-6279" fmla="*/ 9210908 w 10768629"/>
              <a:gd name="connsiteY32-6280" fmla="*/ 561147 h 1978172"/>
              <a:gd name="connsiteX33-6281" fmla="*/ 9186374 w 10768629"/>
              <a:gd name="connsiteY33-6282" fmla="*/ 565502 h 1978172"/>
              <a:gd name="connsiteX34-6283" fmla="*/ 9181058 w 10768629"/>
              <a:gd name="connsiteY34-6284" fmla="*/ 569943 h 1978172"/>
              <a:gd name="connsiteX35-6285" fmla="*/ 9179948 w 10768629"/>
              <a:gd name="connsiteY35-6286" fmla="*/ 576062 h 1978172"/>
              <a:gd name="connsiteX36-6287" fmla="*/ 9149110 w 10768629"/>
              <a:gd name="connsiteY36-6288" fmla="*/ 598906 h 1978172"/>
              <a:gd name="connsiteX37-6289" fmla="*/ 9078556 w 10768629"/>
              <a:gd name="connsiteY37-6290" fmla="*/ 644039 h 1978172"/>
              <a:gd name="connsiteX38-6291" fmla="*/ 8996399 w 10768629"/>
              <a:gd name="connsiteY38-6292" fmla="*/ 690055 h 1978172"/>
              <a:gd name="connsiteX39-6293" fmla="*/ 8803791 w 10768629"/>
              <a:gd name="connsiteY39-6294" fmla="*/ 813860 h 1978172"/>
              <a:gd name="connsiteX40-6295" fmla="*/ 8636202 w 10768629"/>
              <a:gd name="connsiteY40-6296" fmla="*/ 848463 h 1978172"/>
              <a:gd name="connsiteX41-6297" fmla="*/ 8555372 w 10768629"/>
              <a:gd name="connsiteY41-6298" fmla="*/ 883171 h 1978172"/>
              <a:gd name="connsiteX42-6299" fmla="*/ 8507229 w 10768629"/>
              <a:gd name="connsiteY42-6300" fmla="*/ 901665 h 1978172"/>
              <a:gd name="connsiteX43-6301" fmla="*/ 8428473 w 10768629"/>
              <a:gd name="connsiteY43-6302" fmla="*/ 927985 h 1978172"/>
              <a:gd name="connsiteX44-6303" fmla="*/ 8427914 w 10768629"/>
              <a:gd name="connsiteY44-6304" fmla="*/ 933480 h 1978172"/>
              <a:gd name="connsiteX45-6305" fmla="*/ 8420327 w 10768629"/>
              <a:gd name="connsiteY45-6306" fmla="*/ 941984 h 1978172"/>
              <a:gd name="connsiteX46-6307" fmla="*/ 8407128 w 10768629"/>
              <a:gd name="connsiteY46-6308" fmla="*/ 961344 h 1978172"/>
              <a:gd name="connsiteX47-6309" fmla="*/ 8380548 w 10768629"/>
              <a:gd name="connsiteY47-6310" fmla="*/ 987916 h 1978172"/>
              <a:gd name="connsiteX48-6311" fmla="*/ 8379462 w 10768629"/>
              <a:gd name="connsiteY48-6312" fmla="*/ 987106 h 1978172"/>
              <a:gd name="connsiteX49-6313" fmla="*/ 8369725 w 10768629"/>
              <a:gd name="connsiteY49-6314" fmla="*/ 989186 h 1978172"/>
              <a:gd name="connsiteX50-6315" fmla="*/ 8304438 w 10768629"/>
              <a:gd name="connsiteY50-6316" fmla="*/ 996739 h 1978172"/>
              <a:gd name="connsiteX51-6317" fmla="*/ 8280929 w 10768629"/>
              <a:gd name="connsiteY51-6318" fmla="*/ 1023089 h 1978172"/>
              <a:gd name="connsiteX52-6319" fmla="*/ 8275760 w 10768629"/>
              <a:gd name="connsiteY52-6320" fmla="*/ 1027772 h 1978172"/>
              <a:gd name="connsiteX53-6321" fmla="*/ 8275478 w 10768629"/>
              <a:gd name="connsiteY53-6322" fmla="*/ 1027605 h 1978172"/>
              <a:gd name="connsiteX54-6323" fmla="*/ 8269666 w 10768629"/>
              <a:gd name="connsiteY54-6324" fmla="*/ 1032033 h 1978172"/>
              <a:gd name="connsiteX55-6325" fmla="*/ 8203836 w 10768629"/>
              <a:gd name="connsiteY55-6326" fmla="*/ 1037347 h 1978172"/>
              <a:gd name="connsiteX56-6327" fmla="*/ 8122936 w 10768629"/>
              <a:gd name="connsiteY56-6328" fmla="*/ 1063113 h 1978172"/>
              <a:gd name="connsiteX57-6329" fmla="*/ 8043658 w 10768629"/>
              <a:gd name="connsiteY57-6330" fmla="*/ 1092746 h 1978172"/>
              <a:gd name="connsiteX58-6331" fmla="*/ 8015351 w 10768629"/>
              <a:gd name="connsiteY58-6332" fmla="*/ 1105478 h 1978172"/>
              <a:gd name="connsiteX59-6333" fmla="*/ 7963145 w 10768629"/>
              <a:gd name="connsiteY59-6334" fmla="*/ 1119346 h 1978172"/>
              <a:gd name="connsiteX60-6335" fmla="*/ 7938145 w 10768629"/>
              <a:gd name="connsiteY60-6336" fmla="*/ 1120225 h 1978172"/>
              <a:gd name="connsiteX61-6337" fmla="*/ 7937238 w 10768629"/>
              <a:gd name="connsiteY61-6338" fmla="*/ 1121204 h 1978172"/>
              <a:gd name="connsiteX62-6339" fmla="*/ 7934398 w 10768629"/>
              <a:gd name="connsiteY62-6340" fmla="*/ 1118240 h 1978172"/>
              <a:gd name="connsiteX63-6341" fmla="*/ 7918248 w 10768629"/>
              <a:gd name="connsiteY63-6342" fmla="*/ 1124371 h 1978172"/>
              <a:gd name="connsiteX64-6343" fmla="*/ 7914119 w 10768629"/>
              <a:gd name="connsiteY64-6344" fmla="*/ 1127653 h 1978172"/>
              <a:gd name="connsiteX65-6345" fmla="*/ 7907658 w 10768629"/>
              <a:gd name="connsiteY65-6346" fmla="*/ 1130350 h 1978172"/>
              <a:gd name="connsiteX66-6347" fmla="*/ 7907434 w 10768629"/>
              <a:gd name="connsiteY66-6348" fmla="*/ 1130103 h 1978172"/>
              <a:gd name="connsiteX67-6349" fmla="*/ 7901508 w 10768629"/>
              <a:gd name="connsiteY67-6350" fmla="*/ 1133245 h 1978172"/>
              <a:gd name="connsiteX68-6351" fmla="*/ 7873287 w 10768629"/>
              <a:gd name="connsiteY68-6352" fmla="*/ 1152609 h 1978172"/>
              <a:gd name="connsiteX69-6353" fmla="*/ 7834833 w 10768629"/>
              <a:gd name="connsiteY69-6354" fmla="*/ 1153868 h 1978172"/>
              <a:gd name="connsiteX70-6355" fmla="*/ 7828661 w 10768629"/>
              <a:gd name="connsiteY70-6356" fmla="*/ 1139994 h 1978172"/>
              <a:gd name="connsiteX71-6357" fmla="*/ 7823966 w 10768629"/>
              <a:gd name="connsiteY71-6358" fmla="*/ 1143178 h 1978172"/>
              <a:gd name="connsiteX72-6359" fmla="*/ 7815078 w 10768629"/>
              <a:gd name="connsiteY72-6360" fmla="*/ 1151776 h 1978172"/>
              <a:gd name="connsiteX73-6361" fmla="*/ 7812026 w 10768629"/>
              <a:gd name="connsiteY73-6362" fmla="*/ 1151522 h 1978172"/>
              <a:gd name="connsiteX74-6363" fmla="*/ 7782249 w 10768629"/>
              <a:gd name="connsiteY74-6364" fmla="*/ 1160970 h 1978172"/>
              <a:gd name="connsiteX75-6365" fmla="*/ 7773476 w 10768629"/>
              <a:gd name="connsiteY75-6366" fmla="*/ 1157414 h 1978172"/>
              <a:gd name="connsiteX76-6367" fmla="*/ 7769600 w 10768629"/>
              <a:gd name="connsiteY76-6368" fmla="*/ 1157365 h 1978172"/>
              <a:gd name="connsiteX77-6369" fmla="*/ 7752631 w 10768629"/>
              <a:gd name="connsiteY77-6370" fmla="*/ 1172815 h 1978172"/>
              <a:gd name="connsiteX78-6371" fmla="*/ 7743525 w 10768629"/>
              <a:gd name="connsiteY78-6372" fmla="*/ 1179064 h 1978172"/>
              <a:gd name="connsiteX79-6373" fmla="*/ 7685942 w 10768629"/>
              <a:gd name="connsiteY79-6374" fmla="*/ 1233723 h 1978172"/>
              <a:gd name="connsiteX80-6375" fmla="*/ 7586920 w 10768629"/>
              <a:gd name="connsiteY80-6376" fmla="*/ 1261888 h 1978172"/>
              <a:gd name="connsiteX81-6377" fmla="*/ 7486100 w 10768629"/>
              <a:gd name="connsiteY81-6378" fmla="*/ 1292563 h 1978172"/>
              <a:gd name="connsiteX82-6379" fmla="*/ 7407190 w 10768629"/>
              <a:gd name="connsiteY82-6380" fmla="*/ 1314737 h 1978172"/>
              <a:gd name="connsiteX83-6381" fmla="*/ 7240698 w 10768629"/>
              <a:gd name="connsiteY83-6382" fmla="*/ 1438832 h 1978172"/>
              <a:gd name="connsiteX84-6383" fmla="*/ 7197675 w 10768629"/>
              <a:gd name="connsiteY84-6384" fmla="*/ 1447530 h 1978172"/>
              <a:gd name="connsiteX85-6385" fmla="*/ 7164788 w 10768629"/>
              <a:gd name="connsiteY85-6386" fmla="*/ 1480293 h 1978172"/>
              <a:gd name="connsiteX86-6387" fmla="*/ 7147929 w 10768629"/>
              <a:gd name="connsiteY86-6388" fmla="*/ 1477641 h 1978172"/>
              <a:gd name="connsiteX87-6389" fmla="*/ 7144965 w 10768629"/>
              <a:gd name="connsiteY87-6390" fmla="*/ 1476908 h 1978172"/>
              <a:gd name="connsiteX88-6391" fmla="*/ 7134299 w 10768629"/>
              <a:gd name="connsiteY88-6392" fmla="*/ 1479969 h 1978172"/>
              <a:gd name="connsiteX89-6393" fmla="*/ 7129809 w 10768629"/>
              <a:gd name="connsiteY89-6394" fmla="*/ 1473339 h 1978172"/>
              <a:gd name="connsiteX90-6395" fmla="*/ 7112688 w 10768629"/>
              <a:gd name="connsiteY90-6396" fmla="*/ 1472575 h 1978172"/>
              <a:gd name="connsiteX91-6397" fmla="*/ 7093470 w 10768629"/>
              <a:gd name="connsiteY91-6398" fmla="*/ 1480300 h 1978172"/>
              <a:gd name="connsiteX92-6399" fmla="*/ 7025034 w 10768629"/>
              <a:gd name="connsiteY92-6400" fmla="*/ 1506934 h 1978172"/>
              <a:gd name="connsiteX93-6401" fmla="*/ 7014783 w 10768629"/>
              <a:gd name="connsiteY93-6402" fmla="*/ 1515868 h 1978172"/>
              <a:gd name="connsiteX94-6403" fmla="*/ 6979706 w 10768629"/>
              <a:gd name="connsiteY94-6404" fmla="*/ 1523511 h 1978172"/>
              <a:gd name="connsiteX95-6405" fmla="*/ 6977890 w 10768629"/>
              <a:gd name="connsiteY95-6406" fmla="*/ 1525793 h 1978172"/>
              <a:gd name="connsiteX96-6407" fmla="*/ 6944339 w 10768629"/>
              <a:gd name="connsiteY96-6408" fmla="*/ 1536237 h 1978172"/>
              <a:gd name="connsiteX97-6409" fmla="*/ 6886996 w 10768629"/>
              <a:gd name="connsiteY97-6410" fmla="*/ 1563569 h 1978172"/>
              <a:gd name="connsiteX98-6411" fmla="*/ 6874510 w 10768629"/>
              <a:gd name="connsiteY98-6412" fmla="*/ 1558469 h 1978172"/>
              <a:gd name="connsiteX99-6413" fmla="*/ 6871943 w 10768629"/>
              <a:gd name="connsiteY99-6414" fmla="*/ 1554651 h 1978172"/>
              <a:gd name="connsiteX100-6415" fmla="*/ 6856174 w 10768629"/>
              <a:gd name="connsiteY100-6416" fmla="*/ 1562024 h 1978172"/>
              <a:gd name="connsiteX101-6417" fmla="*/ 6842321 w 10768629"/>
              <a:gd name="connsiteY101-6418" fmla="*/ 1560554 h 1978172"/>
              <a:gd name="connsiteX102-6419" fmla="*/ 6832713 w 10768629"/>
              <a:gd name="connsiteY102-6420" fmla="*/ 1569357 h 1978172"/>
              <a:gd name="connsiteX103-6421" fmla="*/ 6816351 w 10768629"/>
              <a:gd name="connsiteY103-6422" fmla="*/ 1571495 h 1978172"/>
              <a:gd name="connsiteX104-6423" fmla="*/ 6795800 w 10768629"/>
              <a:gd name="connsiteY104-6424" fmla="*/ 1572010 h 1978172"/>
              <a:gd name="connsiteX105-6425" fmla="*/ 6777546 w 10768629"/>
              <a:gd name="connsiteY105-6426" fmla="*/ 1568661 h 1978172"/>
              <a:gd name="connsiteX106-6427" fmla="*/ 6751528 w 10768629"/>
              <a:gd name="connsiteY106-6428" fmla="*/ 1574143 h 1978172"/>
              <a:gd name="connsiteX107-6429" fmla="*/ 6691966 w 10768629"/>
              <a:gd name="connsiteY107-6430" fmla="*/ 1582255 h 1978172"/>
              <a:gd name="connsiteX108-6431" fmla="*/ 6646941 w 10768629"/>
              <a:gd name="connsiteY108-6432" fmla="*/ 1588471 h 1978172"/>
              <a:gd name="connsiteX109-6433" fmla="*/ 6568576 w 10768629"/>
              <a:gd name="connsiteY109-6434" fmla="*/ 1606488 h 1978172"/>
              <a:gd name="connsiteX110-6435" fmla="*/ 6554358 w 10768629"/>
              <a:gd name="connsiteY110-6436" fmla="*/ 1621701 h 1978172"/>
              <a:gd name="connsiteX111-6437" fmla="*/ 6516968 w 10768629"/>
              <a:gd name="connsiteY111-6438" fmla="*/ 1617195 h 1978172"/>
              <a:gd name="connsiteX112-6439" fmla="*/ 6506479 w 10768629"/>
              <a:gd name="connsiteY112-6440" fmla="*/ 1602227 h 1978172"/>
              <a:gd name="connsiteX113-6441" fmla="*/ 6458436 w 10768629"/>
              <a:gd name="connsiteY113-6442" fmla="*/ 1607332 h 1978172"/>
              <a:gd name="connsiteX114-6443" fmla="*/ 6414786 w 10768629"/>
              <a:gd name="connsiteY114-6444" fmla="*/ 1628815 h 1978172"/>
              <a:gd name="connsiteX115-6445" fmla="*/ 6357085 w 10768629"/>
              <a:gd name="connsiteY115-6446" fmla="*/ 1640846 h 1978172"/>
              <a:gd name="connsiteX116-6447" fmla="*/ 6322636 w 10768629"/>
              <a:gd name="connsiteY116-6448" fmla="*/ 1648213 h 1978172"/>
              <a:gd name="connsiteX117-6449" fmla="*/ 6226172 w 10768629"/>
              <a:gd name="connsiteY117-6450" fmla="*/ 1654676 h 1978172"/>
              <a:gd name="connsiteX118-6451" fmla="*/ 6221217 w 10768629"/>
              <a:gd name="connsiteY118-6452" fmla="*/ 1654506 h 1978172"/>
              <a:gd name="connsiteX119-6453" fmla="*/ 6204956 w 10768629"/>
              <a:gd name="connsiteY119-6454" fmla="*/ 1664280 h 1978172"/>
              <a:gd name="connsiteX120-6455" fmla="*/ 6204270 w 10768629"/>
              <a:gd name="connsiteY120-6456" fmla="*/ 1666782 h 1978172"/>
              <a:gd name="connsiteX121-6457" fmla="*/ 6143810 w 10768629"/>
              <a:gd name="connsiteY121-6458" fmla="*/ 1661963 h 1978172"/>
              <a:gd name="connsiteX122-6459" fmla="*/ 6136560 w 10768629"/>
              <a:gd name="connsiteY122-6460" fmla="*/ 1665728 h 1978172"/>
              <a:gd name="connsiteX123-6461" fmla="*/ 6096155 w 10768629"/>
              <a:gd name="connsiteY123-6462" fmla="*/ 1656951 h 1978172"/>
              <a:gd name="connsiteX124-6463" fmla="*/ 6075812 w 10768629"/>
              <a:gd name="connsiteY124-6464" fmla="*/ 1655422 h 1978172"/>
              <a:gd name="connsiteX125-6465" fmla="*/ 6039495 w 10768629"/>
              <a:gd name="connsiteY125-6466" fmla="*/ 1649680 h 1978172"/>
              <a:gd name="connsiteX126-6467" fmla="*/ 6036523 w 10768629"/>
              <a:gd name="connsiteY126-6468" fmla="*/ 1652121 h 1978172"/>
              <a:gd name="connsiteX127-6469" fmla="*/ 6029328 w 10768629"/>
              <a:gd name="connsiteY127-6470" fmla="*/ 1649904 h 1978172"/>
              <a:gd name="connsiteX128-6471" fmla="*/ 6024075 w 10768629"/>
              <a:gd name="connsiteY128-6472" fmla="*/ 1652779 h 1978172"/>
              <a:gd name="connsiteX129-6473" fmla="*/ 6018085 w 10768629"/>
              <a:gd name="connsiteY129-6474" fmla="*/ 1652030 h 1978172"/>
              <a:gd name="connsiteX130-6475" fmla="*/ 5955513 w 10768629"/>
              <a:gd name="connsiteY130-6476" fmla="*/ 1663584 h 1978172"/>
              <a:gd name="connsiteX131-6477" fmla="*/ 5941996 w 10768629"/>
              <a:gd name="connsiteY131-6478" fmla="*/ 1661326 h 1978172"/>
              <a:gd name="connsiteX132-6479" fmla="*/ 5931789 w 10768629"/>
              <a:gd name="connsiteY132-6480" fmla="*/ 1669915 h 1978172"/>
              <a:gd name="connsiteX133-6481" fmla="*/ 5888686 w 10768629"/>
              <a:gd name="connsiteY133-6482" fmla="*/ 1672175 h 1978172"/>
              <a:gd name="connsiteX134-6483" fmla="*/ 5873794 w 10768629"/>
              <a:gd name="connsiteY134-6484" fmla="*/ 1665454 h 1978172"/>
              <a:gd name="connsiteX135-6485" fmla="*/ 5860022 w 10768629"/>
              <a:gd name="connsiteY135-6486" fmla="*/ 1660635 h 1978172"/>
              <a:gd name="connsiteX136-6487" fmla="*/ 5858237 w 10768629"/>
              <a:gd name="connsiteY136-6488" fmla="*/ 1660649 h 1978172"/>
              <a:gd name="connsiteX137-6489" fmla="*/ 5840319 w 10768629"/>
              <a:gd name="connsiteY137-6490" fmla="*/ 1660798 h 1978172"/>
              <a:gd name="connsiteX138-6491" fmla="*/ 5806984 w 10768629"/>
              <a:gd name="connsiteY138-6492" fmla="*/ 1661075 h 1978172"/>
              <a:gd name="connsiteX139-6493" fmla="*/ 5742351 w 10768629"/>
              <a:gd name="connsiteY139-6494" fmla="*/ 1667489 h 1978172"/>
              <a:gd name="connsiteX140-6495" fmla="*/ 5521171 w 10768629"/>
              <a:gd name="connsiteY140-6496" fmla="*/ 1671626 h 1978172"/>
              <a:gd name="connsiteX141-6497" fmla="*/ 5457384 w 10768629"/>
              <a:gd name="connsiteY141-6498" fmla="*/ 1683952 h 1978172"/>
              <a:gd name="connsiteX142-6499" fmla="*/ 4950070 w 10768629"/>
              <a:gd name="connsiteY142-6500" fmla="*/ 1748401 h 1978172"/>
              <a:gd name="connsiteX143-6501" fmla="*/ 4872172 w 10768629"/>
              <a:gd name="connsiteY143-6502" fmla="*/ 1757222 h 1978172"/>
              <a:gd name="connsiteX144-6503" fmla="*/ 4809524 w 10768629"/>
              <a:gd name="connsiteY144-6504" fmla="*/ 1761033 h 1978172"/>
              <a:gd name="connsiteX145-6505" fmla="*/ 4759058 w 10768629"/>
              <a:gd name="connsiteY145-6506" fmla="*/ 1766533 h 1978172"/>
              <a:gd name="connsiteX146-6507" fmla="*/ 4719749 w 10768629"/>
              <a:gd name="connsiteY146-6508" fmla="*/ 1771811 h 1978172"/>
              <a:gd name="connsiteX147-6509" fmla="*/ 4568686 w 10768629"/>
              <a:gd name="connsiteY147-6510" fmla="*/ 1786141 h 1978172"/>
              <a:gd name="connsiteX148-6511" fmla="*/ 4418751 w 10768629"/>
              <a:gd name="connsiteY148-6512" fmla="*/ 1796932 h 1978172"/>
              <a:gd name="connsiteX149-6513" fmla="*/ 4378377 w 10768629"/>
              <a:gd name="connsiteY149-6514" fmla="*/ 1815528 h 1978172"/>
              <a:gd name="connsiteX150-6515" fmla="*/ 4320575 w 10768629"/>
              <a:gd name="connsiteY150-6516" fmla="*/ 1832722 h 1978172"/>
              <a:gd name="connsiteX151-6517" fmla="*/ 4220200 w 10768629"/>
              <a:gd name="connsiteY151-6518" fmla="*/ 1873173 h 1978172"/>
              <a:gd name="connsiteX152-6519" fmla="*/ 4105361 w 10768629"/>
              <a:gd name="connsiteY152-6520" fmla="*/ 1894711 h 1978172"/>
              <a:gd name="connsiteX153-6521" fmla="*/ 3973223 w 10768629"/>
              <a:gd name="connsiteY153-6522" fmla="*/ 1881015 h 1978172"/>
              <a:gd name="connsiteX154-6523" fmla="*/ 3900992 w 10768629"/>
              <a:gd name="connsiteY154-6524" fmla="*/ 1880603 h 1978172"/>
              <a:gd name="connsiteX155-6525" fmla="*/ 3662119 w 10768629"/>
              <a:gd name="connsiteY155-6526" fmla="*/ 1876289 h 1978172"/>
              <a:gd name="connsiteX156-6527" fmla="*/ 3496919 w 10768629"/>
              <a:gd name="connsiteY156-6528" fmla="*/ 1873180 h 1978172"/>
              <a:gd name="connsiteX157-6529" fmla="*/ 3449433 w 10768629"/>
              <a:gd name="connsiteY157-6530" fmla="*/ 1889681 h 1978172"/>
              <a:gd name="connsiteX158-6531" fmla="*/ 3369766 w 10768629"/>
              <a:gd name="connsiteY158-6532" fmla="*/ 1916653 h 1978172"/>
              <a:gd name="connsiteX159-6533" fmla="*/ 3269672 w 10768629"/>
              <a:gd name="connsiteY159-6534" fmla="*/ 1938036 h 1978172"/>
              <a:gd name="connsiteX160-6535" fmla="*/ 3224897 w 10768629"/>
              <a:gd name="connsiteY160-6536" fmla="*/ 1943733 h 1978172"/>
              <a:gd name="connsiteX161-6537" fmla="*/ 3161463 w 10768629"/>
              <a:gd name="connsiteY161-6538" fmla="*/ 1946591 h 1978172"/>
              <a:gd name="connsiteX162-6539" fmla="*/ 3112044 w 10768629"/>
              <a:gd name="connsiteY162-6540" fmla="*/ 1935614 h 1978172"/>
              <a:gd name="connsiteX163-6541" fmla="*/ 3069716 w 10768629"/>
              <a:gd name="connsiteY163-6542" fmla="*/ 1930463 h 1978172"/>
              <a:gd name="connsiteX164-6543" fmla="*/ 3005773 w 10768629"/>
              <a:gd name="connsiteY164-6544" fmla="*/ 1915878 h 1978172"/>
              <a:gd name="connsiteX165-6545" fmla="*/ 2897201 w 10768629"/>
              <a:gd name="connsiteY165-6546" fmla="*/ 1926772 h 1978172"/>
              <a:gd name="connsiteX166-6547" fmla="*/ 2783891 w 10768629"/>
              <a:gd name="connsiteY166-6548" fmla="*/ 1931749 h 1978172"/>
              <a:gd name="connsiteX167-6549" fmla="*/ 2712447 w 10768629"/>
              <a:gd name="connsiteY167-6550" fmla="*/ 1933044 h 1978172"/>
              <a:gd name="connsiteX168-6551" fmla="*/ 2560151 w 10768629"/>
              <a:gd name="connsiteY168-6552" fmla="*/ 1963609 h 1978172"/>
              <a:gd name="connsiteX169-6553" fmla="*/ 2367221 w 10768629"/>
              <a:gd name="connsiteY169-6554" fmla="*/ 1971884 h 1978172"/>
              <a:gd name="connsiteX170-6555" fmla="*/ 2272130 w 10768629"/>
              <a:gd name="connsiteY170-6556" fmla="*/ 1961162 h 1978172"/>
              <a:gd name="connsiteX171-6557" fmla="*/ 2189404 w 10768629"/>
              <a:gd name="connsiteY171-6558" fmla="*/ 1978172 h 1978172"/>
              <a:gd name="connsiteX172-6559" fmla="*/ 2077704 w 10768629"/>
              <a:gd name="connsiteY172-6560" fmla="*/ 1965002 h 1978172"/>
              <a:gd name="connsiteX173-6561" fmla="*/ 2033299 w 10768629"/>
              <a:gd name="connsiteY173-6562" fmla="*/ 1969042 h 1978172"/>
              <a:gd name="connsiteX174-6563" fmla="*/ 1967996 w 10768629"/>
              <a:gd name="connsiteY174-6564" fmla="*/ 1953187 h 1978172"/>
              <a:gd name="connsiteX175-6565" fmla="*/ 1855805 w 10768629"/>
              <a:gd name="connsiteY175-6566" fmla="*/ 1926082 h 1978172"/>
              <a:gd name="connsiteX176-6567" fmla="*/ 1790957 w 10768629"/>
              <a:gd name="connsiteY176-6568" fmla="*/ 1919460 h 1978172"/>
              <a:gd name="connsiteX177-6569" fmla="*/ 1613978 w 10768629"/>
              <a:gd name="connsiteY177-6570" fmla="*/ 1891581 h 1978172"/>
              <a:gd name="connsiteX178-6571" fmla="*/ 1436831 w 10768629"/>
              <a:gd name="connsiteY178-6572" fmla="*/ 1856201 h 1978172"/>
              <a:gd name="connsiteX179-6573" fmla="*/ 1357365 w 10768629"/>
              <a:gd name="connsiteY179-6574" fmla="*/ 1832140 h 1978172"/>
              <a:gd name="connsiteX180-6575" fmla="*/ 1232341 w 10768629"/>
              <a:gd name="connsiteY180-6576" fmla="*/ 1785942 h 1978172"/>
              <a:gd name="connsiteX181-6577" fmla="*/ 1162595 w 10768629"/>
              <a:gd name="connsiteY181-6578" fmla="*/ 1758337 h 1978172"/>
              <a:gd name="connsiteX182-6579" fmla="*/ 1128523 w 10768629"/>
              <a:gd name="connsiteY182-6580" fmla="*/ 1763621 h 1978172"/>
              <a:gd name="connsiteX183-6581" fmla="*/ 991903 w 10768629"/>
              <a:gd name="connsiteY183-6582" fmla="*/ 1786741 h 1978172"/>
              <a:gd name="connsiteX184-6583" fmla="*/ 883960 w 10768629"/>
              <a:gd name="connsiteY184-6584" fmla="*/ 1822386 h 1978172"/>
              <a:gd name="connsiteX185-6585" fmla="*/ 766531 w 10768629"/>
              <a:gd name="connsiteY185-6586" fmla="*/ 1805053 h 1978172"/>
              <a:gd name="connsiteX186-6587" fmla="*/ 669779 w 10768629"/>
              <a:gd name="connsiteY186-6588" fmla="*/ 1800537 h 1978172"/>
              <a:gd name="connsiteX187-6589" fmla="*/ 523898 w 10768629"/>
              <a:gd name="connsiteY187-6590" fmla="*/ 1811085 h 1978172"/>
              <a:gd name="connsiteX188-6591" fmla="*/ 360251 w 10768629"/>
              <a:gd name="connsiteY188-6592" fmla="*/ 1830735 h 1978172"/>
              <a:gd name="connsiteX189-6593" fmla="*/ 255207 w 10768629"/>
              <a:gd name="connsiteY189-6594" fmla="*/ 1818275 h 1978172"/>
              <a:gd name="connsiteX190-6595" fmla="*/ 101803 w 10768629"/>
              <a:gd name="connsiteY190-6596" fmla="*/ 1870647 h 1978172"/>
              <a:gd name="connsiteX191-6597" fmla="*/ 25397 w 10768629"/>
              <a:gd name="connsiteY191-6598" fmla="*/ 1888443 h 1978172"/>
              <a:gd name="connsiteX192-6599" fmla="*/ 2370 w 10768629"/>
              <a:gd name="connsiteY192-6600" fmla="*/ 1878311 h 1978172"/>
              <a:gd name="connsiteX193-6601" fmla="*/ 0 w 10768629"/>
              <a:gd name="connsiteY193-6602" fmla="*/ 1878785 h 1978172"/>
              <a:gd name="connsiteX194-6603" fmla="*/ 0 w 10768629"/>
              <a:gd name="connsiteY194-6604" fmla="*/ 0 h 1978172"/>
              <a:gd name="connsiteX0-6605" fmla="*/ 0 w 10768629"/>
              <a:gd name="connsiteY0-6606" fmla="*/ 0 h 1978172"/>
              <a:gd name="connsiteX1-6607" fmla="*/ 10768629 w 10768629"/>
              <a:gd name="connsiteY1-6608" fmla="*/ 0 h 1978172"/>
              <a:gd name="connsiteX2-6609" fmla="*/ 10733254 w 10768629"/>
              <a:gd name="connsiteY2-6610" fmla="*/ 31439 h 1978172"/>
              <a:gd name="connsiteX3-6611" fmla="*/ 10727085 w 10768629"/>
              <a:gd name="connsiteY3-6612" fmla="*/ 37910 h 1978172"/>
              <a:gd name="connsiteX4-6613" fmla="*/ 10675953 w 10768629"/>
              <a:gd name="connsiteY4-6614" fmla="*/ 68623 h 1978172"/>
              <a:gd name="connsiteX5-6615" fmla="*/ 10637091 w 10768629"/>
              <a:gd name="connsiteY5-6616" fmla="*/ 90361 h 1978172"/>
              <a:gd name="connsiteX6-6617" fmla="*/ 10610971 w 10768629"/>
              <a:gd name="connsiteY6-6618" fmla="*/ 110764 h 1978172"/>
              <a:gd name="connsiteX7-6619" fmla="*/ 10532872 w 10768629"/>
              <a:gd name="connsiteY7-6620" fmla="*/ 138028 h 1978172"/>
              <a:gd name="connsiteX8-6621" fmla="*/ 10398558 w 10768629"/>
              <a:gd name="connsiteY8-6622" fmla="*/ 172911 h 1978172"/>
              <a:gd name="connsiteX9-6623" fmla="*/ 10371128 w 10768629"/>
              <a:gd name="connsiteY9-6624" fmla="*/ 182609 h 1978172"/>
              <a:gd name="connsiteX10-6625" fmla="*/ 10352178 w 10768629"/>
              <a:gd name="connsiteY10-6626" fmla="*/ 199976 h 1978172"/>
              <a:gd name="connsiteX11-6627" fmla="*/ 10351815 w 10768629"/>
              <a:gd name="connsiteY11-6628" fmla="*/ 211879 h 1978172"/>
              <a:gd name="connsiteX12-6629" fmla="*/ 10337471 w 10768629"/>
              <a:gd name="connsiteY12-6630" fmla="*/ 218661 h 1978172"/>
              <a:gd name="connsiteX13-6631" fmla="*/ 10334625 w 10768629"/>
              <a:gd name="connsiteY13-6632" fmla="*/ 222351 h 1978172"/>
              <a:gd name="connsiteX14-6633" fmla="*/ 10256365 w 10768629"/>
              <a:gd name="connsiteY14-6634" fmla="*/ 235917 h 1978172"/>
              <a:gd name="connsiteX15-6635" fmla="*/ 10201127 w 10768629"/>
              <a:gd name="connsiteY15-6636" fmla="*/ 267448 h 1978172"/>
              <a:gd name="connsiteX16-6637" fmla="*/ 9961218 w 10768629"/>
              <a:gd name="connsiteY16-6638" fmla="*/ 326720 h 1978172"/>
              <a:gd name="connsiteX17-6639" fmla="*/ 9859715 w 10768629"/>
              <a:gd name="connsiteY17-6640" fmla="*/ 355698 h 1978172"/>
              <a:gd name="connsiteX18-6641" fmla="*/ 9679867 w 10768629"/>
              <a:gd name="connsiteY18-6642" fmla="*/ 399081 h 1978172"/>
              <a:gd name="connsiteX19-6643" fmla="*/ 9490654 w 10768629"/>
              <a:gd name="connsiteY19-6644" fmla="*/ 455225 h 1978172"/>
              <a:gd name="connsiteX20-6645" fmla="*/ 9470837 w 10768629"/>
              <a:gd name="connsiteY20-6646" fmla="*/ 452539 h 1978172"/>
              <a:gd name="connsiteX21-6647" fmla="*/ 9469082 w 10768629"/>
              <a:gd name="connsiteY21-6648" fmla="*/ 454891 h 1978172"/>
              <a:gd name="connsiteX22-6649" fmla="*/ 9448038 w 10768629"/>
              <a:gd name="connsiteY22-6650" fmla="*/ 459733 h 1978172"/>
              <a:gd name="connsiteX23-6651" fmla="*/ 9396821 w 10768629"/>
              <a:gd name="connsiteY23-6652" fmla="*/ 455795 h 1978172"/>
              <a:gd name="connsiteX24-6653" fmla="*/ 9392197 w 10768629"/>
              <a:gd name="connsiteY24-6654" fmla="*/ 459796 h 1978172"/>
              <a:gd name="connsiteX25-6655" fmla="*/ 9347994 w 10768629"/>
              <a:gd name="connsiteY25-6656" fmla="*/ 464462 h 1978172"/>
              <a:gd name="connsiteX26-6657" fmla="*/ 9347889 w 10768629"/>
              <a:gd name="connsiteY26-6658" fmla="*/ 466539 h 1978172"/>
              <a:gd name="connsiteX27-6659" fmla="*/ 9337639 w 10768629"/>
              <a:gd name="connsiteY27-6660" fmla="*/ 476654 h 1978172"/>
              <a:gd name="connsiteX28-6661" fmla="*/ 9316893 w 10768629"/>
              <a:gd name="connsiteY28-6662" fmla="*/ 491390 h 1978172"/>
              <a:gd name="connsiteX29-6663" fmla="*/ 9229283 w 10768629"/>
              <a:gd name="connsiteY29-6664" fmla="*/ 555377 h 1978172"/>
              <a:gd name="connsiteX30-6665" fmla="*/ 9220274 w 10768629"/>
              <a:gd name="connsiteY30-6666" fmla="*/ 557502 h 1978172"/>
              <a:gd name="connsiteX31-6667" fmla="*/ 9220202 w 10768629"/>
              <a:gd name="connsiteY31-6668" fmla="*/ 558001 h 1978172"/>
              <a:gd name="connsiteX32-6669" fmla="*/ 9210908 w 10768629"/>
              <a:gd name="connsiteY32-6670" fmla="*/ 561147 h 1978172"/>
              <a:gd name="connsiteX33-6671" fmla="*/ 9186374 w 10768629"/>
              <a:gd name="connsiteY33-6672" fmla="*/ 565502 h 1978172"/>
              <a:gd name="connsiteX34-6673" fmla="*/ 9181058 w 10768629"/>
              <a:gd name="connsiteY34-6674" fmla="*/ 569943 h 1978172"/>
              <a:gd name="connsiteX35-6675" fmla="*/ 9179948 w 10768629"/>
              <a:gd name="connsiteY35-6676" fmla="*/ 576062 h 1978172"/>
              <a:gd name="connsiteX36-6677" fmla="*/ 9149110 w 10768629"/>
              <a:gd name="connsiteY36-6678" fmla="*/ 598906 h 1978172"/>
              <a:gd name="connsiteX37-6679" fmla="*/ 9078556 w 10768629"/>
              <a:gd name="connsiteY37-6680" fmla="*/ 644039 h 1978172"/>
              <a:gd name="connsiteX38-6681" fmla="*/ 8996399 w 10768629"/>
              <a:gd name="connsiteY38-6682" fmla="*/ 690055 h 1978172"/>
              <a:gd name="connsiteX39-6683" fmla="*/ 8803791 w 10768629"/>
              <a:gd name="connsiteY39-6684" fmla="*/ 813860 h 1978172"/>
              <a:gd name="connsiteX40-6685" fmla="*/ 8636202 w 10768629"/>
              <a:gd name="connsiteY40-6686" fmla="*/ 848463 h 1978172"/>
              <a:gd name="connsiteX41-6687" fmla="*/ 8555372 w 10768629"/>
              <a:gd name="connsiteY41-6688" fmla="*/ 883171 h 1978172"/>
              <a:gd name="connsiteX42-6689" fmla="*/ 8507229 w 10768629"/>
              <a:gd name="connsiteY42-6690" fmla="*/ 901665 h 1978172"/>
              <a:gd name="connsiteX43-6691" fmla="*/ 8428473 w 10768629"/>
              <a:gd name="connsiteY43-6692" fmla="*/ 927985 h 1978172"/>
              <a:gd name="connsiteX44-6693" fmla="*/ 8427914 w 10768629"/>
              <a:gd name="connsiteY44-6694" fmla="*/ 933480 h 1978172"/>
              <a:gd name="connsiteX45-6695" fmla="*/ 8420327 w 10768629"/>
              <a:gd name="connsiteY45-6696" fmla="*/ 941984 h 1978172"/>
              <a:gd name="connsiteX46-6697" fmla="*/ 8407128 w 10768629"/>
              <a:gd name="connsiteY46-6698" fmla="*/ 961344 h 1978172"/>
              <a:gd name="connsiteX47-6699" fmla="*/ 8380548 w 10768629"/>
              <a:gd name="connsiteY47-6700" fmla="*/ 987916 h 1978172"/>
              <a:gd name="connsiteX48-6701" fmla="*/ 8379462 w 10768629"/>
              <a:gd name="connsiteY48-6702" fmla="*/ 987106 h 1978172"/>
              <a:gd name="connsiteX49-6703" fmla="*/ 8369725 w 10768629"/>
              <a:gd name="connsiteY49-6704" fmla="*/ 989186 h 1978172"/>
              <a:gd name="connsiteX50-6705" fmla="*/ 8304438 w 10768629"/>
              <a:gd name="connsiteY50-6706" fmla="*/ 996739 h 1978172"/>
              <a:gd name="connsiteX51-6707" fmla="*/ 8280929 w 10768629"/>
              <a:gd name="connsiteY51-6708" fmla="*/ 1023089 h 1978172"/>
              <a:gd name="connsiteX52-6709" fmla="*/ 8275760 w 10768629"/>
              <a:gd name="connsiteY52-6710" fmla="*/ 1027772 h 1978172"/>
              <a:gd name="connsiteX53-6711" fmla="*/ 8275478 w 10768629"/>
              <a:gd name="connsiteY53-6712" fmla="*/ 1027605 h 1978172"/>
              <a:gd name="connsiteX54-6713" fmla="*/ 8269666 w 10768629"/>
              <a:gd name="connsiteY54-6714" fmla="*/ 1032033 h 1978172"/>
              <a:gd name="connsiteX55-6715" fmla="*/ 8203836 w 10768629"/>
              <a:gd name="connsiteY55-6716" fmla="*/ 1037347 h 1978172"/>
              <a:gd name="connsiteX56-6717" fmla="*/ 8122936 w 10768629"/>
              <a:gd name="connsiteY56-6718" fmla="*/ 1063113 h 1978172"/>
              <a:gd name="connsiteX57-6719" fmla="*/ 8043658 w 10768629"/>
              <a:gd name="connsiteY57-6720" fmla="*/ 1092746 h 1978172"/>
              <a:gd name="connsiteX58-6721" fmla="*/ 8015351 w 10768629"/>
              <a:gd name="connsiteY58-6722" fmla="*/ 1105478 h 1978172"/>
              <a:gd name="connsiteX59-6723" fmla="*/ 7963145 w 10768629"/>
              <a:gd name="connsiteY59-6724" fmla="*/ 1119346 h 1978172"/>
              <a:gd name="connsiteX60-6725" fmla="*/ 7938145 w 10768629"/>
              <a:gd name="connsiteY60-6726" fmla="*/ 1120225 h 1978172"/>
              <a:gd name="connsiteX61-6727" fmla="*/ 7937238 w 10768629"/>
              <a:gd name="connsiteY61-6728" fmla="*/ 1121204 h 1978172"/>
              <a:gd name="connsiteX62-6729" fmla="*/ 7934398 w 10768629"/>
              <a:gd name="connsiteY62-6730" fmla="*/ 1118240 h 1978172"/>
              <a:gd name="connsiteX63-6731" fmla="*/ 7918248 w 10768629"/>
              <a:gd name="connsiteY63-6732" fmla="*/ 1124371 h 1978172"/>
              <a:gd name="connsiteX64-6733" fmla="*/ 7914119 w 10768629"/>
              <a:gd name="connsiteY64-6734" fmla="*/ 1127653 h 1978172"/>
              <a:gd name="connsiteX65-6735" fmla="*/ 7907658 w 10768629"/>
              <a:gd name="connsiteY65-6736" fmla="*/ 1130350 h 1978172"/>
              <a:gd name="connsiteX66-6737" fmla="*/ 7907434 w 10768629"/>
              <a:gd name="connsiteY66-6738" fmla="*/ 1130103 h 1978172"/>
              <a:gd name="connsiteX67-6739" fmla="*/ 7901508 w 10768629"/>
              <a:gd name="connsiteY67-6740" fmla="*/ 1133245 h 1978172"/>
              <a:gd name="connsiteX68-6741" fmla="*/ 7873287 w 10768629"/>
              <a:gd name="connsiteY68-6742" fmla="*/ 1152609 h 1978172"/>
              <a:gd name="connsiteX69-6743" fmla="*/ 7834833 w 10768629"/>
              <a:gd name="connsiteY69-6744" fmla="*/ 1153868 h 1978172"/>
              <a:gd name="connsiteX70-6745" fmla="*/ 7828661 w 10768629"/>
              <a:gd name="connsiteY70-6746" fmla="*/ 1139994 h 1978172"/>
              <a:gd name="connsiteX71-6747" fmla="*/ 7823966 w 10768629"/>
              <a:gd name="connsiteY71-6748" fmla="*/ 1143178 h 1978172"/>
              <a:gd name="connsiteX72-6749" fmla="*/ 7815078 w 10768629"/>
              <a:gd name="connsiteY72-6750" fmla="*/ 1151776 h 1978172"/>
              <a:gd name="connsiteX73-6751" fmla="*/ 7812026 w 10768629"/>
              <a:gd name="connsiteY73-6752" fmla="*/ 1151522 h 1978172"/>
              <a:gd name="connsiteX74-6753" fmla="*/ 7782249 w 10768629"/>
              <a:gd name="connsiteY74-6754" fmla="*/ 1160970 h 1978172"/>
              <a:gd name="connsiteX75-6755" fmla="*/ 7773476 w 10768629"/>
              <a:gd name="connsiteY75-6756" fmla="*/ 1157414 h 1978172"/>
              <a:gd name="connsiteX76-6757" fmla="*/ 7769600 w 10768629"/>
              <a:gd name="connsiteY76-6758" fmla="*/ 1157365 h 1978172"/>
              <a:gd name="connsiteX77-6759" fmla="*/ 7752631 w 10768629"/>
              <a:gd name="connsiteY77-6760" fmla="*/ 1172815 h 1978172"/>
              <a:gd name="connsiteX78-6761" fmla="*/ 7743525 w 10768629"/>
              <a:gd name="connsiteY78-6762" fmla="*/ 1179064 h 1978172"/>
              <a:gd name="connsiteX79-6763" fmla="*/ 7685942 w 10768629"/>
              <a:gd name="connsiteY79-6764" fmla="*/ 1233723 h 1978172"/>
              <a:gd name="connsiteX80-6765" fmla="*/ 7586920 w 10768629"/>
              <a:gd name="connsiteY80-6766" fmla="*/ 1261888 h 1978172"/>
              <a:gd name="connsiteX81-6767" fmla="*/ 7486100 w 10768629"/>
              <a:gd name="connsiteY81-6768" fmla="*/ 1292563 h 1978172"/>
              <a:gd name="connsiteX82-6769" fmla="*/ 7407190 w 10768629"/>
              <a:gd name="connsiteY82-6770" fmla="*/ 1314737 h 1978172"/>
              <a:gd name="connsiteX83-6771" fmla="*/ 7240698 w 10768629"/>
              <a:gd name="connsiteY83-6772" fmla="*/ 1438832 h 1978172"/>
              <a:gd name="connsiteX84-6773" fmla="*/ 7197675 w 10768629"/>
              <a:gd name="connsiteY84-6774" fmla="*/ 1447530 h 1978172"/>
              <a:gd name="connsiteX85-6775" fmla="*/ 7164788 w 10768629"/>
              <a:gd name="connsiteY85-6776" fmla="*/ 1480293 h 1978172"/>
              <a:gd name="connsiteX86-6777" fmla="*/ 7147929 w 10768629"/>
              <a:gd name="connsiteY86-6778" fmla="*/ 1477641 h 1978172"/>
              <a:gd name="connsiteX87-6779" fmla="*/ 7144965 w 10768629"/>
              <a:gd name="connsiteY87-6780" fmla="*/ 1476908 h 1978172"/>
              <a:gd name="connsiteX88-6781" fmla="*/ 7134299 w 10768629"/>
              <a:gd name="connsiteY88-6782" fmla="*/ 1479969 h 1978172"/>
              <a:gd name="connsiteX89-6783" fmla="*/ 7129809 w 10768629"/>
              <a:gd name="connsiteY89-6784" fmla="*/ 1473339 h 1978172"/>
              <a:gd name="connsiteX90-6785" fmla="*/ 7112688 w 10768629"/>
              <a:gd name="connsiteY90-6786" fmla="*/ 1472575 h 1978172"/>
              <a:gd name="connsiteX91-6787" fmla="*/ 7093470 w 10768629"/>
              <a:gd name="connsiteY91-6788" fmla="*/ 1480300 h 1978172"/>
              <a:gd name="connsiteX92-6789" fmla="*/ 7025034 w 10768629"/>
              <a:gd name="connsiteY92-6790" fmla="*/ 1506934 h 1978172"/>
              <a:gd name="connsiteX93-6791" fmla="*/ 7014783 w 10768629"/>
              <a:gd name="connsiteY93-6792" fmla="*/ 1515868 h 1978172"/>
              <a:gd name="connsiteX94-6793" fmla="*/ 6979706 w 10768629"/>
              <a:gd name="connsiteY94-6794" fmla="*/ 1523511 h 1978172"/>
              <a:gd name="connsiteX95-6795" fmla="*/ 6977890 w 10768629"/>
              <a:gd name="connsiteY95-6796" fmla="*/ 1525793 h 1978172"/>
              <a:gd name="connsiteX96-6797" fmla="*/ 6944339 w 10768629"/>
              <a:gd name="connsiteY96-6798" fmla="*/ 1536237 h 1978172"/>
              <a:gd name="connsiteX97-6799" fmla="*/ 6886996 w 10768629"/>
              <a:gd name="connsiteY97-6800" fmla="*/ 1563569 h 1978172"/>
              <a:gd name="connsiteX98-6801" fmla="*/ 6874510 w 10768629"/>
              <a:gd name="connsiteY98-6802" fmla="*/ 1558469 h 1978172"/>
              <a:gd name="connsiteX99-6803" fmla="*/ 6871943 w 10768629"/>
              <a:gd name="connsiteY99-6804" fmla="*/ 1554651 h 1978172"/>
              <a:gd name="connsiteX100-6805" fmla="*/ 6856174 w 10768629"/>
              <a:gd name="connsiteY100-6806" fmla="*/ 1562024 h 1978172"/>
              <a:gd name="connsiteX101-6807" fmla="*/ 6842321 w 10768629"/>
              <a:gd name="connsiteY101-6808" fmla="*/ 1560554 h 1978172"/>
              <a:gd name="connsiteX102-6809" fmla="*/ 6832713 w 10768629"/>
              <a:gd name="connsiteY102-6810" fmla="*/ 1569357 h 1978172"/>
              <a:gd name="connsiteX103-6811" fmla="*/ 6816351 w 10768629"/>
              <a:gd name="connsiteY103-6812" fmla="*/ 1571495 h 1978172"/>
              <a:gd name="connsiteX104-6813" fmla="*/ 6795800 w 10768629"/>
              <a:gd name="connsiteY104-6814" fmla="*/ 1572010 h 1978172"/>
              <a:gd name="connsiteX105-6815" fmla="*/ 6777546 w 10768629"/>
              <a:gd name="connsiteY105-6816" fmla="*/ 1568661 h 1978172"/>
              <a:gd name="connsiteX106-6817" fmla="*/ 6751528 w 10768629"/>
              <a:gd name="connsiteY106-6818" fmla="*/ 1574143 h 1978172"/>
              <a:gd name="connsiteX107-6819" fmla="*/ 6691966 w 10768629"/>
              <a:gd name="connsiteY107-6820" fmla="*/ 1582255 h 1978172"/>
              <a:gd name="connsiteX108-6821" fmla="*/ 6646941 w 10768629"/>
              <a:gd name="connsiteY108-6822" fmla="*/ 1588471 h 1978172"/>
              <a:gd name="connsiteX109-6823" fmla="*/ 6568576 w 10768629"/>
              <a:gd name="connsiteY109-6824" fmla="*/ 1606488 h 1978172"/>
              <a:gd name="connsiteX110-6825" fmla="*/ 6554358 w 10768629"/>
              <a:gd name="connsiteY110-6826" fmla="*/ 1621701 h 1978172"/>
              <a:gd name="connsiteX111-6827" fmla="*/ 6516968 w 10768629"/>
              <a:gd name="connsiteY111-6828" fmla="*/ 1617195 h 1978172"/>
              <a:gd name="connsiteX112-6829" fmla="*/ 6506479 w 10768629"/>
              <a:gd name="connsiteY112-6830" fmla="*/ 1602227 h 1978172"/>
              <a:gd name="connsiteX113-6831" fmla="*/ 6458436 w 10768629"/>
              <a:gd name="connsiteY113-6832" fmla="*/ 1607332 h 1978172"/>
              <a:gd name="connsiteX114-6833" fmla="*/ 6414786 w 10768629"/>
              <a:gd name="connsiteY114-6834" fmla="*/ 1628815 h 1978172"/>
              <a:gd name="connsiteX115-6835" fmla="*/ 6357085 w 10768629"/>
              <a:gd name="connsiteY115-6836" fmla="*/ 1640846 h 1978172"/>
              <a:gd name="connsiteX116-6837" fmla="*/ 6322636 w 10768629"/>
              <a:gd name="connsiteY116-6838" fmla="*/ 1648213 h 1978172"/>
              <a:gd name="connsiteX117-6839" fmla="*/ 6226172 w 10768629"/>
              <a:gd name="connsiteY117-6840" fmla="*/ 1654676 h 1978172"/>
              <a:gd name="connsiteX118-6841" fmla="*/ 6221217 w 10768629"/>
              <a:gd name="connsiteY118-6842" fmla="*/ 1654506 h 1978172"/>
              <a:gd name="connsiteX119-6843" fmla="*/ 6204956 w 10768629"/>
              <a:gd name="connsiteY119-6844" fmla="*/ 1664280 h 1978172"/>
              <a:gd name="connsiteX120-6845" fmla="*/ 6204270 w 10768629"/>
              <a:gd name="connsiteY120-6846" fmla="*/ 1666782 h 1978172"/>
              <a:gd name="connsiteX121-6847" fmla="*/ 6143810 w 10768629"/>
              <a:gd name="connsiteY121-6848" fmla="*/ 1661963 h 1978172"/>
              <a:gd name="connsiteX122-6849" fmla="*/ 6136560 w 10768629"/>
              <a:gd name="connsiteY122-6850" fmla="*/ 1665728 h 1978172"/>
              <a:gd name="connsiteX123-6851" fmla="*/ 6096155 w 10768629"/>
              <a:gd name="connsiteY123-6852" fmla="*/ 1656951 h 1978172"/>
              <a:gd name="connsiteX124-6853" fmla="*/ 6075812 w 10768629"/>
              <a:gd name="connsiteY124-6854" fmla="*/ 1655422 h 1978172"/>
              <a:gd name="connsiteX125-6855" fmla="*/ 6039495 w 10768629"/>
              <a:gd name="connsiteY125-6856" fmla="*/ 1649680 h 1978172"/>
              <a:gd name="connsiteX126-6857" fmla="*/ 6036523 w 10768629"/>
              <a:gd name="connsiteY126-6858" fmla="*/ 1652121 h 1978172"/>
              <a:gd name="connsiteX127-6859" fmla="*/ 6029328 w 10768629"/>
              <a:gd name="connsiteY127-6860" fmla="*/ 1649904 h 1978172"/>
              <a:gd name="connsiteX128-6861" fmla="*/ 6024075 w 10768629"/>
              <a:gd name="connsiteY128-6862" fmla="*/ 1652779 h 1978172"/>
              <a:gd name="connsiteX129-6863" fmla="*/ 6018085 w 10768629"/>
              <a:gd name="connsiteY129-6864" fmla="*/ 1652030 h 1978172"/>
              <a:gd name="connsiteX130-6865" fmla="*/ 5955513 w 10768629"/>
              <a:gd name="connsiteY130-6866" fmla="*/ 1663584 h 1978172"/>
              <a:gd name="connsiteX131-6867" fmla="*/ 5941996 w 10768629"/>
              <a:gd name="connsiteY131-6868" fmla="*/ 1661326 h 1978172"/>
              <a:gd name="connsiteX132-6869" fmla="*/ 5931789 w 10768629"/>
              <a:gd name="connsiteY132-6870" fmla="*/ 1669915 h 1978172"/>
              <a:gd name="connsiteX133-6871" fmla="*/ 5888686 w 10768629"/>
              <a:gd name="connsiteY133-6872" fmla="*/ 1672175 h 1978172"/>
              <a:gd name="connsiteX134-6873" fmla="*/ 5873794 w 10768629"/>
              <a:gd name="connsiteY134-6874" fmla="*/ 1665454 h 1978172"/>
              <a:gd name="connsiteX135-6875" fmla="*/ 5860022 w 10768629"/>
              <a:gd name="connsiteY135-6876" fmla="*/ 1660635 h 1978172"/>
              <a:gd name="connsiteX136-6877" fmla="*/ 5858237 w 10768629"/>
              <a:gd name="connsiteY136-6878" fmla="*/ 1660649 h 1978172"/>
              <a:gd name="connsiteX137-6879" fmla="*/ 5840319 w 10768629"/>
              <a:gd name="connsiteY137-6880" fmla="*/ 1660798 h 1978172"/>
              <a:gd name="connsiteX138-6881" fmla="*/ 5806984 w 10768629"/>
              <a:gd name="connsiteY138-6882" fmla="*/ 1661075 h 1978172"/>
              <a:gd name="connsiteX139-6883" fmla="*/ 5742351 w 10768629"/>
              <a:gd name="connsiteY139-6884" fmla="*/ 1667489 h 1978172"/>
              <a:gd name="connsiteX140-6885" fmla="*/ 5521171 w 10768629"/>
              <a:gd name="connsiteY140-6886" fmla="*/ 1671626 h 1978172"/>
              <a:gd name="connsiteX141-6887" fmla="*/ 5457384 w 10768629"/>
              <a:gd name="connsiteY141-6888" fmla="*/ 1683952 h 1978172"/>
              <a:gd name="connsiteX142-6889" fmla="*/ 4950070 w 10768629"/>
              <a:gd name="connsiteY142-6890" fmla="*/ 1748401 h 1978172"/>
              <a:gd name="connsiteX143-6891" fmla="*/ 4872172 w 10768629"/>
              <a:gd name="connsiteY143-6892" fmla="*/ 1757222 h 1978172"/>
              <a:gd name="connsiteX144-6893" fmla="*/ 4809524 w 10768629"/>
              <a:gd name="connsiteY144-6894" fmla="*/ 1761033 h 1978172"/>
              <a:gd name="connsiteX145-6895" fmla="*/ 4759058 w 10768629"/>
              <a:gd name="connsiteY145-6896" fmla="*/ 1766533 h 1978172"/>
              <a:gd name="connsiteX146-6897" fmla="*/ 4719749 w 10768629"/>
              <a:gd name="connsiteY146-6898" fmla="*/ 1771811 h 1978172"/>
              <a:gd name="connsiteX147-6899" fmla="*/ 4568686 w 10768629"/>
              <a:gd name="connsiteY147-6900" fmla="*/ 1786141 h 1978172"/>
              <a:gd name="connsiteX148-6901" fmla="*/ 4418751 w 10768629"/>
              <a:gd name="connsiteY148-6902" fmla="*/ 1796932 h 1978172"/>
              <a:gd name="connsiteX149-6903" fmla="*/ 4378377 w 10768629"/>
              <a:gd name="connsiteY149-6904" fmla="*/ 1815528 h 1978172"/>
              <a:gd name="connsiteX150-6905" fmla="*/ 4320575 w 10768629"/>
              <a:gd name="connsiteY150-6906" fmla="*/ 1832722 h 1978172"/>
              <a:gd name="connsiteX151-6907" fmla="*/ 4220200 w 10768629"/>
              <a:gd name="connsiteY151-6908" fmla="*/ 1873173 h 1978172"/>
              <a:gd name="connsiteX152-6909" fmla="*/ 4105361 w 10768629"/>
              <a:gd name="connsiteY152-6910" fmla="*/ 1894711 h 1978172"/>
              <a:gd name="connsiteX153-6911" fmla="*/ 3973223 w 10768629"/>
              <a:gd name="connsiteY153-6912" fmla="*/ 1881015 h 1978172"/>
              <a:gd name="connsiteX154-6913" fmla="*/ 3900992 w 10768629"/>
              <a:gd name="connsiteY154-6914" fmla="*/ 1880603 h 1978172"/>
              <a:gd name="connsiteX155-6915" fmla="*/ 3662119 w 10768629"/>
              <a:gd name="connsiteY155-6916" fmla="*/ 1889285 h 1978172"/>
              <a:gd name="connsiteX156-6917" fmla="*/ 3496919 w 10768629"/>
              <a:gd name="connsiteY156-6918" fmla="*/ 1873180 h 1978172"/>
              <a:gd name="connsiteX157-6919" fmla="*/ 3449433 w 10768629"/>
              <a:gd name="connsiteY157-6920" fmla="*/ 1889681 h 1978172"/>
              <a:gd name="connsiteX158-6921" fmla="*/ 3369766 w 10768629"/>
              <a:gd name="connsiteY158-6922" fmla="*/ 1916653 h 1978172"/>
              <a:gd name="connsiteX159-6923" fmla="*/ 3269672 w 10768629"/>
              <a:gd name="connsiteY159-6924" fmla="*/ 1938036 h 1978172"/>
              <a:gd name="connsiteX160-6925" fmla="*/ 3224897 w 10768629"/>
              <a:gd name="connsiteY160-6926" fmla="*/ 1943733 h 1978172"/>
              <a:gd name="connsiteX161-6927" fmla="*/ 3161463 w 10768629"/>
              <a:gd name="connsiteY161-6928" fmla="*/ 1946591 h 1978172"/>
              <a:gd name="connsiteX162-6929" fmla="*/ 3112044 w 10768629"/>
              <a:gd name="connsiteY162-6930" fmla="*/ 1935614 h 1978172"/>
              <a:gd name="connsiteX163-6931" fmla="*/ 3069716 w 10768629"/>
              <a:gd name="connsiteY163-6932" fmla="*/ 1930463 h 1978172"/>
              <a:gd name="connsiteX164-6933" fmla="*/ 3005773 w 10768629"/>
              <a:gd name="connsiteY164-6934" fmla="*/ 1915878 h 1978172"/>
              <a:gd name="connsiteX165-6935" fmla="*/ 2897201 w 10768629"/>
              <a:gd name="connsiteY165-6936" fmla="*/ 1926772 h 1978172"/>
              <a:gd name="connsiteX166-6937" fmla="*/ 2783891 w 10768629"/>
              <a:gd name="connsiteY166-6938" fmla="*/ 1931749 h 1978172"/>
              <a:gd name="connsiteX167-6939" fmla="*/ 2712447 w 10768629"/>
              <a:gd name="connsiteY167-6940" fmla="*/ 1933044 h 1978172"/>
              <a:gd name="connsiteX168-6941" fmla="*/ 2560151 w 10768629"/>
              <a:gd name="connsiteY168-6942" fmla="*/ 1963609 h 1978172"/>
              <a:gd name="connsiteX169-6943" fmla="*/ 2367221 w 10768629"/>
              <a:gd name="connsiteY169-6944" fmla="*/ 1971884 h 1978172"/>
              <a:gd name="connsiteX170-6945" fmla="*/ 2272130 w 10768629"/>
              <a:gd name="connsiteY170-6946" fmla="*/ 1961162 h 1978172"/>
              <a:gd name="connsiteX171-6947" fmla="*/ 2189404 w 10768629"/>
              <a:gd name="connsiteY171-6948" fmla="*/ 1978172 h 1978172"/>
              <a:gd name="connsiteX172-6949" fmla="*/ 2077704 w 10768629"/>
              <a:gd name="connsiteY172-6950" fmla="*/ 1965002 h 1978172"/>
              <a:gd name="connsiteX173-6951" fmla="*/ 2033299 w 10768629"/>
              <a:gd name="connsiteY173-6952" fmla="*/ 1969042 h 1978172"/>
              <a:gd name="connsiteX174-6953" fmla="*/ 1967996 w 10768629"/>
              <a:gd name="connsiteY174-6954" fmla="*/ 1953187 h 1978172"/>
              <a:gd name="connsiteX175-6955" fmla="*/ 1855805 w 10768629"/>
              <a:gd name="connsiteY175-6956" fmla="*/ 1926082 h 1978172"/>
              <a:gd name="connsiteX176-6957" fmla="*/ 1790957 w 10768629"/>
              <a:gd name="connsiteY176-6958" fmla="*/ 1919460 h 1978172"/>
              <a:gd name="connsiteX177-6959" fmla="*/ 1613978 w 10768629"/>
              <a:gd name="connsiteY177-6960" fmla="*/ 1891581 h 1978172"/>
              <a:gd name="connsiteX178-6961" fmla="*/ 1436831 w 10768629"/>
              <a:gd name="connsiteY178-6962" fmla="*/ 1856201 h 1978172"/>
              <a:gd name="connsiteX179-6963" fmla="*/ 1357365 w 10768629"/>
              <a:gd name="connsiteY179-6964" fmla="*/ 1832140 h 1978172"/>
              <a:gd name="connsiteX180-6965" fmla="*/ 1232341 w 10768629"/>
              <a:gd name="connsiteY180-6966" fmla="*/ 1785942 h 1978172"/>
              <a:gd name="connsiteX181-6967" fmla="*/ 1162595 w 10768629"/>
              <a:gd name="connsiteY181-6968" fmla="*/ 1758337 h 1978172"/>
              <a:gd name="connsiteX182-6969" fmla="*/ 1128523 w 10768629"/>
              <a:gd name="connsiteY182-6970" fmla="*/ 1763621 h 1978172"/>
              <a:gd name="connsiteX183-6971" fmla="*/ 991903 w 10768629"/>
              <a:gd name="connsiteY183-6972" fmla="*/ 1786741 h 1978172"/>
              <a:gd name="connsiteX184-6973" fmla="*/ 883960 w 10768629"/>
              <a:gd name="connsiteY184-6974" fmla="*/ 1822386 h 1978172"/>
              <a:gd name="connsiteX185-6975" fmla="*/ 766531 w 10768629"/>
              <a:gd name="connsiteY185-6976" fmla="*/ 1805053 h 1978172"/>
              <a:gd name="connsiteX186-6977" fmla="*/ 669779 w 10768629"/>
              <a:gd name="connsiteY186-6978" fmla="*/ 1800537 h 1978172"/>
              <a:gd name="connsiteX187-6979" fmla="*/ 523898 w 10768629"/>
              <a:gd name="connsiteY187-6980" fmla="*/ 1811085 h 1978172"/>
              <a:gd name="connsiteX188-6981" fmla="*/ 360251 w 10768629"/>
              <a:gd name="connsiteY188-6982" fmla="*/ 1830735 h 1978172"/>
              <a:gd name="connsiteX189-6983" fmla="*/ 255207 w 10768629"/>
              <a:gd name="connsiteY189-6984" fmla="*/ 1818275 h 1978172"/>
              <a:gd name="connsiteX190-6985" fmla="*/ 101803 w 10768629"/>
              <a:gd name="connsiteY190-6986" fmla="*/ 1870647 h 1978172"/>
              <a:gd name="connsiteX191-6987" fmla="*/ 25397 w 10768629"/>
              <a:gd name="connsiteY191-6988" fmla="*/ 1888443 h 1978172"/>
              <a:gd name="connsiteX192-6989" fmla="*/ 2370 w 10768629"/>
              <a:gd name="connsiteY192-6990" fmla="*/ 1878311 h 1978172"/>
              <a:gd name="connsiteX193-6991" fmla="*/ 0 w 10768629"/>
              <a:gd name="connsiteY193-6992" fmla="*/ 1878785 h 1978172"/>
              <a:gd name="connsiteX194-6993" fmla="*/ 0 w 10768629"/>
              <a:gd name="connsiteY194-6994" fmla="*/ 0 h 1978172"/>
              <a:gd name="connsiteX0-6995" fmla="*/ 0 w 10768629"/>
              <a:gd name="connsiteY0-6996" fmla="*/ 0 h 1978172"/>
              <a:gd name="connsiteX1-6997" fmla="*/ 10768629 w 10768629"/>
              <a:gd name="connsiteY1-6998" fmla="*/ 0 h 1978172"/>
              <a:gd name="connsiteX2-6999" fmla="*/ 10733254 w 10768629"/>
              <a:gd name="connsiteY2-7000" fmla="*/ 31439 h 1978172"/>
              <a:gd name="connsiteX3-7001" fmla="*/ 10727085 w 10768629"/>
              <a:gd name="connsiteY3-7002" fmla="*/ 37910 h 1978172"/>
              <a:gd name="connsiteX4-7003" fmla="*/ 10675953 w 10768629"/>
              <a:gd name="connsiteY4-7004" fmla="*/ 68623 h 1978172"/>
              <a:gd name="connsiteX5-7005" fmla="*/ 10637091 w 10768629"/>
              <a:gd name="connsiteY5-7006" fmla="*/ 90361 h 1978172"/>
              <a:gd name="connsiteX6-7007" fmla="*/ 10610971 w 10768629"/>
              <a:gd name="connsiteY6-7008" fmla="*/ 110764 h 1978172"/>
              <a:gd name="connsiteX7-7009" fmla="*/ 10532872 w 10768629"/>
              <a:gd name="connsiteY7-7010" fmla="*/ 138028 h 1978172"/>
              <a:gd name="connsiteX8-7011" fmla="*/ 10398558 w 10768629"/>
              <a:gd name="connsiteY8-7012" fmla="*/ 172911 h 1978172"/>
              <a:gd name="connsiteX9-7013" fmla="*/ 10371128 w 10768629"/>
              <a:gd name="connsiteY9-7014" fmla="*/ 182609 h 1978172"/>
              <a:gd name="connsiteX10-7015" fmla="*/ 10352178 w 10768629"/>
              <a:gd name="connsiteY10-7016" fmla="*/ 199976 h 1978172"/>
              <a:gd name="connsiteX11-7017" fmla="*/ 10351815 w 10768629"/>
              <a:gd name="connsiteY11-7018" fmla="*/ 211879 h 1978172"/>
              <a:gd name="connsiteX12-7019" fmla="*/ 10337471 w 10768629"/>
              <a:gd name="connsiteY12-7020" fmla="*/ 218661 h 1978172"/>
              <a:gd name="connsiteX13-7021" fmla="*/ 10334625 w 10768629"/>
              <a:gd name="connsiteY13-7022" fmla="*/ 222351 h 1978172"/>
              <a:gd name="connsiteX14-7023" fmla="*/ 10256365 w 10768629"/>
              <a:gd name="connsiteY14-7024" fmla="*/ 235917 h 1978172"/>
              <a:gd name="connsiteX15-7025" fmla="*/ 10201127 w 10768629"/>
              <a:gd name="connsiteY15-7026" fmla="*/ 267448 h 1978172"/>
              <a:gd name="connsiteX16-7027" fmla="*/ 9961218 w 10768629"/>
              <a:gd name="connsiteY16-7028" fmla="*/ 326720 h 1978172"/>
              <a:gd name="connsiteX17-7029" fmla="*/ 9859715 w 10768629"/>
              <a:gd name="connsiteY17-7030" fmla="*/ 355698 h 1978172"/>
              <a:gd name="connsiteX18-7031" fmla="*/ 9679867 w 10768629"/>
              <a:gd name="connsiteY18-7032" fmla="*/ 399081 h 1978172"/>
              <a:gd name="connsiteX19-7033" fmla="*/ 9490654 w 10768629"/>
              <a:gd name="connsiteY19-7034" fmla="*/ 455225 h 1978172"/>
              <a:gd name="connsiteX20-7035" fmla="*/ 9470837 w 10768629"/>
              <a:gd name="connsiteY20-7036" fmla="*/ 452539 h 1978172"/>
              <a:gd name="connsiteX21-7037" fmla="*/ 9469082 w 10768629"/>
              <a:gd name="connsiteY21-7038" fmla="*/ 454891 h 1978172"/>
              <a:gd name="connsiteX22-7039" fmla="*/ 9448038 w 10768629"/>
              <a:gd name="connsiteY22-7040" fmla="*/ 459733 h 1978172"/>
              <a:gd name="connsiteX23-7041" fmla="*/ 9396821 w 10768629"/>
              <a:gd name="connsiteY23-7042" fmla="*/ 455795 h 1978172"/>
              <a:gd name="connsiteX24-7043" fmla="*/ 9392197 w 10768629"/>
              <a:gd name="connsiteY24-7044" fmla="*/ 459796 h 1978172"/>
              <a:gd name="connsiteX25-7045" fmla="*/ 9347994 w 10768629"/>
              <a:gd name="connsiteY25-7046" fmla="*/ 464462 h 1978172"/>
              <a:gd name="connsiteX26-7047" fmla="*/ 9347889 w 10768629"/>
              <a:gd name="connsiteY26-7048" fmla="*/ 466539 h 1978172"/>
              <a:gd name="connsiteX27-7049" fmla="*/ 9337639 w 10768629"/>
              <a:gd name="connsiteY27-7050" fmla="*/ 476654 h 1978172"/>
              <a:gd name="connsiteX28-7051" fmla="*/ 9316893 w 10768629"/>
              <a:gd name="connsiteY28-7052" fmla="*/ 491390 h 1978172"/>
              <a:gd name="connsiteX29-7053" fmla="*/ 9229283 w 10768629"/>
              <a:gd name="connsiteY29-7054" fmla="*/ 555377 h 1978172"/>
              <a:gd name="connsiteX30-7055" fmla="*/ 9220274 w 10768629"/>
              <a:gd name="connsiteY30-7056" fmla="*/ 557502 h 1978172"/>
              <a:gd name="connsiteX31-7057" fmla="*/ 9220202 w 10768629"/>
              <a:gd name="connsiteY31-7058" fmla="*/ 558001 h 1978172"/>
              <a:gd name="connsiteX32-7059" fmla="*/ 9210908 w 10768629"/>
              <a:gd name="connsiteY32-7060" fmla="*/ 561147 h 1978172"/>
              <a:gd name="connsiteX33-7061" fmla="*/ 9186374 w 10768629"/>
              <a:gd name="connsiteY33-7062" fmla="*/ 565502 h 1978172"/>
              <a:gd name="connsiteX34-7063" fmla="*/ 9181058 w 10768629"/>
              <a:gd name="connsiteY34-7064" fmla="*/ 569943 h 1978172"/>
              <a:gd name="connsiteX35-7065" fmla="*/ 9179948 w 10768629"/>
              <a:gd name="connsiteY35-7066" fmla="*/ 576062 h 1978172"/>
              <a:gd name="connsiteX36-7067" fmla="*/ 9149110 w 10768629"/>
              <a:gd name="connsiteY36-7068" fmla="*/ 598906 h 1978172"/>
              <a:gd name="connsiteX37-7069" fmla="*/ 9078556 w 10768629"/>
              <a:gd name="connsiteY37-7070" fmla="*/ 644039 h 1978172"/>
              <a:gd name="connsiteX38-7071" fmla="*/ 8996399 w 10768629"/>
              <a:gd name="connsiteY38-7072" fmla="*/ 690055 h 1978172"/>
              <a:gd name="connsiteX39-7073" fmla="*/ 8803791 w 10768629"/>
              <a:gd name="connsiteY39-7074" fmla="*/ 813860 h 1978172"/>
              <a:gd name="connsiteX40-7075" fmla="*/ 8636202 w 10768629"/>
              <a:gd name="connsiteY40-7076" fmla="*/ 848463 h 1978172"/>
              <a:gd name="connsiteX41-7077" fmla="*/ 8555372 w 10768629"/>
              <a:gd name="connsiteY41-7078" fmla="*/ 883171 h 1978172"/>
              <a:gd name="connsiteX42-7079" fmla="*/ 8507229 w 10768629"/>
              <a:gd name="connsiteY42-7080" fmla="*/ 901665 h 1978172"/>
              <a:gd name="connsiteX43-7081" fmla="*/ 8428473 w 10768629"/>
              <a:gd name="connsiteY43-7082" fmla="*/ 927985 h 1978172"/>
              <a:gd name="connsiteX44-7083" fmla="*/ 8427914 w 10768629"/>
              <a:gd name="connsiteY44-7084" fmla="*/ 933480 h 1978172"/>
              <a:gd name="connsiteX45-7085" fmla="*/ 8420327 w 10768629"/>
              <a:gd name="connsiteY45-7086" fmla="*/ 941984 h 1978172"/>
              <a:gd name="connsiteX46-7087" fmla="*/ 8407128 w 10768629"/>
              <a:gd name="connsiteY46-7088" fmla="*/ 961344 h 1978172"/>
              <a:gd name="connsiteX47-7089" fmla="*/ 8380548 w 10768629"/>
              <a:gd name="connsiteY47-7090" fmla="*/ 987916 h 1978172"/>
              <a:gd name="connsiteX48-7091" fmla="*/ 8379462 w 10768629"/>
              <a:gd name="connsiteY48-7092" fmla="*/ 987106 h 1978172"/>
              <a:gd name="connsiteX49-7093" fmla="*/ 8369725 w 10768629"/>
              <a:gd name="connsiteY49-7094" fmla="*/ 989186 h 1978172"/>
              <a:gd name="connsiteX50-7095" fmla="*/ 8304438 w 10768629"/>
              <a:gd name="connsiteY50-7096" fmla="*/ 996739 h 1978172"/>
              <a:gd name="connsiteX51-7097" fmla="*/ 8280929 w 10768629"/>
              <a:gd name="connsiteY51-7098" fmla="*/ 1023089 h 1978172"/>
              <a:gd name="connsiteX52-7099" fmla="*/ 8275760 w 10768629"/>
              <a:gd name="connsiteY52-7100" fmla="*/ 1027772 h 1978172"/>
              <a:gd name="connsiteX53-7101" fmla="*/ 8275478 w 10768629"/>
              <a:gd name="connsiteY53-7102" fmla="*/ 1027605 h 1978172"/>
              <a:gd name="connsiteX54-7103" fmla="*/ 8269666 w 10768629"/>
              <a:gd name="connsiteY54-7104" fmla="*/ 1032033 h 1978172"/>
              <a:gd name="connsiteX55-7105" fmla="*/ 8203836 w 10768629"/>
              <a:gd name="connsiteY55-7106" fmla="*/ 1037347 h 1978172"/>
              <a:gd name="connsiteX56-7107" fmla="*/ 8122936 w 10768629"/>
              <a:gd name="connsiteY56-7108" fmla="*/ 1063113 h 1978172"/>
              <a:gd name="connsiteX57-7109" fmla="*/ 8043658 w 10768629"/>
              <a:gd name="connsiteY57-7110" fmla="*/ 1092746 h 1978172"/>
              <a:gd name="connsiteX58-7111" fmla="*/ 8015351 w 10768629"/>
              <a:gd name="connsiteY58-7112" fmla="*/ 1105478 h 1978172"/>
              <a:gd name="connsiteX59-7113" fmla="*/ 7963145 w 10768629"/>
              <a:gd name="connsiteY59-7114" fmla="*/ 1119346 h 1978172"/>
              <a:gd name="connsiteX60-7115" fmla="*/ 7938145 w 10768629"/>
              <a:gd name="connsiteY60-7116" fmla="*/ 1120225 h 1978172"/>
              <a:gd name="connsiteX61-7117" fmla="*/ 7937238 w 10768629"/>
              <a:gd name="connsiteY61-7118" fmla="*/ 1121204 h 1978172"/>
              <a:gd name="connsiteX62-7119" fmla="*/ 7934398 w 10768629"/>
              <a:gd name="connsiteY62-7120" fmla="*/ 1118240 h 1978172"/>
              <a:gd name="connsiteX63-7121" fmla="*/ 7918248 w 10768629"/>
              <a:gd name="connsiteY63-7122" fmla="*/ 1124371 h 1978172"/>
              <a:gd name="connsiteX64-7123" fmla="*/ 7914119 w 10768629"/>
              <a:gd name="connsiteY64-7124" fmla="*/ 1127653 h 1978172"/>
              <a:gd name="connsiteX65-7125" fmla="*/ 7907658 w 10768629"/>
              <a:gd name="connsiteY65-7126" fmla="*/ 1130350 h 1978172"/>
              <a:gd name="connsiteX66-7127" fmla="*/ 7907434 w 10768629"/>
              <a:gd name="connsiteY66-7128" fmla="*/ 1130103 h 1978172"/>
              <a:gd name="connsiteX67-7129" fmla="*/ 7901508 w 10768629"/>
              <a:gd name="connsiteY67-7130" fmla="*/ 1133245 h 1978172"/>
              <a:gd name="connsiteX68-7131" fmla="*/ 7873287 w 10768629"/>
              <a:gd name="connsiteY68-7132" fmla="*/ 1152609 h 1978172"/>
              <a:gd name="connsiteX69-7133" fmla="*/ 7834833 w 10768629"/>
              <a:gd name="connsiteY69-7134" fmla="*/ 1153868 h 1978172"/>
              <a:gd name="connsiteX70-7135" fmla="*/ 7828661 w 10768629"/>
              <a:gd name="connsiteY70-7136" fmla="*/ 1139994 h 1978172"/>
              <a:gd name="connsiteX71-7137" fmla="*/ 7823966 w 10768629"/>
              <a:gd name="connsiteY71-7138" fmla="*/ 1143178 h 1978172"/>
              <a:gd name="connsiteX72-7139" fmla="*/ 7815078 w 10768629"/>
              <a:gd name="connsiteY72-7140" fmla="*/ 1151776 h 1978172"/>
              <a:gd name="connsiteX73-7141" fmla="*/ 7812026 w 10768629"/>
              <a:gd name="connsiteY73-7142" fmla="*/ 1151522 h 1978172"/>
              <a:gd name="connsiteX74-7143" fmla="*/ 7782249 w 10768629"/>
              <a:gd name="connsiteY74-7144" fmla="*/ 1160970 h 1978172"/>
              <a:gd name="connsiteX75-7145" fmla="*/ 7773476 w 10768629"/>
              <a:gd name="connsiteY75-7146" fmla="*/ 1157414 h 1978172"/>
              <a:gd name="connsiteX76-7147" fmla="*/ 7769600 w 10768629"/>
              <a:gd name="connsiteY76-7148" fmla="*/ 1157365 h 1978172"/>
              <a:gd name="connsiteX77-7149" fmla="*/ 7752631 w 10768629"/>
              <a:gd name="connsiteY77-7150" fmla="*/ 1172815 h 1978172"/>
              <a:gd name="connsiteX78-7151" fmla="*/ 7743525 w 10768629"/>
              <a:gd name="connsiteY78-7152" fmla="*/ 1179064 h 1978172"/>
              <a:gd name="connsiteX79-7153" fmla="*/ 7685942 w 10768629"/>
              <a:gd name="connsiteY79-7154" fmla="*/ 1233723 h 1978172"/>
              <a:gd name="connsiteX80-7155" fmla="*/ 7586920 w 10768629"/>
              <a:gd name="connsiteY80-7156" fmla="*/ 1261888 h 1978172"/>
              <a:gd name="connsiteX81-7157" fmla="*/ 7486100 w 10768629"/>
              <a:gd name="connsiteY81-7158" fmla="*/ 1292563 h 1978172"/>
              <a:gd name="connsiteX82-7159" fmla="*/ 7407190 w 10768629"/>
              <a:gd name="connsiteY82-7160" fmla="*/ 1314737 h 1978172"/>
              <a:gd name="connsiteX83-7161" fmla="*/ 7240698 w 10768629"/>
              <a:gd name="connsiteY83-7162" fmla="*/ 1438832 h 1978172"/>
              <a:gd name="connsiteX84-7163" fmla="*/ 7197675 w 10768629"/>
              <a:gd name="connsiteY84-7164" fmla="*/ 1447530 h 1978172"/>
              <a:gd name="connsiteX85-7165" fmla="*/ 7164788 w 10768629"/>
              <a:gd name="connsiteY85-7166" fmla="*/ 1480293 h 1978172"/>
              <a:gd name="connsiteX86-7167" fmla="*/ 7147929 w 10768629"/>
              <a:gd name="connsiteY86-7168" fmla="*/ 1477641 h 1978172"/>
              <a:gd name="connsiteX87-7169" fmla="*/ 7144965 w 10768629"/>
              <a:gd name="connsiteY87-7170" fmla="*/ 1476908 h 1978172"/>
              <a:gd name="connsiteX88-7171" fmla="*/ 7134299 w 10768629"/>
              <a:gd name="connsiteY88-7172" fmla="*/ 1479969 h 1978172"/>
              <a:gd name="connsiteX89-7173" fmla="*/ 7129809 w 10768629"/>
              <a:gd name="connsiteY89-7174" fmla="*/ 1473339 h 1978172"/>
              <a:gd name="connsiteX90-7175" fmla="*/ 7112688 w 10768629"/>
              <a:gd name="connsiteY90-7176" fmla="*/ 1472575 h 1978172"/>
              <a:gd name="connsiteX91-7177" fmla="*/ 7093470 w 10768629"/>
              <a:gd name="connsiteY91-7178" fmla="*/ 1480300 h 1978172"/>
              <a:gd name="connsiteX92-7179" fmla="*/ 7025034 w 10768629"/>
              <a:gd name="connsiteY92-7180" fmla="*/ 1506934 h 1978172"/>
              <a:gd name="connsiteX93-7181" fmla="*/ 7014783 w 10768629"/>
              <a:gd name="connsiteY93-7182" fmla="*/ 1515868 h 1978172"/>
              <a:gd name="connsiteX94-7183" fmla="*/ 6979706 w 10768629"/>
              <a:gd name="connsiteY94-7184" fmla="*/ 1523511 h 1978172"/>
              <a:gd name="connsiteX95-7185" fmla="*/ 6977890 w 10768629"/>
              <a:gd name="connsiteY95-7186" fmla="*/ 1525793 h 1978172"/>
              <a:gd name="connsiteX96-7187" fmla="*/ 6944339 w 10768629"/>
              <a:gd name="connsiteY96-7188" fmla="*/ 1536237 h 1978172"/>
              <a:gd name="connsiteX97-7189" fmla="*/ 6886996 w 10768629"/>
              <a:gd name="connsiteY97-7190" fmla="*/ 1563569 h 1978172"/>
              <a:gd name="connsiteX98-7191" fmla="*/ 6874510 w 10768629"/>
              <a:gd name="connsiteY98-7192" fmla="*/ 1558469 h 1978172"/>
              <a:gd name="connsiteX99-7193" fmla="*/ 6871943 w 10768629"/>
              <a:gd name="connsiteY99-7194" fmla="*/ 1554651 h 1978172"/>
              <a:gd name="connsiteX100-7195" fmla="*/ 6856174 w 10768629"/>
              <a:gd name="connsiteY100-7196" fmla="*/ 1562024 h 1978172"/>
              <a:gd name="connsiteX101-7197" fmla="*/ 6842321 w 10768629"/>
              <a:gd name="connsiteY101-7198" fmla="*/ 1560554 h 1978172"/>
              <a:gd name="connsiteX102-7199" fmla="*/ 6832713 w 10768629"/>
              <a:gd name="connsiteY102-7200" fmla="*/ 1569357 h 1978172"/>
              <a:gd name="connsiteX103-7201" fmla="*/ 6816351 w 10768629"/>
              <a:gd name="connsiteY103-7202" fmla="*/ 1571495 h 1978172"/>
              <a:gd name="connsiteX104-7203" fmla="*/ 6795800 w 10768629"/>
              <a:gd name="connsiteY104-7204" fmla="*/ 1572010 h 1978172"/>
              <a:gd name="connsiteX105-7205" fmla="*/ 6777546 w 10768629"/>
              <a:gd name="connsiteY105-7206" fmla="*/ 1568661 h 1978172"/>
              <a:gd name="connsiteX106-7207" fmla="*/ 6751528 w 10768629"/>
              <a:gd name="connsiteY106-7208" fmla="*/ 1574143 h 1978172"/>
              <a:gd name="connsiteX107-7209" fmla="*/ 6691966 w 10768629"/>
              <a:gd name="connsiteY107-7210" fmla="*/ 1582255 h 1978172"/>
              <a:gd name="connsiteX108-7211" fmla="*/ 6646941 w 10768629"/>
              <a:gd name="connsiteY108-7212" fmla="*/ 1588471 h 1978172"/>
              <a:gd name="connsiteX109-7213" fmla="*/ 6568576 w 10768629"/>
              <a:gd name="connsiteY109-7214" fmla="*/ 1606488 h 1978172"/>
              <a:gd name="connsiteX110-7215" fmla="*/ 6554358 w 10768629"/>
              <a:gd name="connsiteY110-7216" fmla="*/ 1621701 h 1978172"/>
              <a:gd name="connsiteX111-7217" fmla="*/ 6516968 w 10768629"/>
              <a:gd name="connsiteY111-7218" fmla="*/ 1617195 h 1978172"/>
              <a:gd name="connsiteX112-7219" fmla="*/ 6506479 w 10768629"/>
              <a:gd name="connsiteY112-7220" fmla="*/ 1602227 h 1978172"/>
              <a:gd name="connsiteX113-7221" fmla="*/ 6458436 w 10768629"/>
              <a:gd name="connsiteY113-7222" fmla="*/ 1607332 h 1978172"/>
              <a:gd name="connsiteX114-7223" fmla="*/ 6414786 w 10768629"/>
              <a:gd name="connsiteY114-7224" fmla="*/ 1628815 h 1978172"/>
              <a:gd name="connsiteX115-7225" fmla="*/ 6357085 w 10768629"/>
              <a:gd name="connsiteY115-7226" fmla="*/ 1640846 h 1978172"/>
              <a:gd name="connsiteX116-7227" fmla="*/ 6322636 w 10768629"/>
              <a:gd name="connsiteY116-7228" fmla="*/ 1648213 h 1978172"/>
              <a:gd name="connsiteX117-7229" fmla="*/ 6226172 w 10768629"/>
              <a:gd name="connsiteY117-7230" fmla="*/ 1654676 h 1978172"/>
              <a:gd name="connsiteX118-7231" fmla="*/ 6221217 w 10768629"/>
              <a:gd name="connsiteY118-7232" fmla="*/ 1654506 h 1978172"/>
              <a:gd name="connsiteX119-7233" fmla="*/ 6204956 w 10768629"/>
              <a:gd name="connsiteY119-7234" fmla="*/ 1664280 h 1978172"/>
              <a:gd name="connsiteX120-7235" fmla="*/ 6204270 w 10768629"/>
              <a:gd name="connsiteY120-7236" fmla="*/ 1666782 h 1978172"/>
              <a:gd name="connsiteX121-7237" fmla="*/ 6143810 w 10768629"/>
              <a:gd name="connsiteY121-7238" fmla="*/ 1661963 h 1978172"/>
              <a:gd name="connsiteX122-7239" fmla="*/ 6136560 w 10768629"/>
              <a:gd name="connsiteY122-7240" fmla="*/ 1665728 h 1978172"/>
              <a:gd name="connsiteX123-7241" fmla="*/ 6096155 w 10768629"/>
              <a:gd name="connsiteY123-7242" fmla="*/ 1656951 h 1978172"/>
              <a:gd name="connsiteX124-7243" fmla="*/ 6075812 w 10768629"/>
              <a:gd name="connsiteY124-7244" fmla="*/ 1655422 h 1978172"/>
              <a:gd name="connsiteX125-7245" fmla="*/ 6039495 w 10768629"/>
              <a:gd name="connsiteY125-7246" fmla="*/ 1649680 h 1978172"/>
              <a:gd name="connsiteX126-7247" fmla="*/ 6036523 w 10768629"/>
              <a:gd name="connsiteY126-7248" fmla="*/ 1652121 h 1978172"/>
              <a:gd name="connsiteX127-7249" fmla="*/ 6029328 w 10768629"/>
              <a:gd name="connsiteY127-7250" fmla="*/ 1649904 h 1978172"/>
              <a:gd name="connsiteX128-7251" fmla="*/ 6024075 w 10768629"/>
              <a:gd name="connsiteY128-7252" fmla="*/ 1652779 h 1978172"/>
              <a:gd name="connsiteX129-7253" fmla="*/ 6018085 w 10768629"/>
              <a:gd name="connsiteY129-7254" fmla="*/ 1652030 h 1978172"/>
              <a:gd name="connsiteX130-7255" fmla="*/ 5955513 w 10768629"/>
              <a:gd name="connsiteY130-7256" fmla="*/ 1663584 h 1978172"/>
              <a:gd name="connsiteX131-7257" fmla="*/ 5941996 w 10768629"/>
              <a:gd name="connsiteY131-7258" fmla="*/ 1661326 h 1978172"/>
              <a:gd name="connsiteX132-7259" fmla="*/ 5931789 w 10768629"/>
              <a:gd name="connsiteY132-7260" fmla="*/ 1669915 h 1978172"/>
              <a:gd name="connsiteX133-7261" fmla="*/ 5888686 w 10768629"/>
              <a:gd name="connsiteY133-7262" fmla="*/ 1672175 h 1978172"/>
              <a:gd name="connsiteX134-7263" fmla="*/ 5873794 w 10768629"/>
              <a:gd name="connsiteY134-7264" fmla="*/ 1665454 h 1978172"/>
              <a:gd name="connsiteX135-7265" fmla="*/ 5860022 w 10768629"/>
              <a:gd name="connsiteY135-7266" fmla="*/ 1660635 h 1978172"/>
              <a:gd name="connsiteX136-7267" fmla="*/ 5858237 w 10768629"/>
              <a:gd name="connsiteY136-7268" fmla="*/ 1660649 h 1978172"/>
              <a:gd name="connsiteX137-7269" fmla="*/ 5840319 w 10768629"/>
              <a:gd name="connsiteY137-7270" fmla="*/ 1660798 h 1978172"/>
              <a:gd name="connsiteX138-7271" fmla="*/ 5806984 w 10768629"/>
              <a:gd name="connsiteY138-7272" fmla="*/ 1661075 h 1978172"/>
              <a:gd name="connsiteX139-7273" fmla="*/ 5742351 w 10768629"/>
              <a:gd name="connsiteY139-7274" fmla="*/ 1667489 h 1978172"/>
              <a:gd name="connsiteX140-7275" fmla="*/ 5521171 w 10768629"/>
              <a:gd name="connsiteY140-7276" fmla="*/ 1671626 h 1978172"/>
              <a:gd name="connsiteX141-7277" fmla="*/ 5457384 w 10768629"/>
              <a:gd name="connsiteY141-7278" fmla="*/ 1683952 h 1978172"/>
              <a:gd name="connsiteX142-7279" fmla="*/ 4950070 w 10768629"/>
              <a:gd name="connsiteY142-7280" fmla="*/ 1748401 h 1978172"/>
              <a:gd name="connsiteX143-7281" fmla="*/ 4872172 w 10768629"/>
              <a:gd name="connsiteY143-7282" fmla="*/ 1757222 h 1978172"/>
              <a:gd name="connsiteX144-7283" fmla="*/ 4809524 w 10768629"/>
              <a:gd name="connsiteY144-7284" fmla="*/ 1761033 h 1978172"/>
              <a:gd name="connsiteX145-7285" fmla="*/ 4759058 w 10768629"/>
              <a:gd name="connsiteY145-7286" fmla="*/ 1766533 h 1978172"/>
              <a:gd name="connsiteX146-7287" fmla="*/ 4719749 w 10768629"/>
              <a:gd name="connsiteY146-7288" fmla="*/ 1771811 h 1978172"/>
              <a:gd name="connsiteX147-7289" fmla="*/ 4568686 w 10768629"/>
              <a:gd name="connsiteY147-7290" fmla="*/ 1786141 h 1978172"/>
              <a:gd name="connsiteX148-7291" fmla="*/ 4418751 w 10768629"/>
              <a:gd name="connsiteY148-7292" fmla="*/ 1796932 h 1978172"/>
              <a:gd name="connsiteX149-7293" fmla="*/ 4378377 w 10768629"/>
              <a:gd name="connsiteY149-7294" fmla="*/ 1815528 h 1978172"/>
              <a:gd name="connsiteX150-7295" fmla="*/ 4320575 w 10768629"/>
              <a:gd name="connsiteY150-7296" fmla="*/ 1832722 h 1978172"/>
              <a:gd name="connsiteX151-7297" fmla="*/ 4220200 w 10768629"/>
              <a:gd name="connsiteY151-7298" fmla="*/ 1873173 h 1978172"/>
              <a:gd name="connsiteX152-7299" fmla="*/ 4105361 w 10768629"/>
              <a:gd name="connsiteY152-7300" fmla="*/ 1894711 h 1978172"/>
              <a:gd name="connsiteX153-7301" fmla="*/ 3973223 w 10768629"/>
              <a:gd name="connsiteY153-7302" fmla="*/ 1881015 h 1978172"/>
              <a:gd name="connsiteX154-7303" fmla="*/ 3900992 w 10768629"/>
              <a:gd name="connsiteY154-7304" fmla="*/ 1880603 h 1978172"/>
              <a:gd name="connsiteX155-7305" fmla="*/ 3662119 w 10768629"/>
              <a:gd name="connsiteY155-7306" fmla="*/ 1889285 h 1978172"/>
              <a:gd name="connsiteX156-7307" fmla="*/ 3496919 w 10768629"/>
              <a:gd name="connsiteY156-7308" fmla="*/ 1873180 h 1978172"/>
              <a:gd name="connsiteX157-7309" fmla="*/ 3449433 w 10768629"/>
              <a:gd name="connsiteY157-7310" fmla="*/ 1889681 h 1978172"/>
              <a:gd name="connsiteX158-7311" fmla="*/ 3369766 w 10768629"/>
              <a:gd name="connsiteY158-7312" fmla="*/ 1916653 h 1978172"/>
              <a:gd name="connsiteX159-7313" fmla="*/ 3269672 w 10768629"/>
              <a:gd name="connsiteY159-7314" fmla="*/ 1938036 h 1978172"/>
              <a:gd name="connsiteX160-7315" fmla="*/ 3224897 w 10768629"/>
              <a:gd name="connsiteY160-7316" fmla="*/ 1943733 h 1978172"/>
              <a:gd name="connsiteX161-7317" fmla="*/ 3161463 w 10768629"/>
              <a:gd name="connsiteY161-7318" fmla="*/ 1946591 h 1978172"/>
              <a:gd name="connsiteX162-7319" fmla="*/ 3112044 w 10768629"/>
              <a:gd name="connsiteY162-7320" fmla="*/ 1935614 h 1978172"/>
              <a:gd name="connsiteX163-7321" fmla="*/ 3069716 w 10768629"/>
              <a:gd name="connsiteY163-7322" fmla="*/ 1930463 h 1978172"/>
              <a:gd name="connsiteX164-7323" fmla="*/ 3005773 w 10768629"/>
              <a:gd name="connsiteY164-7324" fmla="*/ 1915878 h 1978172"/>
              <a:gd name="connsiteX165-7325" fmla="*/ 2897201 w 10768629"/>
              <a:gd name="connsiteY165-7326" fmla="*/ 1926772 h 1978172"/>
              <a:gd name="connsiteX166-7327" fmla="*/ 2783891 w 10768629"/>
              <a:gd name="connsiteY166-7328" fmla="*/ 1931749 h 1978172"/>
              <a:gd name="connsiteX167-7329" fmla="*/ 2712447 w 10768629"/>
              <a:gd name="connsiteY167-7330" fmla="*/ 1933044 h 1978172"/>
              <a:gd name="connsiteX168-7331" fmla="*/ 2560151 w 10768629"/>
              <a:gd name="connsiteY168-7332" fmla="*/ 1963609 h 1978172"/>
              <a:gd name="connsiteX169-7333" fmla="*/ 2367221 w 10768629"/>
              <a:gd name="connsiteY169-7334" fmla="*/ 1971884 h 1978172"/>
              <a:gd name="connsiteX170-7335" fmla="*/ 2272130 w 10768629"/>
              <a:gd name="connsiteY170-7336" fmla="*/ 1961162 h 1978172"/>
              <a:gd name="connsiteX171-7337" fmla="*/ 2189404 w 10768629"/>
              <a:gd name="connsiteY171-7338" fmla="*/ 1978172 h 1978172"/>
              <a:gd name="connsiteX172-7339" fmla="*/ 2077704 w 10768629"/>
              <a:gd name="connsiteY172-7340" fmla="*/ 1965002 h 1978172"/>
              <a:gd name="connsiteX173-7341" fmla="*/ 2033299 w 10768629"/>
              <a:gd name="connsiteY173-7342" fmla="*/ 1969042 h 1978172"/>
              <a:gd name="connsiteX174-7343" fmla="*/ 1967996 w 10768629"/>
              <a:gd name="connsiteY174-7344" fmla="*/ 1953187 h 1978172"/>
              <a:gd name="connsiteX175-7345" fmla="*/ 1855805 w 10768629"/>
              <a:gd name="connsiteY175-7346" fmla="*/ 1926082 h 1978172"/>
              <a:gd name="connsiteX176-7347" fmla="*/ 1790957 w 10768629"/>
              <a:gd name="connsiteY176-7348" fmla="*/ 1919460 h 1978172"/>
              <a:gd name="connsiteX177-7349" fmla="*/ 1613978 w 10768629"/>
              <a:gd name="connsiteY177-7350" fmla="*/ 1891581 h 1978172"/>
              <a:gd name="connsiteX178-7351" fmla="*/ 1436831 w 10768629"/>
              <a:gd name="connsiteY178-7352" fmla="*/ 1856201 h 1978172"/>
              <a:gd name="connsiteX179-7353" fmla="*/ 1357365 w 10768629"/>
              <a:gd name="connsiteY179-7354" fmla="*/ 1832140 h 1978172"/>
              <a:gd name="connsiteX180-7355" fmla="*/ 1232341 w 10768629"/>
              <a:gd name="connsiteY180-7356" fmla="*/ 1785942 h 1978172"/>
              <a:gd name="connsiteX181-7357" fmla="*/ 1162595 w 10768629"/>
              <a:gd name="connsiteY181-7358" fmla="*/ 1758337 h 1978172"/>
              <a:gd name="connsiteX182-7359" fmla="*/ 1128523 w 10768629"/>
              <a:gd name="connsiteY182-7360" fmla="*/ 1763621 h 1978172"/>
              <a:gd name="connsiteX183-7361" fmla="*/ 991903 w 10768629"/>
              <a:gd name="connsiteY183-7362" fmla="*/ 1786741 h 1978172"/>
              <a:gd name="connsiteX184-7363" fmla="*/ 883960 w 10768629"/>
              <a:gd name="connsiteY184-7364" fmla="*/ 1822386 h 1978172"/>
              <a:gd name="connsiteX185-7365" fmla="*/ 766531 w 10768629"/>
              <a:gd name="connsiteY185-7366" fmla="*/ 1805053 h 1978172"/>
              <a:gd name="connsiteX186-7367" fmla="*/ 669779 w 10768629"/>
              <a:gd name="connsiteY186-7368" fmla="*/ 1800537 h 1978172"/>
              <a:gd name="connsiteX187-7369" fmla="*/ 523898 w 10768629"/>
              <a:gd name="connsiteY187-7370" fmla="*/ 1811085 h 1978172"/>
              <a:gd name="connsiteX188-7371" fmla="*/ 360251 w 10768629"/>
              <a:gd name="connsiteY188-7372" fmla="*/ 1830735 h 1978172"/>
              <a:gd name="connsiteX189-7373" fmla="*/ 255207 w 10768629"/>
              <a:gd name="connsiteY189-7374" fmla="*/ 1818275 h 1978172"/>
              <a:gd name="connsiteX190-7375" fmla="*/ 101803 w 10768629"/>
              <a:gd name="connsiteY190-7376" fmla="*/ 1870647 h 1978172"/>
              <a:gd name="connsiteX191-7377" fmla="*/ 25397 w 10768629"/>
              <a:gd name="connsiteY191-7378" fmla="*/ 1888443 h 1978172"/>
              <a:gd name="connsiteX192-7379" fmla="*/ 2370 w 10768629"/>
              <a:gd name="connsiteY192-7380" fmla="*/ 1878311 h 1978172"/>
              <a:gd name="connsiteX193-7381" fmla="*/ 0 w 10768629"/>
              <a:gd name="connsiteY193-7382" fmla="*/ 1878785 h 1978172"/>
              <a:gd name="connsiteX194-7383" fmla="*/ 0 w 10768629"/>
              <a:gd name="connsiteY194-7384" fmla="*/ 0 h 1978172"/>
              <a:gd name="connsiteX0-7385" fmla="*/ 0 w 10768629"/>
              <a:gd name="connsiteY0-7386" fmla="*/ 0 h 1978172"/>
              <a:gd name="connsiteX1-7387" fmla="*/ 10768629 w 10768629"/>
              <a:gd name="connsiteY1-7388" fmla="*/ 0 h 1978172"/>
              <a:gd name="connsiteX2-7389" fmla="*/ 10733254 w 10768629"/>
              <a:gd name="connsiteY2-7390" fmla="*/ 31439 h 1978172"/>
              <a:gd name="connsiteX3-7391" fmla="*/ 10727085 w 10768629"/>
              <a:gd name="connsiteY3-7392" fmla="*/ 37910 h 1978172"/>
              <a:gd name="connsiteX4-7393" fmla="*/ 10675953 w 10768629"/>
              <a:gd name="connsiteY4-7394" fmla="*/ 68623 h 1978172"/>
              <a:gd name="connsiteX5-7395" fmla="*/ 10637091 w 10768629"/>
              <a:gd name="connsiteY5-7396" fmla="*/ 90361 h 1978172"/>
              <a:gd name="connsiteX6-7397" fmla="*/ 10610971 w 10768629"/>
              <a:gd name="connsiteY6-7398" fmla="*/ 110764 h 1978172"/>
              <a:gd name="connsiteX7-7399" fmla="*/ 10532872 w 10768629"/>
              <a:gd name="connsiteY7-7400" fmla="*/ 138028 h 1978172"/>
              <a:gd name="connsiteX8-7401" fmla="*/ 10398558 w 10768629"/>
              <a:gd name="connsiteY8-7402" fmla="*/ 172911 h 1978172"/>
              <a:gd name="connsiteX9-7403" fmla="*/ 10371128 w 10768629"/>
              <a:gd name="connsiteY9-7404" fmla="*/ 182609 h 1978172"/>
              <a:gd name="connsiteX10-7405" fmla="*/ 10352178 w 10768629"/>
              <a:gd name="connsiteY10-7406" fmla="*/ 199976 h 1978172"/>
              <a:gd name="connsiteX11-7407" fmla="*/ 10351815 w 10768629"/>
              <a:gd name="connsiteY11-7408" fmla="*/ 211879 h 1978172"/>
              <a:gd name="connsiteX12-7409" fmla="*/ 10337471 w 10768629"/>
              <a:gd name="connsiteY12-7410" fmla="*/ 218661 h 1978172"/>
              <a:gd name="connsiteX13-7411" fmla="*/ 10334625 w 10768629"/>
              <a:gd name="connsiteY13-7412" fmla="*/ 222351 h 1978172"/>
              <a:gd name="connsiteX14-7413" fmla="*/ 10256365 w 10768629"/>
              <a:gd name="connsiteY14-7414" fmla="*/ 235917 h 1978172"/>
              <a:gd name="connsiteX15-7415" fmla="*/ 10201127 w 10768629"/>
              <a:gd name="connsiteY15-7416" fmla="*/ 267448 h 1978172"/>
              <a:gd name="connsiteX16-7417" fmla="*/ 9961218 w 10768629"/>
              <a:gd name="connsiteY16-7418" fmla="*/ 326720 h 1978172"/>
              <a:gd name="connsiteX17-7419" fmla="*/ 9859715 w 10768629"/>
              <a:gd name="connsiteY17-7420" fmla="*/ 355698 h 1978172"/>
              <a:gd name="connsiteX18-7421" fmla="*/ 9679867 w 10768629"/>
              <a:gd name="connsiteY18-7422" fmla="*/ 399081 h 1978172"/>
              <a:gd name="connsiteX19-7423" fmla="*/ 9490654 w 10768629"/>
              <a:gd name="connsiteY19-7424" fmla="*/ 455225 h 1978172"/>
              <a:gd name="connsiteX20-7425" fmla="*/ 9470837 w 10768629"/>
              <a:gd name="connsiteY20-7426" fmla="*/ 452539 h 1978172"/>
              <a:gd name="connsiteX21-7427" fmla="*/ 9469082 w 10768629"/>
              <a:gd name="connsiteY21-7428" fmla="*/ 454891 h 1978172"/>
              <a:gd name="connsiteX22-7429" fmla="*/ 9448038 w 10768629"/>
              <a:gd name="connsiteY22-7430" fmla="*/ 459733 h 1978172"/>
              <a:gd name="connsiteX23-7431" fmla="*/ 9396821 w 10768629"/>
              <a:gd name="connsiteY23-7432" fmla="*/ 455795 h 1978172"/>
              <a:gd name="connsiteX24-7433" fmla="*/ 9392197 w 10768629"/>
              <a:gd name="connsiteY24-7434" fmla="*/ 459796 h 1978172"/>
              <a:gd name="connsiteX25-7435" fmla="*/ 9347994 w 10768629"/>
              <a:gd name="connsiteY25-7436" fmla="*/ 464462 h 1978172"/>
              <a:gd name="connsiteX26-7437" fmla="*/ 9347889 w 10768629"/>
              <a:gd name="connsiteY26-7438" fmla="*/ 466539 h 1978172"/>
              <a:gd name="connsiteX27-7439" fmla="*/ 9337639 w 10768629"/>
              <a:gd name="connsiteY27-7440" fmla="*/ 476654 h 1978172"/>
              <a:gd name="connsiteX28-7441" fmla="*/ 9316893 w 10768629"/>
              <a:gd name="connsiteY28-7442" fmla="*/ 491390 h 1978172"/>
              <a:gd name="connsiteX29-7443" fmla="*/ 9229283 w 10768629"/>
              <a:gd name="connsiteY29-7444" fmla="*/ 555377 h 1978172"/>
              <a:gd name="connsiteX30-7445" fmla="*/ 9220274 w 10768629"/>
              <a:gd name="connsiteY30-7446" fmla="*/ 557502 h 1978172"/>
              <a:gd name="connsiteX31-7447" fmla="*/ 9220202 w 10768629"/>
              <a:gd name="connsiteY31-7448" fmla="*/ 558001 h 1978172"/>
              <a:gd name="connsiteX32-7449" fmla="*/ 9210908 w 10768629"/>
              <a:gd name="connsiteY32-7450" fmla="*/ 561147 h 1978172"/>
              <a:gd name="connsiteX33-7451" fmla="*/ 9186374 w 10768629"/>
              <a:gd name="connsiteY33-7452" fmla="*/ 565502 h 1978172"/>
              <a:gd name="connsiteX34-7453" fmla="*/ 9181058 w 10768629"/>
              <a:gd name="connsiteY34-7454" fmla="*/ 569943 h 1978172"/>
              <a:gd name="connsiteX35-7455" fmla="*/ 9179948 w 10768629"/>
              <a:gd name="connsiteY35-7456" fmla="*/ 576062 h 1978172"/>
              <a:gd name="connsiteX36-7457" fmla="*/ 9149110 w 10768629"/>
              <a:gd name="connsiteY36-7458" fmla="*/ 598906 h 1978172"/>
              <a:gd name="connsiteX37-7459" fmla="*/ 9078556 w 10768629"/>
              <a:gd name="connsiteY37-7460" fmla="*/ 644039 h 1978172"/>
              <a:gd name="connsiteX38-7461" fmla="*/ 8996399 w 10768629"/>
              <a:gd name="connsiteY38-7462" fmla="*/ 690055 h 1978172"/>
              <a:gd name="connsiteX39-7463" fmla="*/ 8803791 w 10768629"/>
              <a:gd name="connsiteY39-7464" fmla="*/ 813860 h 1978172"/>
              <a:gd name="connsiteX40-7465" fmla="*/ 8636202 w 10768629"/>
              <a:gd name="connsiteY40-7466" fmla="*/ 848463 h 1978172"/>
              <a:gd name="connsiteX41-7467" fmla="*/ 8555372 w 10768629"/>
              <a:gd name="connsiteY41-7468" fmla="*/ 883171 h 1978172"/>
              <a:gd name="connsiteX42-7469" fmla="*/ 8507229 w 10768629"/>
              <a:gd name="connsiteY42-7470" fmla="*/ 901665 h 1978172"/>
              <a:gd name="connsiteX43-7471" fmla="*/ 8428473 w 10768629"/>
              <a:gd name="connsiteY43-7472" fmla="*/ 927985 h 1978172"/>
              <a:gd name="connsiteX44-7473" fmla="*/ 8427914 w 10768629"/>
              <a:gd name="connsiteY44-7474" fmla="*/ 933480 h 1978172"/>
              <a:gd name="connsiteX45-7475" fmla="*/ 8420327 w 10768629"/>
              <a:gd name="connsiteY45-7476" fmla="*/ 941984 h 1978172"/>
              <a:gd name="connsiteX46-7477" fmla="*/ 8407128 w 10768629"/>
              <a:gd name="connsiteY46-7478" fmla="*/ 961344 h 1978172"/>
              <a:gd name="connsiteX47-7479" fmla="*/ 8380548 w 10768629"/>
              <a:gd name="connsiteY47-7480" fmla="*/ 987916 h 1978172"/>
              <a:gd name="connsiteX48-7481" fmla="*/ 8379462 w 10768629"/>
              <a:gd name="connsiteY48-7482" fmla="*/ 987106 h 1978172"/>
              <a:gd name="connsiteX49-7483" fmla="*/ 8369725 w 10768629"/>
              <a:gd name="connsiteY49-7484" fmla="*/ 989186 h 1978172"/>
              <a:gd name="connsiteX50-7485" fmla="*/ 8304438 w 10768629"/>
              <a:gd name="connsiteY50-7486" fmla="*/ 996739 h 1978172"/>
              <a:gd name="connsiteX51-7487" fmla="*/ 8280929 w 10768629"/>
              <a:gd name="connsiteY51-7488" fmla="*/ 1023089 h 1978172"/>
              <a:gd name="connsiteX52-7489" fmla="*/ 8275760 w 10768629"/>
              <a:gd name="connsiteY52-7490" fmla="*/ 1027772 h 1978172"/>
              <a:gd name="connsiteX53-7491" fmla="*/ 8275478 w 10768629"/>
              <a:gd name="connsiteY53-7492" fmla="*/ 1027605 h 1978172"/>
              <a:gd name="connsiteX54-7493" fmla="*/ 8269666 w 10768629"/>
              <a:gd name="connsiteY54-7494" fmla="*/ 1032033 h 1978172"/>
              <a:gd name="connsiteX55-7495" fmla="*/ 8203836 w 10768629"/>
              <a:gd name="connsiteY55-7496" fmla="*/ 1037347 h 1978172"/>
              <a:gd name="connsiteX56-7497" fmla="*/ 8122936 w 10768629"/>
              <a:gd name="connsiteY56-7498" fmla="*/ 1063113 h 1978172"/>
              <a:gd name="connsiteX57-7499" fmla="*/ 8043658 w 10768629"/>
              <a:gd name="connsiteY57-7500" fmla="*/ 1092746 h 1978172"/>
              <a:gd name="connsiteX58-7501" fmla="*/ 8015351 w 10768629"/>
              <a:gd name="connsiteY58-7502" fmla="*/ 1105478 h 1978172"/>
              <a:gd name="connsiteX59-7503" fmla="*/ 7963145 w 10768629"/>
              <a:gd name="connsiteY59-7504" fmla="*/ 1119346 h 1978172"/>
              <a:gd name="connsiteX60-7505" fmla="*/ 7938145 w 10768629"/>
              <a:gd name="connsiteY60-7506" fmla="*/ 1120225 h 1978172"/>
              <a:gd name="connsiteX61-7507" fmla="*/ 7937238 w 10768629"/>
              <a:gd name="connsiteY61-7508" fmla="*/ 1121204 h 1978172"/>
              <a:gd name="connsiteX62-7509" fmla="*/ 7934398 w 10768629"/>
              <a:gd name="connsiteY62-7510" fmla="*/ 1118240 h 1978172"/>
              <a:gd name="connsiteX63-7511" fmla="*/ 7918248 w 10768629"/>
              <a:gd name="connsiteY63-7512" fmla="*/ 1124371 h 1978172"/>
              <a:gd name="connsiteX64-7513" fmla="*/ 7914119 w 10768629"/>
              <a:gd name="connsiteY64-7514" fmla="*/ 1127653 h 1978172"/>
              <a:gd name="connsiteX65-7515" fmla="*/ 7907658 w 10768629"/>
              <a:gd name="connsiteY65-7516" fmla="*/ 1130350 h 1978172"/>
              <a:gd name="connsiteX66-7517" fmla="*/ 7907434 w 10768629"/>
              <a:gd name="connsiteY66-7518" fmla="*/ 1130103 h 1978172"/>
              <a:gd name="connsiteX67-7519" fmla="*/ 7901508 w 10768629"/>
              <a:gd name="connsiteY67-7520" fmla="*/ 1133245 h 1978172"/>
              <a:gd name="connsiteX68-7521" fmla="*/ 7873287 w 10768629"/>
              <a:gd name="connsiteY68-7522" fmla="*/ 1152609 h 1978172"/>
              <a:gd name="connsiteX69-7523" fmla="*/ 7834833 w 10768629"/>
              <a:gd name="connsiteY69-7524" fmla="*/ 1153868 h 1978172"/>
              <a:gd name="connsiteX70-7525" fmla="*/ 7828661 w 10768629"/>
              <a:gd name="connsiteY70-7526" fmla="*/ 1139994 h 1978172"/>
              <a:gd name="connsiteX71-7527" fmla="*/ 7823966 w 10768629"/>
              <a:gd name="connsiteY71-7528" fmla="*/ 1143178 h 1978172"/>
              <a:gd name="connsiteX72-7529" fmla="*/ 7815078 w 10768629"/>
              <a:gd name="connsiteY72-7530" fmla="*/ 1151776 h 1978172"/>
              <a:gd name="connsiteX73-7531" fmla="*/ 7812026 w 10768629"/>
              <a:gd name="connsiteY73-7532" fmla="*/ 1151522 h 1978172"/>
              <a:gd name="connsiteX74-7533" fmla="*/ 7782249 w 10768629"/>
              <a:gd name="connsiteY74-7534" fmla="*/ 1160970 h 1978172"/>
              <a:gd name="connsiteX75-7535" fmla="*/ 7773476 w 10768629"/>
              <a:gd name="connsiteY75-7536" fmla="*/ 1157414 h 1978172"/>
              <a:gd name="connsiteX76-7537" fmla="*/ 7769600 w 10768629"/>
              <a:gd name="connsiteY76-7538" fmla="*/ 1157365 h 1978172"/>
              <a:gd name="connsiteX77-7539" fmla="*/ 7752631 w 10768629"/>
              <a:gd name="connsiteY77-7540" fmla="*/ 1172815 h 1978172"/>
              <a:gd name="connsiteX78-7541" fmla="*/ 7743525 w 10768629"/>
              <a:gd name="connsiteY78-7542" fmla="*/ 1179064 h 1978172"/>
              <a:gd name="connsiteX79-7543" fmla="*/ 7685942 w 10768629"/>
              <a:gd name="connsiteY79-7544" fmla="*/ 1233723 h 1978172"/>
              <a:gd name="connsiteX80-7545" fmla="*/ 7586920 w 10768629"/>
              <a:gd name="connsiteY80-7546" fmla="*/ 1261888 h 1978172"/>
              <a:gd name="connsiteX81-7547" fmla="*/ 7486100 w 10768629"/>
              <a:gd name="connsiteY81-7548" fmla="*/ 1292563 h 1978172"/>
              <a:gd name="connsiteX82-7549" fmla="*/ 7407190 w 10768629"/>
              <a:gd name="connsiteY82-7550" fmla="*/ 1314737 h 1978172"/>
              <a:gd name="connsiteX83-7551" fmla="*/ 7240698 w 10768629"/>
              <a:gd name="connsiteY83-7552" fmla="*/ 1438832 h 1978172"/>
              <a:gd name="connsiteX84-7553" fmla="*/ 7197675 w 10768629"/>
              <a:gd name="connsiteY84-7554" fmla="*/ 1447530 h 1978172"/>
              <a:gd name="connsiteX85-7555" fmla="*/ 7164788 w 10768629"/>
              <a:gd name="connsiteY85-7556" fmla="*/ 1480293 h 1978172"/>
              <a:gd name="connsiteX86-7557" fmla="*/ 7147929 w 10768629"/>
              <a:gd name="connsiteY86-7558" fmla="*/ 1477641 h 1978172"/>
              <a:gd name="connsiteX87-7559" fmla="*/ 7144965 w 10768629"/>
              <a:gd name="connsiteY87-7560" fmla="*/ 1476908 h 1978172"/>
              <a:gd name="connsiteX88-7561" fmla="*/ 7134299 w 10768629"/>
              <a:gd name="connsiteY88-7562" fmla="*/ 1479969 h 1978172"/>
              <a:gd name="connsiteX89-7563" fmla="*/ 7129809 w 10768629"/>
              <a:gd name="connsiteY89-7564" fmla="*/ 1473339 h 1978172"/>
              <a:gd name="connsiteX90-7565" fmla="*/ 7112688 w 10768629"/>
              <a:gd name="connsiteY90-7566" fmla="*/ 1472575 h 1978172"/>
              <a:gd name="connsiteX91-7567" fmla="*/ 7093470 w 10768629"/>
              <a:gd name="connsiteY91-7568" fmla="*/ 1480300 h 1978172"/>
              <a:gd name="connsiteX92-7569" fmla="*/ 7025034 w 10768629"/>
              <a:gd name="connsiteY92-7570" fmla="*/ 1506934 h 1978172"/>
              <a:gd name="connsiteX93-7571" fmla="*/ 7014783 w 10768629"/>
              <a:gd name="connsiteY93-7572" fmla="*/ 1515868 h 1978172"/>
              <a:gd name="connsiteX94-7573" fmla="*/ 6979706 w 10768629"/>
              <a:gd name="connsiteY94-7574" fmla="*/ 1523511 h 1978172"/>
              <a:gd name="connsiteX95-7575" fmla="*/ 6977890 w 10768629"/>
              <a:gd name="connsiteY95-7576" fmla="*/ 1525793 h 1978172"/>
              <a:gd name="connsiteX96-7577" fmla="*/ 6944339 w 10768629"/>
              <a:gd name="connsiteY96-7578" fmla="*/ 1536237 h 1978172"/>
              <a:gd name="connsiteX97-7579" fmla="*/ 6886996 w 10768629"/>
              <a:gd name="connsiteY97-7580" fmla="*/ 1563569 h 1978172"/>
              <a:gd name="connsiteX98-7581" fmla="*/ 6874510 w 10768629"/>
              <a:gd name="connsiteY98-7582" fmla="*/ 1558469 h 1978172"/>
              <a:gd name="connsiteX99-7583" fmla="*/ 6871943 w 10768629"/>
              <a:gd name="connsiteY99-7584" fmla="*/ 1554651 h 1978172"/>
              <a:gd name="connsiteX100-7585" fmla="*/ 6856174 w 10768629"/>
              <a:gd name="connsiteY100-7586" fmla="*/ 1562024 h 1978172"/>
              <a:gd name="connsiteX101-7587" fmla="*/ 6842321 w 10768629"/>
              <a:gd name="connsiteY101-7588" fmla="*/ 1560554 h 1978172"/>
              <a:gd name="connsiteX102-7589" fmla="*/ 6832713 w 10768629"/>
              <a:gd name="connsiteY102-7590" fmla="*/ 1569357 h 1978172"/>
              <a:gd name="connsiteX103-7591" fmla="*/ 6816351 w 10768629"/>
              <a:gd name="connsiteY103-7592" fmla="*/ 1571495 h 1978172"/>
              <a:gd name="connsiteX104-7593" fmla="*/ 6795800 w 10768629"/>
              <a:gd name="connsiteY104-7594" fmla="*/ 1572010 h 1978172"/>
              <a:gd name="connsiteX105-7595" fmla="*/ 6777546 w 10768629"/>
              <a:gd name="connsiteY105-7596" fmla="*/ 1568661 h 1978172"/>
              <a:gd name="connsiteX106-7597" fmla="*/ 6751528 w 10768629"/>
              <a:gd name="connsiteY106-7598" fmla="*/ 1574143 h 1978172"/>
              <a:gd name="connsiteX107-7599" fmla="*/ 6691966 w 10768629"/>
              <a:gd name="connsiteY107-7600" fmla="*/ 1582255 h 1978172"/>
              <a:gd name="connsiteX108-7601" fmla="*/ 6646941 w 10768629"/>
              <a:gd name="connsiteY108-7602" fmla="*/ 1588471 h 1978172"/>
              <a:gd name="connsiteX109-7603" fmla="*/ 6568576 w 10768629"/>
              <a:gd name="connsiteY109-7604" fmla="*/ 1606488 h 1978172"/>
              <a:gd name="connsiteX110-7605" fmla="*/ 6554358 w 10768629"/>
              <a:gd name="connsiteY110-7606" fmla="*/ 1621701 h 1978172"/>
              <a:gd name="connsiteX111-7607" fmla="*/ 6516968 w 10768629"/>
              <a:gd name="connsiteY111-7608" fmla="*/ 1617195 h 1978172"/>
              <a:gd name="connsiteX112-7609" fmla="*/ 6506479 w 10768629"/>
              <a:gd name="connsiteY112-7610" fmla="*/ 1602227 h 1978172"/>
              <a:gd name="connsiteX113-7611" fmla="*/ 6458436 w 10768629"/>
              <a:gd name="connsiteY113-7612" fmla="*/ 1607332 h 1978172"/>
              <a:gd name="connsiteX114-7613" fmla="*/ 6414786 w 10768629"/>
              <a:gd name="connsiteY114-7614" fmla="*/ 1628815 h 1978172"/>
              <a:gd name="connsiteX115-7615" fmla="*/ 6357085 w 10768629"/>
              <a:gd name="connsiteY115-7616" fmla="*/ 1640846 h 1978172"/>
              <a:gd name="connsiteX116-7617" fmla="*/ 6322636 w 10768629"/>
              <a:gd name="connsiteY116-7618" fmla="*/ 1648213 h 1978172"/>
              <a:gd name="connsiteX117-7619" fmla="*/ 6226172 w 10768629"/>
              <a:gd name="connsiteY117-7620" fmla="*/ 1654676 h 1978172"/>
              <a:gd name="connsiteX118-7621" fmla="*/ 6221217 w 10768629"/>
              <a:gd name="connsiteY118-7622" fmla="*/ 1654506 h 1978172"/>
              <a:gd name="connsiteX119-7623" fmla="*/ 6204956 w 10768629"/>
              <a:gd name="connsiteY119-7624" fmla="*/ 1664280 h 1978172"/>
              <a:gd name="connsiteX120-7625" fmla="*/ 6204270 w 10768629"/>
              <a:gd name="connsiteY120-7626" fmla="*/ 1666782 h 1978172"/>
              <a:gd name="connsiteX121-7627" fmla="*/ 6143810 w 10768629"/>
              <a:gd name="connsiteY121-7628" fmla="*/ 1661963 h 1978172"/>
              <a:gd name="connsiteX122-7629" fmla="*/ 6136560 w 10768629"/>
              <a:gd name="connsiteY122-7630" fmla="*/ 1665728 h 1978172"/>
              <a:gd name="connsiteX123-7631" fmla="*/ 6096155 w 10768629"/>
              <a:gd name="connsiteY123-7632" fmla="*/ 1656951 h 1978172"/>
              <a:gd name="connsiteX124-7633" fmla="*/ 6075812 w 10768629"/>
              <a:gd name="connsiteY124-7634" fmla="*/ 1655422 h 1978172"/>
              <a:gd name="connsiteX125-7635" fmla="*/ 6039495 w 10768629"/>
              <a:gd name="connsiteY125-7636" fmla="*/ 1649680 h 1978172"/>
              <a:gd name="connsiteX126-7637" fmla="*/ 6036523 w 10768629"/>
              <a:gd name="connsiteY126-7638" fmla="*/ 1652121 h 1978172"/>
              <a:gd name="connsiteX127-7639" fmla="*/ 6029328 w 10768629"/>
              <a:gd name="connsiteY127-7640" fmla="*/ 1649904 h 1978172"/>
              <a:gd name="connsiteX128-7641" fmla="*/ 6024075 w 10768629"/>
              <a:gd name="connsiteY128-7642" fmla="*/ 1652779 h 1978172"/>
              <a:gd name="connsiteX129-7643" fmla="*/ 6018085 w 10768629"/>
              <a:gd name="connsiteY129-7644" fmla="*/ 1652030 h 1978172"/>
              <a:gd name="connsiteX130-7645" fmla="*/ 5955513 w 10768629"/>
              <a:gd name="connsiteY130-7646" fmla="*/ 1663584 h 1978172"/>
              <a:gd name="connsiteX131-7647" fmla="*/ 5941996 w 10768629"/>
              <a:gd name="connsiteY131-7648" fmla="*/ 1661326 h 1978172"/>
              <a:gd name="connsiteX132-7649" fmla="*/ 5931789 w 10768629"/>
              <a:gd name="connsiteY132-7650" fmla="*/ 1669915 h 1978172"/>
              <a:gd name="connsiteX133-7651" fmla="*/ 5888686 w 10768629"/>
              <a:gd name="connsiteY133-7652" fmla="*/ 1672175 h 1978172"/>
              <a:gd name="connsiteX134-7653" fmla="*/ 5873794 w 10768629"/>
              <a:gd name="connsiteY134-7654" fmla="*/ 1665454 h 1978172"/>
              <a:gd name="connsiteX135-7655" fmla="*/ 5860022 w 10768629"/>
              <a:gd name="connsiteY135-7656" fmla="*/ 1660635 h 1978172"/>
              <a:gd name="connsiteX136-7657" fmla="*/ 5858237 w 10768629"/>
              <a:gd name="connsiteY136-7658" fmla="*/ 1660649 h 1978172"/>
              <a:gd name="connsiteX137-7659" fmla="*/ 5840319 w 10768629"/>
              <a:gd name="connsiteY137-7660" fmla="*/ 1660798 h 1978172"/>
              <a:gd name="connsiteX138-7661" fmla="*/ 5806984 w 10768629"/>
              <a:gd name="connsiteY138-7662" fmla="*/ 1661075 h 1978172"/>
              <a:gd name="connsiteX139-7663" fmla="*/ 5742351 w 10768629"/>
              <a:gd name="connsiteY139-7664" fmla="*/ 1667489 h 1978172"/>
              <a:gd name="connsiteX140-7665" fmla="*/ 5521171 w 10768629"/>
              <a:gd name="connsiteY140-7666" fmla="*/ 1671626 h 1978172"/>
              <a:gd name="connsiteX141-7667" fmla="*/ 5457384 w 10768629"/>
              <a:gd name="connsiteY141-7668" fmla="*/ 1683952 h 1978172"/>
              <a:gd name="connsiteX142-7669" fmla="*/ 4950070 w 10768629"/>
              <a:gd name="connsiteY142-7670" fmla="*/ 1748401 h 1978172"/>
              <a:gd name="connsiteX143-7671" fmla="*/ 4872172 w 10768629"/>
              <a:gd name="connsiteY143-7672" fmla="*/ 1757222 h 1978172"/>
              <a:gd name="connsiteX144-7673" fmla="*/ 4809524 w 10768629"/>
              <a:gd name="connsiteY144-7674" fmla="*/ 1761033 h 1978172"/>
              <a:gd name="connsiteX145-7675" fmla="*/ 4759058 w 10768629"/>
              <a:gd name="connsiteY145-7676" fmla="*/ 1766533 h 1978172"/>
              <a:gd name="connsiteX146-7677" fmla="*/ 4719749 w 10768629"/>
              <a:gd name="connsiteY146-7678" fmla="*/ 1771811 h 1978172"/>
              <a:gd name="connsiteX147-7679" fmla="*/ 4568686 w 10768629"/>
              <a:gd name="connsiteY147-7680" fmla="*/ 1786141 h 1978172"/>
              <a:gd name="connsiteX148-7681" fmla="*/ 4418751 w 10768629"/>
              <a:gd name="connsiteY148-7682" fmla="*/ 1796932 h 1978172"/>
              <a:gd name="connsiteX149-7683" fmla="*/ 4378377 w 10768629"/>
              <a:gd name="connsiteY149-7684" fmla="*/ 1815528 h 1978172"/>
              <a:gd name="connsiteX150-7685" fmla="*/ 4320575 w 10768629"/>
              <a:gd name="connsiteY150-7686" fmla="*/ 1832722 h 1978172"/>
              <a:gd name="connsiteX151-7687" fmla="*/ 4220200 w 10768629"/>
              <a:gd name="connsiteY151-7688" fmla="*/ 1873173 h 1978172"/>
              <a:gd name="connsiteX152-7689" fmla="*/ 4105361 w 10768629"/>
              <a:gd name="connsiteY152-7690" fmla="*/ 1894711 h 1978172"/>
              <a:gd name="connsiteX153-7691" fmla="*/ 3973223 w 10768629"/>
              <a:gd name="connsiteY153-7692" fmla="*/ 1881015 h 1978172"/>
              <a:gd name="connsiteX154-7693" fmla="*/ 3900992 w 10768629"/>
              <a:gd name="connsiteY154-7694" fmla="*/ 1880603 h 1978172"/>
              <a:gd name="connsiteX155-7695" fmla="*/ 3662119 w 10768629"/>
              <a:gd name="connsiteY155-7696" fmla="*/ 1889285 h 1978172"/>
              <a:gd name="connsiteX156-7697" fmla="*/ 3496919 w 10768629"/>
              <a:gd name="connsiteY156-7698" fmla="*/ 1873180 h 1978172"/>
              <a:gd name="connsiteX157-7699" fmla="*/ 3449433 w 10768629"/>
              <a:gd name="connsiteY157-7700" fmla="*/ 1889681 h 1978172"/>
              <a:gd name="connsiteX158-7701" fmla="*/ 3369766 w 10768629"/>
              <a:gd name="connsiteY158-7702" fmla="*/ 1916653 h 1978172"/>
              <a:gd name="connsiteX159-7703" fmla="*/ 3269672 w 10768629"/>
              <a:gd name="connsiteY159-7704" fmla="*/ 1938036 h 1978172"/>
              <a:gd name="connsiteX160-7705" fmla="*/ 3224897 w 10768629"/>
              <a:gd name="connsiteY160-7706" fmla="*/ 1943733 h 1978172"/>
              <a:gd name="connsiteX161-7707" fmla="*/ 3161463 w 10768629"/>
              <a:gd name="connsiteY161-7708" fmla="*/ 1946591 h 1978172"/>
              <a:gd name="connsiteX162-7709" fmla="*/ 3112044 w 10768629"/>
              <a:gd name="connsiteY162-7710" fmla="*/ 1935614 h 1978172"/>
              <a:gd name="connsiteX163-7711" fmla="*/ 3069716 w 10768629"/>
              <a:gd name="connsiteY163-7712" fmla="*/ 1930463 h 1978172"/>
              <a:gd name="connsiteX164-7713" fmla="*/ 3005773 w 10768629"/>
              <a:gd name="connsiteY164-7714" fmla="*/ 1915878 h 1978172"/>
              <a:gd name="connsiteX165-7715" fmla="*/ 2897201 w 10768629"/>
              <a:gd name="connsiteY165-7716" fmla="*/ 1926772 h 1978172"/>
              <a:gd name="connsiteX166-7717" fmla="*/ 2783891 w 10768629"/>
              <a:gd name="connsiteY166-7718" fmla="*/ 1931749 h 1978172"/>
              <a:gd name="connsiteX167-7719" fmla="*/ 2712447 w 10768629"/>
              <a:gd name="connsiteY167-7720" fmla="*/ 1933044 h 1978172"/>
              <a:gd name="connsiteX168-7721" fmla="*/ 2560151 w 10768629"/>
              <a:gd name="connsiteY168-7722" fmla="*/ 1963609 h 1978172"/>
              <a:gd name="connsiteX169-7723" fmla="*/ 2367221 w 10768629"/>
              <a:gd name="connsiteY169-7724" fmla="*/ 1971884 h 1978172"/>
              <a:gd name="connsiteX170-7725" fmla="*/ 2272130 w 10768629"/>
              <a:gd name="connsiteY170-7726" fmla="*/ 1961162 h 1978172"/>
              <a:gd name="connsiteX171-7727" fmla="*/ 2189404 w 10768629"/>
              <a:gd name="connsiteY171-7728" fmla="*/ 1978172 h 1978172"/>
              <a:gd name="connsiteX172-7729" fmla="*/ 2077704 w 10768629"/>
              <a:gd name="connsiteY172-7730" fmla="*/ 1965002 h 1978172"/>
              <a:gd name="connsiteX173-7731" fmla="*/ 2033299 w 10768629"/>
              <a:gd name="connsiteY173-7732" fmla="*/ 1969042 h 1978172"/>
              <a:gd name="connsiteX174-7733" fmla="*/ 1967996 w 10768629"/>
              <a:gd name="connsiteY174-7734" fmla="*/ 1953187 h 1978172"/>
              <a:gd name="connsiteX175-7735" fmla="*/ 1855805 w 10768629"/>
              <a:gd name="connsiteY175-7736" fmla="*/ 1926082 h 1978172"/>
              <a:gd name="connsiteX176-7737" fmla="*/ 1790957 w 10768629"/>
              <a:gd name="connsiteY176-7738" fmla="*/ 1919460 h 1978172"/>
              <a:gd name="connsiteX177-7739" fmla="*/ 1613978 w 10768629"/>
              <a:gd name="connsiteY177-7740" fmla="*/ 1891581 h 1978172"/>
              <a:gd name="connsiteX178-7741" fmla="*/ 1436831 w 10768629"/>
              <a:gd name="connsiteY178-7742" fmla="*/ 1856201 h 1978172"/>
              <a:gd name="connsiteX179-7743" fmla="*/ 1357365 w 10768629"/>
              <a:gd name="connsiteY179-7744" fmla="*/ 1832140 h 1978172"/>
              <a:gd name="connsiteX180-7745" fmla="*/ 1232341 w 10768629"/>
              <a:gd name="connsiteY180-7746" fmla="*/ 1785942 h 1978172"/>
              <a:gd name="connsiteX181-7747" fmla="*/ 1162595 w 10768629"/>
              <a:gd name="connsiteY181-7748" fmla="*/ 1758337 h 1978172"/>
              <a:gd name="connsiteX182-7749" fmla="*/ 1128523 w 10768629"/>
              <a:gd name="connsiteY182-7750" fmla="*/ 1763621 h 1978172"/>
              <a:gd name="connsiteX183-7751" fmla="*/ 991903 w 10768629"/>
              <a:gd name="connsiteY183-7752" fmla="*/ 1786741 h 1978172"/>
              <a:gd name="connsiteX184-7753" fmla="*/ 883960 w 10768629"/>
              <a:gd name="connsiteY184-7754" fmla="*/ 1822386 h 1978172"/>
              <a:gd name="connsiteX185-7755" fmla="*/ 766531 w 10768629"/>
              <a:gd name="connsiteY185-7756" fmla="*/ 1805053 h 1978172"/>
              <a:gd name="connsiteX186-7757" fmla="*/ 669779 w 10768629"/>
              <a:gd name="connsiteY186-7758" fmla="*/ 1800537 h 1978172"/>
              <a:gd name="connsiteX187-7759" fmla="*/ 523898 w 10768629"/>
              <a:gd name="connsiteY187-7760" fmla="*/ 1811085 h 1978172"/>
              <a:gd name="connsiteX188-7761" fmla="*/ 360251 w 10768629"/>
              <a:gd name="connsiteY188-7762" fmla="*/ 1830735 h 1978172"/>
              <a:gd name="connsiteX189-7763" fmla="*/ 255207 w 10768629"/>
              <a:gd name="connsiteY189-7764" fmla="*/ 1818275 h 1978172"/>
              <a:gd name="connsiteX190-7765" fmla="*/ 101803 w 10768629"/>
              <a:gd name="connsiteY190-7766" fmla="*/ 1870647 h 1978172"/>
              <a:gd name="connsiteX191-7767" fmla="*/ 25397 w 10768629"/>
              <a:gd name="connsiteY191-7768" fmla="*/ 1888443 h 1978172"/>
              <a:gd name="connsiteX192-7769" fmla="*/ 2370 w 10768629"/>
              <a:gd name="connsiteY192-7770" fmla="*/ 1878311 h 1978172"/>
              <a:gd name="connsiteX193-7771" fmla="*/ 0 w 10768629"/>
              <a:gd name="connsiteY193-7772" fmla="*/ 1878785 h 1978172"/>
              <a:gd name="connsiteX194-7773" fmla="*/ 0 w 10768629"/>
              <a:gd name="connsiteY194-7774" fmla="*/ 0 h 1978172"/>
              <a:gd name="connsiteX0-7775" fmla="*/ 0 w 10768629"/>
              <a:gd name="connsiteY0-7776" fmla="*/ 0 h 1978172"/>
              <a:gd name="connsiteX1-7777" fmla="*/ 10768629 w 10768629"/>
              <a:gd name="connsiteY1-7778" fmla="*/ 0 h 1978172"/>
              <a:gd name="connsiteX2-7779" fmla="*/ 10733254 w 10768629"/>
              <a:gd name="connsiteY2-7780" fmla="*/ 31439 h 1978172"/>
              <a:gd name="connsiteX3-7781" fmla="*/ 10727085 w 10768629"/>
              <a:gd name="connsiteY3-7782" fmla="*/ 37910 h 1978172"/>
              <a:gd name="connsiteX4-7783" fmla="*/ 10675953 w 10768629"/>
              <a:gd name="connsiteY4-7784" fmla="*/ 68623 h 1978172"/>
              <a:gd name="connsiteX5-7785" fmla="*/ 10637091 w 10768629"/>
              <a:gd name="connsiteY5-7786" fmla="*/ 90361 h 1978172"/>
              <a:gd name="connsiteX6-7787" fmla="*/ 10610971 w 10768629"/>
              <a:gd name="connsiteY6-7788" fmla="*/ 110764 h 1978172"/>
              <a:gd name="connsiteX7-7789" fmla="*/ 10532872 w 10768629"/>
              <a:gd name="connsiteY7-7790" fmla="*/ 138028 h 1978172"/>
              <a:gd name="connsiteX8-7791" fmla="*/ 10398558 w 10768629"/>
              <a:gd name="connsiteY8-7792" fmla="*/ 172911 h 1978172"/>
              <a:gd name="connsiteX9-7793" fmla="*/ 10371128 w 10768629"/>
              <a:gd name="connsiteY9-7794" fmla="*/ 182609 h 1978172"/>
              <a:gd name="connsiteX10-7795" fmla="*/ 10352178 w 10768629"/>
              <a:gd name="connsiteY10-7796" fmla="*/ 199976 h 1978172"/>
              <a:gd name="connsiteX11-7797" fmla="*/ 10351815 w 10768629"/>
              <a:gd name="connsiteY11-7798" fmla="*/ 211879 h 1978172"/>
              <a:gd name="connsiteX12-7799" fmla="*/ 10337471 w 10768629"/>
              <a:gd name="connsiteY12-7800" fmla="*/ 218661 h 1978172"/>
              <a:gd name="connsiteX13-7801" fmla="*/ 10334625 w 10768629"/>
              <a:gd name="connsiteY13-7802" fmla="*/ 222351 h 1978172"/>
              <a:gd name="connsiteX14-7803" fmla="*/ 10256365 w 10768629"/>
              <a:gd name="connsiteY14-7804" fmla="*/ 235917 h 1978172"/>
              <a:gd name="connsiteX15-7805" fmla="*/ 10201127 w 10768629"/>
              <a:gd name="connsiteY15-7806" fmla="*/ 267448 h 1978172"/>
              <a:gd name="connsiteX16-7807" fmla="*/ 9961218 w 10768629"/>
              <a:gd name="connsiteY16-7808" fmla="*/ 326720 h 1978172"/>
              <a:gd name="connsiteX17-7809" fmla="*/ 9859715 w 10768629"/>
              <a:gd name="connsiteY17-7810" fmla="*/ 355698 h 1978172"/>
              <a:gd name="connsiteX18-7811" fmla="*/ 9679867 w 10768629"/>
              <a:gd name="connsiteY18-7812" fmla="*/ 399081 h 1978172"/>
              <a:gd name="connsiteX19-7813" fmla="*/ 9490654 w 10768629"/>
              <a:gd name="connsiteY19-7814" fmla="*/ 455225 h 1978172"/>
              <a:gd name="connsiteX20-7815" fmla="*/ 9470837 w 10768629"/>
              <a:gd name="connsiteY20-7816" fmla="*/ 452539 h 1978172"/>
              <a:gd name="connsiteX21-7817" fmla="*/ 9469082 w 10768629"/>
              <a:gd name="connsiteY21-7818" fmla="*/ 454891 h 1978172"/>
              <a:gd name="connsiteX22-7819" fmla="*/ 9448038 w 10768629"/>
              <a:gd name="connsiteY22-7820" fmla="*/ 459733 h 1978172"/>
              <a:gd name="connsiteX23-7821" fmla="*/ 9396821 w 10768629"/>
              <a:gd name="connsiteY23-7822" fmla="*/ 455795 h 1978172"/>
              <a:gd name="connsiteX24-7823" fmla="*/ 9392197 w 10768629"/>
              <a:gd name="connsiteY24-7824" fmla="*/ 459796 h 1978172"/>
              <a:gd name="connsiteX25-7825" fmla="*/ 9347994 w 10768629"/>
              <a:gd name="connsiteY25-7826" fmla="*/ 464462 h 1978172"/>
              <a:gd name="connsiteX26-7827" fmla="*/ 9347889 w 10768629"/>
              <a:gd name="connsiteY26-7828" fmla="*/ 466539 h 1978172"/>
              <a:gd name="connsiteX27-7829" fmla="*/ 9337639 w 10768629"/>
              <a:gd name="connsiteY27-7830" fmla="*/ 476654 h 1978172"/>
              <a:gd name="connsiteX28-7831" fmla="*/ 9316893 w 10768629"/>
              <a:gd name="connsiteY28-7832" fmla="*/ 491390 h 1978172"/>
              <a:gd name="connsiteX29-7833" fmla="*/ 9229283 w 10768629"/>
              <a:gd name="connsiteY29-7834" fmla="*/ 555377 h 1978172"/>
              <a:gd name="connsiteX30-7835" fmla="*/ 9220274 w 10768629"/>
              <a:gd name="connsiteY30-7836" fmla="*/ 557502 h 1978172"/>
              <a:gd name="connsiteX31-7837" fmla="*/ 9220202 w 10768629"/>
              <a:gd name="connsiteY31-7838" fmla="*/ 558001 h 1978172"/>
              <a:gd name="connsiteX32-7839" fmla="*/ 9210908 w 10768629"/>
              <a:gd name="connsiteY32-7840" fmla="*/ 561147 h 1978172"/>
              <a:gd name="connsiteX33-7841" fmla="*/ 9186374 w 10768629"/>
              <a:gd name="connsiteY33-7842" fmla="*/ 565502 h 1978172"/>
              <a:gd name="connsiteX34-7843" fmla="*/ 9181058 w 10768629"/>
              <a:gd name="connsiteY34-7844" fmla="*/ 569943 h 1978172"/>
              <a:gd name="connsiteX35-7845" fmla="*/ 9179948 w 10768629"/>
              <a:gd name="connsiteY35-7846" fmla="*/ 576062 h 1978172"/>
              <a:gd name="connsiteX36-7847" fmla="*/ 9149110 w 10768629"/>
              <a:gd name="connsiteY36-7848" fmla="*/ 598906 h 1978172"/>
              <a:gd name="connsiteX37-7849" fmla="*/ 9078556 w 10768629"/>
              <a:gd name="connsiteY37-7850" fmla="*/ 644039 h 1978172"/>
              <a:gd name="connsiteX38-7851" fmla="*/ 8996399 w 10768629"/>
              <a:gd name="connsiteY38-7852" fmla="*/ 690055 h 1978172"/>
              <a:gd name="connsiteX39-7853" fmla="*/ 8803791 w 10768629"/>
              <a:gd name="connsiteY39-7854" fmla="*/ 813860 h 1978172"/>
              <a:gd name="connsiteX40-7855" fmla="*/ 8636202 w 10768629"/>
              <a:gd name="connsiteY40-7856" fmla="*/ 848463 h 1978172"/>
              <a:gd name="connsiteX41-7857" fmla="*/ 8555372 w 10768629"/>
              <a:gd name="connsiteY41-7858" fmla="*/ 883171 h 1978172"/>
              <a:gd name="connsiteX42-7859" fmla="*/ 8507229 w 10768629"/>
              <a:gd name="connsiteY42-7860" fmla="*/ 901665 h 1978172"/>
              <a:gd name="connsiteX43-7861" fmla="*/ 8428473 w 10768629"/>
              <a:gd name="connsiteY43-7862" fmla="*/ 927985 h 1978172"/>
              <a:gd name="connsiteX44-7863" fmla="*/ 8427914 w 10768629"/>
              <a:gd name="connsiteY44-7864" fmla="*/ 933480 h 1978172"/>
              <a:gd name="connsiteX45-7865" fmla="*/ 8420327 w 10768629"/>
              <a:gd name="connsiteY45-7866" fmla="*/ 941984 h 1978172"/>
              <a:gd name="connsiteX46-7867" fmla="*/ 8407128 w 10768629"/>
              <a:gd name="connsiteY46-7868" fmla="*/ 961344 h 1978172"/>
              <a:gd name="connsiteX47-7869" fmla="*/ 8380548 w 10768629"/>
              <a:gd name="connsiteY47-7870" fmla="*/ 987916 h 1978172"/>
              <a:gd name="connsiteX48-7871" fmla="*/ 8379462 w 10768629"/>
              <a:gd name="connsiteY48-7872" fmla="*/ 987106 h 1978172"/>
              <a:gd name="connsiteX49-7873" fmla="*/ 8369725 w 10768629"/>
              <a:gd name="connsiteY49-7874" fmla="*/ 989186 h 1978172"/>
              <a:gd name="connsiteX50-7875" fmla="*/ 8304438 w 10768629"/>
              <a:gd name="connsiteY50-7876" fmla="*/ 996739 h 1978172"/>
              <a:gd name="connsiteX51-7877" fmla="*/ 8280929 w 10768629"/>
              <a:gd name="connsiteY51-7878" fmla="*/ 1023089 h 1978172"/>
              <a:gd name="connsiteX52-7879" fmla="*/ 8275760 w 10768629"/>
              <a:gd name="connsiteY52-7880" fmla="*/ 1027772 h 1978172"/>
              <a:gd name="connsiteX53-7881" fmla="*/ 8275478 w 10768629"/>
              <a:gd name="connsiteY53-7882" fmla="*/ 1027605 h 1978172"/>
              <a:gd name="connsiteX54-7883" fmla="*/ 8269666 w 10768629"/>
              <a:gd name="connsiteY54-7884" fmla="*/ 1032033 h 1978172"/>
              <a:gd name="connsiteX55-7885" fmla="*/ 8203836 w 10768629"/>
              <a:gd name="connsiteY55-7886" fmla="*/ 1037347 h 1978172"/>
              <a:gd name="connsiteX56-7887" fmla="*/ 8122936 w 10768629"/>
              <a:gd name="connsiteY56-7888" fmla="*/ 1063113 h 1978172"/>
              <a:gd name="connsiteX57-7889" fmla="*/ 8043658 w 10768629"/>
              <a:gd name="connsiteY57-7890" fmla="*/ 1092746 h 1978172"/>
              <a:gd name="connsiteX58-7891" fmla="*/ 8015351 w 10768629"/>
              <a:gd name="connsiteY58-7892" fmla="*/ 1105478 h 1978172"/>
              <a:gd name="connsiteX59-7893" fmla="*/ 7963145 w 10768629"/>
              <a:gd name="connsiteY59-7894" fmla="*/ 1119346 h 1978172"/>
              <a:gd name="connsiteX60-7895" fmla="*/ 7938145 w 10768629"/>
              <a:gd name="connsiteY60-7896" fmla="*/ 1120225 h 1978172"/>
              <a:gd name="connsiteX61-7897" fmla="*/ 7937238 w 10768629"/>
              <a:gd name="connsiteY61-7898" fmla="*/ 1121204 h 1978172"/>
              <a:gd name="connsiteX62-7899" fmla="*/ 7934398 w 10768629"/>
              <a:gd name="connsiteY62-7900" fmla="*/ 1118240 h 1978172"/>
              <a:gd name="connsiteX63-7901" fmla="*/ 7918248 w 10768629"/>
              <a:gd name="connsiteY63-7902" fmla="*/ 1124371 h 1978172"/>
              <a:gd name="connsiteX64-7903" fmla="*/ 7914119 w 10768629"/>
              <a:gd name="connsiteY64-7904" fmla="*/ 1127653 h 1978172"/>
              <a:gd name="connsiteX65-7905" fmla="*/ 7907658 w 10768629"/>
              <a:gd name="connsiteY65-7906" fmla="*/ 1130350 h 1978172"/>
              <a:gd name="connsiteX66-7907" fmla="*/ 7907434 w 10768629"/>
              <a:gd name="connsiteY66-7908" fmla="*/ 1130103 h 1978172"/>
              <a:gd name="connsiteX67-7909" fmla="*/ 7901508 w 10768629"/>
              <a:gd name="connsiteY67-7910" fmla="*/ 1133245 h 1978172"/>
              <a:gd name="connsiteX68-7911" fmla="*/ 7873287 w 10768629"/>
              <a:gd name="connsiteY68-7912" fmla="*/ 1152609 h 1978172"/>
              <a:gd name="connsiteX69-7913" fmla="*/ 7834833 w 10768629"/>
              <a:gd name="connsiteY69-7914" fmla="*/ 1153868 h 1978172"/>
              <a:gd name="connsiteX70-7915" fmla="*/ 7828661 w 10768629"/>
              <a:gd name="connsiteY70-7916" fmla="*/ 1139994 h 1978172"/>
              <a:gd name="connsiteX71-7917" fmla="*/ 7823966 w 10768629"/>
              <a:gd name="connsiteY71-7918" fmla="*/ 1143178 h 1978172"/>
              <a:gd name="connsiteX72-7919" fmla="*/ 7815078 w 10768629"/>
              <a:gd name="connsiteY72-7920" fmla="*/ 1151776 h 1978172"/>
              <a:gd name="connsiteX73-7921" fmla="*/ 7812026 w 10768629"/>
              <a:gd name="connsiteY73-7922" fmla="*/ 1151522 h 1978172"/>
              <a:gd name="connsiteX74-7923" fmla="*/ 7782249 w 10768629"/>
              <a:gd name="connsiteY74-7924" fmla="*/ 1160970 h 1978172"/>
              <a:gd name="connsiteX75-7925" fmla="*/ 7773476 w 10768629"/>
              <a:gd name="connsiteY75-7926" fmla="*/ 1157414 h 1978172"/>
              <a:gd name="connsiteX76-7927" fmla="*/ 7769600 w 10768629"/>
              <a:gd name="connsiteY76-7928" fmla="*/ 1157365 h 1978172"/>
              <a:gd name="connsiteX77-7929" fmla="*/ 7752631 w 10768629"/>
              <a:gd name="connsiteY77-7930" fmla="*/ 1172815 h 1978172"/>
              <a:gd name="connsiteX78-7931" fmla="*/ 7743525 w 10768629"/>
              <a:gd name="connsiteY78-7932" fmla="*/ 1179064 h 1978172"/>
              <a:gd name="connsiteX79-7933" fmla="*/ 7685942 w 10768629"/>
              <a:gd name="connsiteY79-7934" fmla="*/ 1233723 h 1978172"/>
              <a:gd name="connsiteX80-7935" fmla="*/ 7586920 w 10768629"/>
              <a:gd name="connsiteY80-7936" fmla="*/ 1261888 h 1978172"/>
              <a:gd name="connsiteX81-7937" fmla="*/ 7486100 w 10768629"/>
              <a:gd name="connsiteY81-7938" fmla="*/ 1292563 h 1978172"/>
              <a:gd name="connsiteX82-7939" fmla="*/ 7407190 w 10768629"/>
              <a:gd name="connsiteY82-7940" fmla="*/ 1314737 h 1978172"/>
              <a:gd name="connsiteX83-7941" fmla="*/ 7240698 w 10768629"/>
              <a:gd name="connsiteY83-7942" fmla="*/ 1438832 h 1978172"/>
              <a:gd name="connsiteX84-7943" fmla="*/ 7197675 w 10768629"/>
              <a:gd name="connsiteY84-7944" fmla="*/ 1447530 h 1978172"/>
              <a:gd name="connsiteX85-7945" fmla="*/ 7164788 w 10768629"/>
              <a:gd name="connsiteY85-7946" fmla="*/ 1480293 h 1978172"/>
              <a:gd name="connsiteX86-7947" fmla="*/ 7147929 w 10768629"/>
              <a:gd name="connsiteY86-7948" fmla="*/ 1477641 h 1978172"/>
              <a:gd name="connsiteX87-7949" fmla="*/ 7144965 w 10768629"/>
              <a:gd name="connsiteY87-7950" fmla="*/ 1476908 h 1978172"/>
              <a:gd name="connsiteX88-7951" fmla="*/ 7134299 w 10768629"/>
              <a:gd name="connsiteY88-7952" fmla="*/ 1479969 h 1978172"/>
              <a:gd name="connsiteX89-7953" fmla="*/ 7129809 w 10768629"/>
              <a:gd name="connsiteY89-7954" fmla="*/ 1473339 h 1978172"/>
              <a:gd name="connsiteX90-7955" fmla="*/ 7112688 w 10768629"/>
              <a:gd name="connsiteY90-7956" fmla="*/ 1472575 h 1978172"/>
              <a:gd name="connsiteX91-7957" fmla="*/ 7093470 w 10768629"/>
              <a:gd name="connsiteY91-7958" fmla="*/ 1480300 h 1978172"/>
              <a:gd name="connsiteX92-7959" fmla="*/ 7025034 w 10768629"/>
              <a:gd name="connsiteY92-7960" fmla="*/ 1506934 h 1978172"/>
              <a:gd name="connsiteX93-7961" fmla="*/ 7014783 w 10768629"/>
              <a:gd name="connsiteY93-7962" fmla="*/ 1515868 h 1978172"/>
              <a:gd name="connsiteX94-7963" fmla="*/ 6979706 w 10768629"/>
              <a:gd name="connsiteY94-7964" fmla="*/ 1523511 h 1978172"/>
              <a:gd name="connsiteX95-7965" fmla="*/ 6977890 w 10768629"/>
              <a:gd name="connsiteY95-7966" fmla="*/ 1525793 h 1978172"/>
              <a:gd name="connsiteX96-7967" fmla="*/ 6944339 w 10768629"/>
              <a:gd name="connsiteY96-7968" fmla="*/ 1536237 h 1978172"/>
              <a:gd name="connsiteX97-7969" fmla="*/ 6886996 w 10768629"/>
              <a:gd name="connsiteY97-7970" fmla="*/ 1563569 h 1978172"/>
              <a:gd name="connsiteX98-7971" fmla="*/ 6874510 w 10768629"/>
              <a:gd name="connsiteY98-7972" fmla="*/ 1558469 h 1978172"/>
              <a:gd name="connsiteX99-7973" fmla="*/ 6871943 w 10768629"/>
              <a:gd name="connsiteY99-7974" fmla="*/ 1554651 h 1978172"/>
              <a:gd name="connsiteX100-7975" fmla="*/ 6856174 w 10768629"/>
              <a:gd name="connsiteY100-7976" fmla="*/ 1562024 h 1978172"/>
              <a:gd name="connsiteX101-7977" fmla="*/ 6842321 w 10768629"/>
              <a:gd name="connsiteY101-7978" fmla="*/ 1560554 h 1978172"/>
              <a:gd name="connsiteX102-7979" fmla="*/ 6832713 w 10768629"/>
              <a:gd name="connsiteY102-7980" fmla="*/ 1569357 h 1978172"/>
              <a:gd name="connsiteX103-7981" fmla="*/ 6816351 w 10768629"/>
              <a:gd name="connsiteY103-7982" fmla="*/ 1571495 h 1978172"/>
              <a:gd name="connsiteX104-7983" fmla="*/ 6795800 w 10768629"/>
              <a:gd name="connsiteY104-7984" fmla="*/ 1572010 h 1978172"/>
              <a:gd name="connsiteX105-7985" fmla="*/ 6777546 w 10768629"/>
              <a:gd name="connsiteY105-7986" fmla="*/ 1568661 h 1978172"/>
              <a:gd name="connsiteX106-7987" fmla="*/ 6751528 w 10768629"/>
              <a:gd name="connsiteY106-7988" fmla="*/ 1574143 h 1978172"/>
              <a:gd name="connsiteX107-7989" fmla="*/ 6691966 w 10768629"/>
              <a:gd name="connsiteY107-7990" fmla="*/ 1582255 h 1978172"/>
              <a:gd name="connsiteX108-7991" fmla="*/ 6646941 w 10768629"/>
              <a:gd name="connsiteY108-7992" fmla="*/ 1588471 h 1978172"/>
              <a:gd name="connsiteX109-7993" fmla="*/ 6568576 w 10768629"/>
              <a:gd name="connsiteY109-7994" fmla="*/ 1606488 h 1978172"/>
              <a:gd name="connsiteX110-7995" fmla="*/ 6554358 w 10768629"/>
              <a:gd name="connsiteY110-7996" fmla="*/ 1621701 h 1978172"/>
              <a:gd name="connsiteX111-7997" fmla="*/ 6516968 w 10768629"/>
              <a:gd name="connsiteY111-7998" fmla="*/ 1617195 h 1978172"/>
              <a:gd name="connsiteX112-7999" fmla="*/ 6506479 w 10768629"/>
              <a:gd name="connsiteY112-8000" fmla="*/ 1602227 h 1978172"/>
              <a:gd name="connsiteX113-8001" fmla="*/ 6458436 w 10768629"/>
              <a:gd name="connsiteY113-8002" fmla="*/ 1607332 h 1978172"/>
              <a:gd name="connsiteX114-8003" fmla="*/ 6414786 w 10768629"/>
              <a:gd name="connsiteY114-8004" fmla="*/ 1628815 h 1978172"/>
              <a:gd name="connsiteX115-8005" fmla="*/ 6357085 w 10768629"/>
              <a:gd name="connsiteY115-8006" fmla="*/ 1640846 h 1978172"/>
              <a:gd name="connsiteX116-8007" fmla="*/ 6322636 w 10768629"/>
              <a:gd name="connsiteY116-8008" fmla="*/ 1648213 h 1978172"/>
              <a:gd name="connsiteX117-8009" fmla="*/ 6226172 w 10768629"/>
              <a:gd name="connsiteY117-8010" fmla="*/ 1654676 h 1978172"/>
              <a:gd name="connsiteX118-8011" fmla="*/ 6221217 w 10768629"/>
              <a:gd name="connsiteY118-8012" fmla="*/ 1654506 h 1978172"/>
              <a:gd name="connsiteX119-8013" fmla="*/ 6204956 w 10768629"/>
              <a:gd name="connsiteY119-8014" fmla="*/ 1664280 h 1978172"/>
              <a:gd name="connsiteX120-8015" fmla="*/ 6204270 w 10768629"/>
              <a:gd name="connsiteY120-8016" fmla="*/ 1666782 h 1978172"/>
              <a:gd name="connsiteX121-8017" fmla="*/ 6143810 w 10768629"/>
              <a:gd name="connsiteY121-8018" fmla="*/ 1661963 h 1978172"/>
              <a:gd name="connsiteX122-8019" fmla="*/ 6136560 w 10768629"/>
              <a:gd name="connsiteY122-8020" fmla="*/ 1665728 h 1978172"/>
              <a:gd name="connsiteX123-8021" fmla="*/ 6096155 w 10768629"/>
              <a:gd name="connsiteY123-8022" fmla="*/ 1656951 h 1978172"/>
              <a:gd name="connsiteX124-8023" fmla="*/ 6075812 w 10768629"/>
              <a:gd name="connsiteY124-8024" fmla="*/ 1655422 h 1978172"/>
              <a:gd name="connsiteX125-8025" fmla="*/ 6039495 w 10768629"/>
              <a:gd name="connsiteY125-8026" fmla="*/ 1649680 h 1978172"/>
              <a:gd name="connsiteX126-8027" fmla="*/ 6036523 w 10768629"/>
              <a:gd name="connsiteY126-8028" fmla="*/ 1652121 h 1978172"/>
              <a:gd name="connsiteX127-8029" fmla="*/ 6029328 w 10768629"/>
              <a:gd name="connsiteY127-8030" fmla="*/ 1649904 h 1978172"/>
              <a:gd name="connsiteX128-8031" fmla="*/ 6024075 w 10768629"/>
              <a:gd name="connsiteY128-8032" fmla="*/ 1652779 h 1978172"/>
              <a:gd name="connsiteX129-8033" fmla="*/ 6018085 w 10768629"/>
              <a:gd name="connsiteY129-8034" fmla="*/ 1652030 h 1978172"/>
              <a:gd name="connsiteX130-8035" fmla="*/ 5955513 w 10768629"/>
              <a:gd name="connsiteY130-8036" fmla="*/ 1663584 h 1978172"/>
              <a:gd name="connsiteX131-8037" fmla="*/ 5941996 w 10768629"/>
              <a:gd name="connsiteY131-8038" fmla="*/ 1661326 h 1978172"/>
              <a:gd name="connsiteX132-8039" fmla="*/ 5931789 w 10768629"/>
              <a:gd name="connsiteY132-8040" fmla="*/ 1669915 h 1978172"/>
              <a:gd name="connsiteX133-8041" fmla="*/ 5888686 w 10768629"/>
              <a:gd name="connsiteY133-8042" fmla="*/ 1672175 h 1978172"/>
              <a:gd name="connsiteX134-8043" fmla="*/ 5873794 w 10768629"/>
              <a:gd name="connsiteY134-8044" fmla="*/ 1665454 h 1978172"/>
              <a:gd name="connsiteX135-8045" fmla="*/ 5860022 w 10768629"/>
              <a:gd name="connsiteY135-8046" fmla="*/ 1660635 h 1978172"/>
              <a:gd name="connsiteX136-8047" fmla="*/ 5858237 w 10768629"/>
              <a:gd name="connsiteY136-8048" fmla="*/ 1660649 h 1978172"/>
              <a:gd name="connsiteX137-8049" fmla="*/ 5840319 w 10768629"/>
              <a:gd name="connsiteY137-8050" fmla="*/ 1660798 h 1978172"/>
              <a:gd name="connsiteX138-8051" fmla="*/ 5806984 w 10768629"/>
              <a:gd name="connsiteY138-8052" fmla="*/ 1661075 h 1978172"/>
              <a:gd name="connsiteX139-8053" fmla="*/ 5742351 w 10768629"/>
              <a:gd name="connsiteY139-8054" fmla="*/ 1667489 h 1978172"/>
              <a:gd name="connsiteX140-8055" fmla="*/ 5521171 w 10768629"/>
              <a:gd name="connsiteY140-8056" fmla="*/ 1671626 h 1978172"/>
              <a:gd name="connsiteX141-8057" fmla="*/ 5457384 w 10768629"/>
              <a:gd name="connsiteY141-8058" fmla="*/ 1683952 h 1978172"/>
              <a:gd name="connsiteX142-8059" fmla="*/ 4950070 w 10768629"/>
              <a:gd name="connsiteY142-8060" fmla="*/ 1748401 h 1978172"/>
              <a:gd name="connsiteX143-8061" fmla="*/ 4872172 w 10768629"/>
              <a:gd name="connsiteY143-8062" fmla="*/ 1757222 h 1978172"/>
              <a:gd name="connsiteX144-8063" fmla="*/ 4809524 w 10768629"/>
              <a:gd name="connsiteY144-8064" fmla="*/ 1761033 h 1978172"/>
              <a:gd name="connsiteX145-8065" fmla="*/ 4759058 w 10768629"/>
              <a:gd name="connsiteY145-8066" fmla="*/ 1766533 h 1978172"/>
              <a:gd name="connsiteX146-8067" fmla="*/ 4719749 w 10768629"/>
              <a:gd name="connsiteY146-8068" fmla="*/ 1771811 h 1978172"/>
              <a:gd name="connsiteX147-8069" fmla="*/ 4568686 w 10768629"/>
              <a:gd name="connsiteY147-8070" fmla="*/ 1786141 h 1978172"/>
              <a:gd name="connsiteX148-8071" fmla="*/ 4418751 w 10768629"/>
              <a:gd name="connsiteY148-8072" fmla="*/ 1796932 h 1978172"/>
              <a:gd name="connsiteX149-8073" fmla="*/ 4378377 w 10768629"/>
              <a:gd name="connsiteY149-8074" fmla="*/ 1815528 h 1978172"/>
              <a:gd name="connsiteX150-8075" fmla="*/ 4320575 w 10768629"/>
              <a:gd name="connsiteY150-8076" fmla="*/ 1832722 h 1978172"/>
              <a:gd name="connsiteX151-8077" fmla="*/ 4220200 w 10768629"/>
              <a:gd name="connsiteY151-8078" fmla="*/ 1873173 h 1978172"/>
              <a:gd name="connsiteX152-8079" fmla="*/ 4105361 w 10768629"/>
              <a:gd name="connsiteY152-8080" fmla="*/ 1894711 h 1978172"/>
              <a:gd name="connsiteX153-8081" fmla="*/ 3973223 w 10768629"/>
              <a:gd name="connsiteY153-8082" fmla="*/ 1881015 h 1978172"/>
              <a:gd name="connsiteX154-8083" fmla="*/ 3900992 w 10768629"/>
              <a:gd name="connsiteY154-8084" fmla="*/ 1880603 h 1978172"/>
              <a:gd name="connsiteX155-8085" fmla="*/ 3662119 w 10768629"/>
              <a:gd name="connsiteY155-8086" fmla="*/ 1889285 h 1978172"/>
              <a:gd name="connsiteX156-8087" fmla="*/ 3496919 w 10768629"/>
              <a:gd name="connsiteY156-8088" fmla="*/ 1873180 h 1978172"/>
              <a:gd name="connsiteX157-8089" fmla="*/ 3449433 w 10768629"/>
              <a:gd name="connsiteY157-8090" fmla="*/ 1889681 h 1978172"/>
              <a:gd name="connsiteX158-8091" fmla="*/ 3369766 w 10768629"/>
              <a:gd name="connsiteY158-8092" fmla="*/ 1916653 h 1978172"/>
              <a:gd name="connsiteX159-8093" fmla="*/ 3269672 w 10768629"/>
              <a:gd name="connsiteY159-8094" fmla="*/ 1938036 h 1978172"/>
              <a:gd name="connsiteX160-8095" fmla="*/ 3224897 w 10768629"/>
              <a:gd name="connsiteY160-8096" fmla="*/ 1943733 h 1978172"/>
              <a:gd name="connsiteX161-8097" fmla="*/ 3161463 w 10768629"/>
              <a:gd name="connsiteY161-8098" fmla="*/ 1946591 h 1978172"/>
              <a:gd name="connsiteX162-8099" fmla="*/ 3112044 w 10768629"/>
              <a:gd name="connsiteY162-8100" fmla="*/ 1935614 h 1978172"/>
              <a:gd name="connsiteX163-8101" fmla="*/ 3069716 w 10768629"/>
              <a:gd name="connsiteY163-8102" fmla="*/ 1930463 h 1978172"/>
              <a:gd name="connsiteX164-8103" fmla="*/ 3005773 w 10768629"/>
              <a:gd name="connsiteY164-8104" fmla="*/ 1915878 h 1978172"/>
              <a:gd name="connsiteX165-8105" fmla="*/ 2897201 w 10768629"/>
              <a:gd name="connsiteY165-8106" fmla="*/ 1926772 h 1978172"/>
              <a:gd name="connsiteX166-8107" fmla="*/ 2783891 w 10768629"/>
              <a:gd name="connsiteY166-8108" fmla="*/ 1931749 h 1978172"/>
              <a:gd name="connsiteX167-8109" fmla="*/ 2712447 w 10768629"/>
              <a:gd name="connsiteY167-8110" fmla="*/ 1933044 h 1978172"/>
              <a:gd name="connsiteX168-8111" fmla="*/ 2560151 w 10768629"/>
              <a:gd name="connsiteY168-8112" fmla="*/ 1963609 h 1978172"/>
              <a:gd name="connsiteX169-8113" fmla="*/ 2367221 w 10768629"/>
              <a:gd name="connsiteY169-8114" fmla="*/ 1971884 h 1978172"/>
              <a:gd name="connsiteX170-8115" fmla="*/ 2272130 w 10768629"/>
              <a:gd name="connsiteY170-8116" fmla="*/ 1961162 h 1978172"/>
              <a:gd name="connsiteX171-8117" fmla="*/ 2189404 w 10768629"/>
              <a:gd name="connsiteY171-8118" fmla="*/ 1978172 h 1978172"/>
              <a:gd name="connsiteX172-8119" fmla="*/ 2077704 w 10768629"/>
              <a:gd name="connsiteY172-8120" fmla="*/ 1965002 h 1978172"/>
              <a:gd name="connsiteX173-8121" fmla="*/ 2033299 w 10768629"/>
              <a:gd name="connsiteY173-8122" fmla="*/ 1969042 h 1978172"/>
              <a:gd name="connsiteX174-8123" fmla="*/ 1967996 w 10768629"/>
              <a:gd name="connsiteY174-8124" fmla="*/ 1953187 h 1978172"/>
              <a:gd name="connsiteX175-8125" fmla="*/ 1855805 w 10768629"/>
              <a:gd name="connsiteY175-8126" fmla="*/ 1926082 h 1978172"/>
              <a:gd name="connsiteX176-8127" fmla="*/ 1790957 w 10768629"/>
              <a:gd name="connsiteY176-8128" fmla="*/ 1919460 h 1978172"/>
              <a:gd name="connsiteX177-8129" fmla="*/ 1613978 w 10768629"/>
              <a:gd name="connsiteY177-8130" fmla="*/ 1891581 h 1978172"/>
              <a:gd name="connsiteX178-8131" fmla="*/ 1436831 w 10768629"/>
              <a:gd name="connsiteY178-8132" fmla="*/ 1856201 h 1978172"/>
              <a:gd name="connsiteX179-8133" fmla="*/ 1357365 w 10768629"/>
              <a:gd name="connsiteY179-8134" fmla="*/ 1832140 h 1978172"/>
              <a:gd name="connsiteX180-8135" fmla="*/ 1232341 w 10768629"/>
              <a:gd name="connsiteY180-8136" fmla="*/ 1785942 h 1978172"/>
              <a:gd name="connsiteX181-8137" fmla="*/ 1162595 w 10768629"/>
              <a:gd name="connsiteY181-8138" fmla="*/ 1758337 h 1978172"/>
              <a:gd name="connsiteX182-8139" fmla="*/ 1128523 w 10768629"/>
              <a:gd name="connsiteY182-8140" fmla="*/ 1763621 h 1978172"/>
              <a:gd name="connsiteX183-8141" fmla="*/ 991903 w 10768629"/>
              <a:gd name="connsiteY183-8142" fmla="*/ 1786741 h 1978172"/>
              <a:gd name="connsiteX184-8143" fmla="*/ 883960 w 10768629"/>
              <a:gd name="connsiteY184-8144" fmla="*/ 1822386 h 1978172"/>
              <a:gd name="connsiteX185-8145" fmla="*/ 766531 w 10768629"/>
              <a:gd name="connsiteY185-8146" fmla="*/ 1805053 h 1978172"/>
              <a:gd name="connsiteX186-8147" fmla="*/ 669779 w 10768629"/>
              <a:gd name="connsiteY186-8148" fmla="*/ 1800537 h 1978172"/>
              <a:gd name="connsiteX187-8149" fmla="*/ 523898 w 10768629"/>
              <a:gd name="connsiteY187-8150" fmla="*/ 1811085 h 1978172"/>
              <a:gd name="connsiteX188-8151" fmla="*/ 360251 w 10768629"/>
              <a:gd name="connsiteY188-8152" fmla="*/ 1830735 h 1978172"/>
              <a:gd name="connsiteX189-8153" fmla="*/ 255207 w 10768629"/>
              <a:gd name="connsiteY189-8154" fmla="*/ 1818275 h 1978172"/>
              <a:gd name="connsiteX190-8155" fmla="*/ 101803 w 10768629"/>
              <a:gd name="connsiteY190-8156" fmla="*/ 1870647 h 1978172"/>
              <a:gd name="connsiteX191-8157" fmla="*/ 25397 w 10768629"/>
              <a:gd name="connsiteY191-8158" fmla="*/ 1888443 h 1978172"/>
              <a:gd name="connsiteX192-8159" fmla="*/ 2370 w 10768629"/>
              <a:gd name="connsiteY192-8160" fmla="*/ 1878311 h 1978172"/>
              <a:gd name="connsiteX193-8161" fmla="*/ 0 w 10768629"/>
              <a:gd name="connsiteY193-8162" fmla="*/ 1878785 h 1978172"/>
              <a:gd name="connsiteX194-8163" fmla="*/ 0 w 10768629"/>
              <a:gd name="connsiteY194-8164" fmla="*/ 0 h 1978172"/>
              <a:gd name="connsiteX0-8165" fmla="*/ 0 w 10768629"/>
              <a:gd name="connsiteY0-8166" fmla="*/ 0 h 1978172"/>
              <a:gd name="connsiteX1-8167" fmla="*/ 10768629 w 10768629"/>
              <a:gd name="connsiteY1-8168" fmla="*/ 0 h 1978172"/>
              <a:gd name="connsiteX2-8169" fmla="*/ 10733254 w 10768629"/>
              <a:gd name="connsiteY2-8170" fmla="*/ 31439 h 1978172"/>
              <a:gd name="connsiteX3-8171" fmla="*/ 10727085 w 10768629"/>
              <a:gd name="connsiteY3-8172" fmla="*/ 37910 h 1978172"/>
              <a:gd name="connsiteX4-8173" fmla="*/ 10675953 w 10768629"/>
              <a:gd name="connsiteY4-8174" fmla="*/ 68623 h 1978172"/>
              <a:gd name="connsiteX5-8175" fmla="*/ 10637091 w 10768629"/>
              <a:gd name="connsiteY5-8176" fmla="*/ 90361 h 1978172"/>
              <a:gd name="connsiteX6-8177" fmla="*/ 10610971 w 10768629"/>
              <a:gd name="connsiteY6-8178" fmla="*/ 110764 h 1978172"/>
              <a:gd name="connsiteX7-8179" fmla="*/ 10532872 w 10768629"/>
              <a:gd name="connsiteY7-8180" fmla="*/ 138028 h 1978172"/>
              <a:gd name="connsiteX8-8181" fmla="*/ 10398558 w 10768629"/>
              <a:gd name="connsiteY8-8182" fmla="*/ 172911 h 1978172"/>
              <a:gd name="connsiteX9-8183" fmla="*/ 10371128 w 10768629"/>
              <a:gd name="connsiteY9-8184" fmla="*/ 182609 h 1978172"/>
              <a:gd name="connsiteX10-8185" fmla="*/ 10352178 w 10768629"/>
              <a:gd name="connsiteY10-8186" fmla="*/ 199976 h 1978172"/>
              <a:gd name="connsiteX11-8187" fmla="*/ 10351815 w 10768629"/>
              <a:gd name="connsiteY11-8188" fmla="*/ 211879 h 1978172"/>
              <a:gd name="connsiteX12-8189" fmla="*/ 10337471 w 10768629"/>
              <a:gd name="connsiteY12-8190" fmla="*/ 218661 h 1978172"/>
              <a:gd name="connsiteX13-8191" fmla="*/ 10334625 w 10768629"/>
              <a:gd name="connsiteY13-8192" fmla="*/ 222351 h 1978172"/>
              <a:gd name="connsiteX14-8193" fmla="*/ 10256365 w 10768629"/>
              <a:gd name="connsiteY14-8194" fmla="*/ 235917 h 1978172"/>
              <a:gd name="connsiteX15-8195" fmla="*/ 10201127 w 10768629"/>
              <a:gd name="connsiteY15-8196" fmla="*/ 267448 h 1978172"/>
              <a:gd name="connsiteX16-8197" fmla="*/ 9961218 w 10768629"/>
              <a:gd name="connsiteY16-8198" fmla="*/ 326720 h 1978172"/>
              <a:gd name="connsiteX17-8199" fmla="*/ 9859715 w 10768629"/>
              <a:gd name="connsiteY17-8200" fmla="*/ 355698 h 1978172"/>
              <a:gd name="connsiteX18-8201" fmla="*/ 9679867 w 10768629"/>
              <a:gd name="connsiteY18-8202" fmla="*/ 399081 h 1978172"/>
              <a:gd name="connsiteX19-8203" fmla="*/ 9490654 w 10768629"/>
              <a:gd name="connsiteY19-8204" fmla="*/ 455225 h 1978172"/>
              <a:gd name="connsiteX20-8205" fmla="*/ 9470837 w 10768629"/>
              <a:gd name="connsiteY20-8206" fmla="*/ 452539 h 1978172"/>
              <a:gd name="connsiteX21-8207" fmla="*/ 9469082 w 10768629"/>
              <a:gd name="connsiteY21-8208" fmla="*/ 454891 h 1978172"/>
              <a:gd name="connsiteX22-8209" fmla="*/ 9448038 w 10768629"/>
              <a:gd name="connsiteY22-8210" fmla="*/ 459733 h 1978172"/>
              <a:gd name="connsiteX23-8211" fmla="*/ 9396821 w 10768629"/>
              <a:gd name="connsiteY23-8212" fmla="*/ 455795 h 1978172"/>
              <a:gd name="connsiteX24-8213" fmla="*/ 9392197 w 10768629"/>
              <a:gd name="connsiteY24-8214" fmla="*/ 459796 h 1978172"/>
              <a:gd name="connsiteX25-8215" fmla="*/ 9347994 w 10768629"/>
              <a:gd name="connsiteY25-8216" fmla="*/ 464462 h 1978172"/>
              <a:gd name="connsiteX26-8217" fmla="*/ 9347889 w 10768629"/>
              <a:gd name="connsiteY26-8218" fmla="*/ 466539 h 1978172"/>
              <a:gd name="connsiteX27-8219" fmla="*/ 9337639 w 10768629"/>
              <a:gd name="connsiteY27-8220" fmla="*/ 476654 h 1978172"/>
              <a:gd name="connsiteX28-8221" fmla="*/ 9316893 w 10768629"/>
              <a:gd name="connsiteY28-8222" fmla="*/ 491390 h 1978172"/>
              <a:gd name="connsiteX29-8223" fmla="*/ 9229283 w 10768629"/>
              <a:gd name="connsiteY29-8224" fmla="*/ 555377 h 1978172"/>
              <a:gd name="connsiteX30-8225" fmla="*/ 9220274 w 10768629"/>
              <a:gd name="connsiteY30-8226" fmla="*/ 557502 h 1978172"/>
              <a:gd name="connsiteX31-8227" fmla="*/ 9220202 w 10768629"/>
              <a:gd name="connsiteY31-8228" fmla="*/ 558001 h 1978172"/>
              <a:gd name="connsiteX32-8229" fmla="*/ 9210908 w 10768629"/>
              <a:gd name="connsiteY32-8230" fmla="*/ 561147 h 1978172"/>
              <a:gd name="connsiteX33-8231" fmla="*/ 9186374 w 10768629"/>
              <a:gd name="connsiteY33-8232" fmla="*/ 565502 h 1978172"/>
              <a:gd name="connsiteX34-8233" fmla="*/ 9181058 w 10768629"/>
              <a:gd name="connsiteY34-8234" fmla="*/ 569943 h 1978172"/>
              <a:gd name="connsiteX35-8235" fmla="*/ 9179948 w 10768629"/>
              <a:gd name="connsiteY35-8236" fmla="*/ 576062 h 1978172"/>
              <a:gd name="connsiteX36-8237" fmla="*/ 9149110 w 10768629"/>
              <a:gd name="connsiteY36-8238" fmla="*/ 598906 h 1978172"/>
              <a:gd name="connsiteX37-8239" fmla="*/ 9078556 w 10768629"/>
              <a:gd name="connsiteY37-8240" fmla="*/ 644039 h 1978172"/>
              <a:gd name="connsiteX38-8241" fmla="*/ 8996399 w 10768629"/>
              <a:gd name="connsiteY38-8242" fmla="*/ 690055 h 1978172"/>
              <a:gd name="connsiteX39-8243" fmla="*/ 8803791 w 10768629"/>
              <a:gd name="connsiteY39-8244" fmla="*/ 813860 h 1978172"/>
              <a:gd name="connsiteX40-8245" fmla="*/ 8636202 w 10768629"/>
              <a:gd name="connsiteY40-8246" fmla="*/ 848463 h 1978172"/>
              <a:gd name="connsiteX41-8247" fmla="*/ 8555372 w 10768629"/>
              <a:gd name="connsiteY41-8248" fmla="*/ 883171 h 1978172"/>
              <a:gd name="connsiteX42-8249" fmla="*/ 8507229 w 10768629"/>
              <a:gd name="connsiteY42-8250" fmla="*/ 901665 h 1978172"/>
              <a:gd name="connsiteX43-8251" fmla="*/ 8428473 w 10768629"/>
              <a:gd name="connsiteY43-8252" fmla="*/ 927985 h 1978172"/>
              <a:gd name="connsiteX44-8253" fmla="*/ 8427914 w 10768629"/>
              <a:gd name="connsiteY44-8254" fmla="*/ 933480 h 1978172"/>
              <a:gd name="connsiteX45-8255" fmla="*/ 8420327 w 10768629"/>
              <a:gd name="connsiteY45-8256" fmla="*/ 941984 h 1978172"/>
              <a:gd name="connsiteX46-8257" fmla="*/ 8407128 w 10768629"/>
              <a:gd name="connsiteY46-8258" fmla="*/ 961344 h 1978172"/>
              <a:gd name="connsiteX47-8259" fmla="*/ 8380548 w 10768629"/>
              <a:gd name="connsiteY47-8260" fmla="*/ 987916 h 1978172"/>
              <a:gd name="connsiteX48-8261" fmla="*/ 8379462 w 10768629"/>
              <a:gd name="connsiteY48-8262" fmla="*/ 987106 h 1978172"/>
              <a:gd name="connsiteX49-8263" fmla="*/ 8369725 w 10768629"/>
              <a:gd name="connsiteY49-8264" fmla="*/ 989186 h 1978172"/>
              <a:gd name="connsiteX50-8265" fmla="*/ 8304438 w 10768629"/>
              <a:gd name="connsiteY50-8266" fmla="*/ 996739 h 1978172"/>
              <a:gd name="connsiteX51-8267" fmla="*/ 8280929 w 10768629"/>
              <a:gd name="connsiteY51-8268" fmla="*/ 1023089 h 1978172"/>
              <a:gd name="connsiteX52-8269" fmla="*/ 8275760 w 10768629"/>
              <a:gd name="connsiteY52-8270" fmla="*/ 1027772 h 1978172"/>
              <a:gd name="connsiteX53-8271" fmla="*/ 8275478 w 10768629"/>
              <a:gd name="connsiteY53-8272" fmla="*/ 1027605 h 1978172"/>
              <a:gd name="connsiteX54-8273" fmla="*/ 8269666 w 10768629"/>
              <a:gd name="connsiteY54-8274" fmla="*/ 1032033 h 1978172"/>
              <a:gd name="connsiteX55-8275" fmla="*/ 8203836 w 10768629"/>
              <a:gd name="connsiteY55-8276" fmla="*/ 1037347 h 1978172"/>
              <a:gd name="connsiteX56-8277" fmla="*/ 8122936 w 10768629"/>
              <a:gd name="connsiteY56-8278" fmla="*/ 1063113 h 1978172"/>
              <a:gd name="connsiteX57-8279" fmla="*/ 8043658 w 10768629"/>
              <a:gd name="connsiteY57-8280" fmla="*/ 1092746 h 1978172"/>
              <a:gd name="connsiteX58-8281" fmla="*/ 8015351 w 10768629"/>
              <a:gd name="connsiteY58-8282" fmla="*/ 1105478 h 1978172"/>
              <a:gd name="connsiteX59-8283" fmla="*/ 7963145 w 10768629"/>
              <a:gd name="connsiteY59-8284" fmla="*/ 1119346 h 1978172"/>
              <a:gd name="connsiteX60-8285" fmla="*/ 7938145 w 10768629"/>
              <a:gd name="connsiteY60-8286" fmla="*/ 1120225 h 1978172"/>
              <a:gd name="connsiteX61-8287" fmla="*/ 7937238 w 10768629"/>
              <a:gd name="connsiteY61-8288" fmla="*/ 1121204 h 1978172"/>
              <a:gd name="connsiteX62-8289" fmla="*/ 7934398 w 10768629"/>
              <a:gd name="connsiteY62-8290" fmla="*/ 1118240 h 1978172"/>
              <a:gd name="connsiteX63-8291" fmla="*/ 7918248 w 10768629"/>
              <a:gd name="connsiteY63-8292" fmla="*/ 1124371 h 1978172"/>
              <a:gd name="connsiteX64-8293" fmla="*/ 7914119 w 10768629"/>
              <a:gd name="connsiteY64-8294" fmla="*/ 1127653 h 1978172"/>
              <a:gd name="connsiteX65-8295" fmla="*/ 7907658 w 10768629"/>
              <a:gd name="connsiteY65-8296" fmla="*/ 1130350 h 1978172"/>
              <a:gd name="connsiteX66-8297" fmla="*/ 7907434 w 10768629"/>
              <a:gd name="connsiteY66-8298" fmla="*/ 1130103 h 1978172"/>
              <a:gd name="connsiteX67-8299" fmla="*/ 7901508 w 10768629"/>
              <a:gd name="connsiteY67-8300" fmla="*/ 1133245 h 1978172"/>
              <a:gd name="connsiteX68-8301" fmla="*/ 7873287 w 10768629"/>
              <a:gd name="connsiteY68-8302" fmla="*/ 1152609 h 1978172"/>
              <a:gd name="connsiteX69-8303" fmla="*/ 7834833 w 10768629"/>
              <a:gd name="connsiteY69-8304" fmla="*/ 1153868 h 1978172"/>
              <a:gd name="connsiteX70-8305" fmla="*/ 7828661 w 10768629"/>
              <a:gd name="connsiteY70-8306" fmla="*/ 1139994 h 1978172"/>
              <a:gd name="connsiteX71-8307" fmla="*/ 7823966 w 10768629"/>
              <a:gd name="connsiteY71-8308" fmla="*/ 1143178 h 1978172"/>
              <a:gd name="connsiteX72-8309" fmla="*/ 7815078 w 10768629"/>
              <a:gd name="connsiteY72-8310" fmla="*/ 1151776 h 1978172"/>
              <a:gd name="connsiteX73-8311" fmla="*/ 7812026 w 10768629"/>
              <a:gd name="connsiteY73-8312" fmla="*/ 1151522 h 1978172"/>
              <a:gd name="connsiteX74-8313" fmla="*/ 7782249 w 10768629"/>
              <a:gd name="connsiteY74-8314" fmla="*/ 1160970 h 1978172"/>
              <a:gd name="connsiteX75-8315" fmla="*/ 7773476 w 10768629"/>
              <a:gd name="connsiteY75-8316" fmla="*/ 1157414 h 1978172"/>
              <a:gd name="connsiteX76-8317" fmla="*/ 7769600 w 10768629"/>
              <a:gd name="connsiteY76-8318" fmla="*/ 1157365 h 1978172"/>
              <a:gd name="connsiteX77-8319" fmla="*/ 7752631 w 10768629"/>
              <a:gd name="connsiteY77-8320" fmla="*/ 1172815 h 1978172"/>
              <a:gd name="connsiteX78-8321" fmla="*/ 7743525 w 10768629"/>
              <a:gd name="connsiteY78-8322" fmla="*/ 1179064 h 1978172"/>
              <a:gd name="connsiteX79-8323" fmla="*/ 7685942 w 10768629"/>
              <a:gd name="connsiteY79-8324" fmla="*/ 1233723 h 1978172"/>
              <a:gd name="connsiteX80-8325" fmla="*/ 7586920 w 10768629"/>
              <a:gd name="connsiteY80-8326" fmla="*/ 1261888 h 1978172"/>
              <a:gd name="connsiteX81-8327" fmla="*/ 7486100 w 10768629"/>
              <a:gd name="connsiteY81-8328" fmla="*/ 1292563 h 1978172"/>
              <a:gd name="connsiteX82-8329" fmla="*/ 7407190 w 10768629"/>
              <a:gd name="connsiteY82-8330" fmla="*/ 1314737 h 1978172"/>
              <a:gd name="connsiteX83-8331" fmla="*/ 7240698 w 10768629"/>
              <a:gd name="connsiteY83-8332" fmla="*/ 1438832 h 1978172"/>
              <a:gd name="connsiteX84-8333" fmla="*/ 7197675 w 10768629"/>
              <a:gd name="connsiteY84-8334" fmla="*/ 1447530 h 1978172"/>
              <a:gd name="connsiteX85-8335" fmla="*/ 7164788 w 10768629"/>
              <a:gd name="connsiteY85-8336" fmla="*/ 1480293 h 1978172"/>
              <a:gd name="connsiteX86-8337" fmla="*/ 7147929 w 10768629"/>
              <a:gd name="connsiteY86-8338" fmla="*/ 1477641 h 1978172"/>
              <a:gd name="connsiteX87-8339" fmla="*/ 7144965 w 10768629"/>
              <a:gd name="connsiteY87-8340" fmla="*/ 1476908 h 1978172"/>
              <a:gd name="connsiteX88-8341" fmla="*/ 7134299 w 10768629"/>
              <a:gd name="connsiteY88-8342" fmla="*/ 1479969 h 1978172"/>
              <a:gd name="connsiteX89-8343" fmla="*/ 7129809 w 10768629"/>
              <a:gd name="connsiteY89-8344" fmla="*/ 1473339 h 1978172"/>
              <a:gd name="connsiteX90-8345" fmla="*/ 7112688 w 10768629"/>
              <a:gd name="connsiteY90-8346" fmla="*/ 1472575 h 1978172"/>
              <a:gd name="connsiteX91-8347" fmla="*/ 7093470 w 10768629"/>
              <a:gd name="connsiteY91-8348" fmla="*/ 1480300 h 1978172"/>
              <a:gd name="connsiteX92-8349" fmla="*/ 7025034 w 10768629"/>
              <a:gd name="connsiteY92-8350" fmla="*/ 1506934 h 1978172"/>
              <a:gd name="connsiteX93-8351" fmla="*/ 7014783 w 10768629"/>
              <a:gd name="connsiteY93-8352" fmla="*/ 1515868 h 1978172"/>
              <a:gd name="connsiteX94-8353" fmla="*/ 6979706 w 10768629"/>
              <a:gd name="connsiteY94-8354" fmla="*/ 1523511 h 1978172"/>
              <a:gd name="connsiteX95-8355" fmla="*/ 6977890 w 10768629"/>
              <a:gd name="connsiteY95-8356" fmla="*/ 1525793 h 1978172"/>
              <a:gd name="connsiteX96-8357" fmla="*/ 6944339 w 10768629"/>
              <a:gd name="connsiteY96-8358" fmla="*/ 1536237 h 1978172"/>
              <a:gd name="connsiteX97-8359" fmla="*/ 6886996 w 10768629"/>
              <a:gd name="connsiteY97-8360" fmla="*/ 1563569 h 1978172"/>
              <a:gd name="connsiteX98-8361" fmla="*/ 6874510 w 10768629"/>
              <a:gd name="connsiteY98-8362" fmla="*/ 1558469 h 1978172"/>
              <a:gd name="connsiteX99-8363" fmla="*/ 6871943 w 10768629"/>
              <a:gd name="connsiteY99-8364" fmla="*/ 1554651 h 1978172"/>
              <a:gd name="connsiteX100-8365" fmla="*/ 6856174 w 10768629"/>
              <a:gd name="connsiteY100-8366" fmla="*/ 1562024 h 1978172"/>
              <a:gd name="connsiteX101-8367" fmla="*/ 6842321 w 10768629"/>
              <a:gd name="connsiteY101-8368" fmla="*/ 1560554 h 1978172"/>
              <a:gd name="connsiteX102-8369" fmla="*/ 6832713 w 10768629"/>
              <a:gd name="connsiteY102-8370" fmla="*/ 1569357 h 1978172"/>
              <a:gd name="connsiteX103-8371" fmla="*/ 6816351 w 10768629"/>
              <a:gd name="connsiteY103-8372" fmla="*/ 1571495 h 1978172"/>
              <a:gd name="connsiteX104-8373" fmla="*/ 6795800 w 10768629"/>
              <a:gd name="connsiteY104-8374" fmla="*/ 1572010 h 1978172"/>
              <a:gd name="connsiteX105-8375" fmla="*/ 6777546 w 10768629"/>
              <a:gd name="connsiteY105-8376" fmla="*/ 1568661 h 1978172"/>
              <a:gd name="connsiteX106-8377" fmla="*/ 6751528 w 10768629"/>
              <a:gd name="connsiteY106-8378" fmla="*/ 1574143 h 1978172"/>
              <a:gd name="connsiteX107-8379" fmla="*/ 6691966 w 10768629"/>
              <a:gd name="connsiteY107-8380" fmla="*/ 1582255 h 1978172"/>
              <a:gd name="connsiteX108-8381" fmla="*/ 6646941 w 10768629"/>
              <a:gd name="connsiteY108-8382" fmla="*/ 1588471 h 1978172"/>
              <a:gd name="connsiteX109-8383" fmla="*/ 6568576 w 10768629"/>
              <a:gd name="connsiteY109-8384" fmla="*/ 1606488 h 1978172"/>
              <a:gd name="connsiteX110-8385" fmla="*/ 6554358 w 10768629"/>
              <a:gd name="connsiteY110-8386" fmla="*/ 1621701 h 1978172"/>
              <a:gd name="connsiteX111-8387" fmla="*/ 6516968 w 10768629"/>
              <a:gd name="connsiteY111-8388" fmla="*/ 1617195 h 1978172"/>
              <a:gd name="connsiteX112-8389" fmla="*/ 6506479 w 10768629"/>
              <a:gd name="connsiteY112-8390" fmla="*/ 1602227 h 1978172"/>
              <a:gd name="connsiteX113-8391" fmla="*/ 6458436 w 10768629"/>
              <a:gd name="connsiteY113-8392" fmla="*/ 1607332 h 1978172"/>
              <a:gd name="connsiteX114-8393" fmla="*/ 6414786 w 10768629"/>
              <a:gd name="connsiteY114-8394" fmla="*/ 1628815 h 1978172"/>
              <a:gd name="connsiteX115-8395" fmla="*/ 6357085 w 10768629"/>
              <a:gd name="connsiteY115-8396" fmla="*/ 1640846 h 1978172"/>
              <a:gd name="connsiteX116-8397" fmla="*/ 6322636 w 10768629"/>
              <a:gd name="connsiteY116-8398" fmla="*/ 1648213 h 1978172"/>
              <a:gd name="connsiteX117-8399" fmla="*/ 6226172 w 10768629"/>
              <a:gd name="connsiteY117-8400" fmla="*/ 1654676 h 1978172"/>
              <a:gd name="connsiteX118-8401" fmla="*/ 6221217 w 10768629"/>
              <a:gd name="connsiteY118-8402" fmla="*/ 1654506 h 1978172"/>
              <a:gd name="connsiteX119-8403" fmla="*/ 6204956 w 10768629"/>
              <a:gd name="connsiteY119-8404" fmla="*/ 1664280 h 1978172"/>
              <a:gd name="connsiteX120-8405" fmla="*/ 6204270 w 10768629"/>
              <a:gd name="connsiteY120-8406" fmla="*/ 1666782 h 1978172"/>
              <a:gd name="connsiteX121-8407" fmla="*/ 6143810 w 10768629"/>
              <a:gd name="connsiteY121-8408" fmla="*/ 1661963 h 1978172"/>
              <a:gd name="connsiteX122-8409" fmla="*/ 6136560 w 10768629"/>
              <a:gd name="connsiteY122-8410" fmla="*/ 1665728 h 1978172"/>
              <a:gd name="connsiteX123-8411" fmla="*/ 6096155 w 10768629"/>
              <a:gd name="connsiteY123-8412" fmla="*/ 1656951 h 1978172"/>
              <a:gd name="connsiteX124-8413" fmla="*/ 6075812 w 10768629"/>
              <a:gd name="connsiteY124-8414" fmla="*/ 1655422 h 1978172"/>
              <a:gd name="connsiteX125-8415" fmla="*/ 6039495 w 10768629"/>
              <a:gd name="connsiteY125-8416" fmla="*/ 1649680 h 1978172"/>
              <a:gd name="connsiteX126-8417" fmla="*/ 6036523 w 10768629"/>
              <a:gd name="connsiteY126-8418" fmla="*/ 1652121 h 1978172"/>
              <a:gd name="connsiteX127-8419" fmla="*/ 6029328 w 10768629"/>
              <a:gd name="connsiteY127-8420" fmla="*/ 1649904 h 1978172"/>
              <a:gd name="connsiteX128-8421" fmla="*/ 6024075 w 10768629"/>
              <a:gd name="connsiteY128-8422" fmla="*/ 1652779 h 1978172"/>
              <a:gd name="connsiteX129-8423" fmla="*/ 6018085 w 10768629"/>
              <a:gd name="connsiteY129-8424" fmla="*/ 1652030 h 1978172"/>
              <a:gd name="connsiteX130-8425" fmla="*/ 5955513 w 10768629"/>
              <a:gd name="connsiteY130-8426" fmla="*/ 1663584 h 1978172"/>
              <a:gd name="connsiteX131-8427" fmla="*/ 5941996 w 10768629"/>
              <a:gd name="connsiteY131-8428" fmla="*/ 1661326 h 1978172"/>
              <a:gd name="connsiteX132-8429" fmla="*/ 5931789 w 10768629"/>
              <a:gd name="connsiteY132-8430" fmla="*/ 1669915 h 1978172"/>
              <a:gd name="connsiteX133-8431" fmla="*/ 5888686 w 10768629"/>
              <a:gd name="connsiteY133-8432" fmla="*/ 1672175 h 1978172"/>
              <a:gd name="connsiteX134-8433" fmla="*/ 5873794 w 10768629"/>
              <a:gd name="connsiteY134-8434" fmla="*/ 1665454 h 1978172"/>
              <a:gd name="connsiteX135-8435" fmla="*/ 5860022 w 10768629"/>
              <a:gd name="connsiteY135-8436" fmla="*/ 1660635 h 1978172"/>
              <a:gd name="connsiteX136-8437" fmla="*/ 5858237 w 10768629"/>
              <a:gd name="connsiteY136-8438" fmla="*/ 1660649 h 1978172"/>
              <a:gd name="connsiteX137-8439" fmla="*/ 5840319 w 10768629"/>
              <a:gd name="connsiteY137-8440" fmla="*/ 1660798 h 1978172"/>
              <a:gd name="connsiteX138-8441" fmla="*/ 5806984 w 10768629"/>
              <a:gd name="connsiteY138-8442" fmla="*/ 1661075 h 1978172"/>
              <a:gd name="connsiteX139-8443" fmla="*/ 5742351 w 10768629"/>
              <a:gd name="connsiteY139-8444" fmla="*/ 1667489 h 1978172"/>
              <a:gd name="connsiteX140-8445" fmla="*/ 5521171 w 10768629"/>
              <a:gd name="connsiteY140-8446" fmla="*/ 1671626 h 1978172"/>
              <a:gd name="connsiteX141-8447" fmla="*/ 5457384 w 10768629"/>
              <a:gd name="connsiteY141-8448" fmla="*/ 1683952 h 1978172"/>
              <a:gd name="connsiteX142-8449" fmla="*/ 4950070 w 10768629"/>
              <a:gd name="connsiteY142-8450" fmla="*/ 1748401 h 1978172"/>
              <a:gd name="connsiteX143-8451" fmla="*/ 4872172 w 10768629"/>
              <a:gd name="connsiteY143-8452" fmla="*/ 1757222 h 1978172"/>
              <a:gd name="connsiteX144-8453" fmla="*/ 4809524 w 10768629"/>
              <a:gd name="connsiteY144-8454" fmla="*/ 1761033 h 1978172"/>
              <a:gd name="connsiteX145-8455" fmla="*/ 4759058 w 10768629"/>
              <a:gd name="connsiteY145-8456" fmla="*/ 1766533 h 1978172"/>
              <a:gd name="connsiteX146-8457" fmla="*/ 4719749 w 10768629"/>
              <a:gd name="connsiteY146-8458" fmla="*/ 1771811 h 1978172"/>
              <a:gd name="connsiteX147-8459" fmla="*/ 4568686 w 10768629"/>
              <a:gd name="connsiteY147-8460" fmla="*/ 1786141 h 1978172"/>
              <a:gd name="connsiteX148-8461" fmla="*/ 4418751 w 10768629"/>
              <a:gd name="connsiteY148-8462" fmla="*/ 1796932 h 1978172"/>
              <a:gd name="connsiteX149-8463" fmla="*/ 4378377 w 10768629"/>
              <a:gd name="connsiteY149-8464" fmla="*/ 1815528 h 1978172"/>
              <a:gd name="connsiteX150-8465" fmla="*/ 4320575 w 10768629"/>
              <a:gd name="connsiteY150-8466" fmla="*/ 1832722 h 1978172"/>
              <a:gd name="connsiteX151-8467" fmla="*/ 4220200 w 10768629"/>
              <a:gd name="connsiteY151-8468" fmla="*/ 1873173 h 1978172"/>
              <a:gd name="connsiteX152-8469" fmla="*/ 4105361 w 10768629"/>
              <a:gd name="connsiteY152-8470" fmla="*/ 1894711 h 1978172"/>
              <a:gd name="connsiteX153-8471" fmla="*/ 3973223 w 10768629"/>
              <a:gd name="connsiteY153-8472" fmla="*/ 1881015 h 1978172"/>
              <a:gd name="connsiteX154-8473" fmla="*/ 3900992 w 10768629"/>
              <a:gd name="connsiteY154-8474" fmla="*/ 1880603 h 1978172"/>
              <a:gd name="connsiteX155-8475" fmla="*/ 3662119 w 10768629"/>
              <a:gd name="connsiteY155-8476" fmla="*/ 1889285 h 1978172"/>
              <a:gd name="connsiteX156-8477" fmla="*/ 3496919 w 10768629"/>
              <a:gd name="connsiteY156-8478" fmla="*/ 1873180 h 1978172"/>
              <a:gd name="connsiteX157-8479" fmla="*/ 3449433 w 10768629"/>
              <a:gd name="connsiteY157-8480" fmla="*/ 1889681 h 1978172"/>
              <a:gd name="connsiteX158-8481" fmla="*/ 3369766 w 10768629"/>
              <a:gd name="connsiteY158-8482" fmla="*/ 1916653 h 1978172"/>
              <a:gd name="connsiteX159-8483" fmla="*/ 3269672 w 10768629"/>
              <a:gd name="connsiteY159-8484" fmla="*/ 1938036 h 1978172"/>
              <a:gd name="connsiteX160-8485" fmla="*/ 3224897 w 10768629"/>
              <a:gd name="connsiteY160-8486" fmla="*/ 1943733 h 1978172"/>
              <a:gd name="connsiteX161-8487" fmla="*/ 3161463 w 10768629"/>
              <a:gd name="connsiteY161-8488" fmla="*/ 1946591 h 1978172"/>
              <a:gd name="connsiteX162-8489" fmla="*/ 3112044 w 10768629"/>
              <a:gd name="connsiteY162-8490" fmla="*/ 1935614 h 1978172"/>
              <a:gd name="connsiteX163-8491" fmla="*/ 3069716 w 10768629"/>
              <a:gd name="connsiteY163-8492" fmla="*/ 1930463 h 1978172"/>
              <a:gd name="connsiteX164-8493" fmla="*/ 3005773 w 10768629"/>
              <a:gd name="connsiteY164-8494" fmla="*/ 1915878 h 1978172"/>
              <a:gd name="connsiteX165-8495" fmla="*/ 2897201 w 10768629"/>
              <a:gd name="connsiteY165-8496" fmla="*/ 1926772 h 1978172"/>
              <a:gd name="connsiteX166-8497" fmla="*/ 2783891 w 10768629"/>
              <a:gd name="connsiteY166-8498" fmla="*/ 1931749 h 1978172"/>
              <a:gd name="connsiteX167-8499" fmla="*/ 2712447 w 10768629"/>
              <a:gd name="connsiteY167-8500" fmla="*/ 1933044 h 1978172"/>
              <a:gd name="connsiteX168-8501" fmla="*/ 2560151 w 10768629"/>
              <a:gd name="connsiteY168-8502" fmla="*/ 1963609 h 1978172"/>
              <a:gd name="connsiteX169-8503" fmla="*/ 2367221 w 10768629"/>
              <a:gd name="connsiteY169-8504" fmla="*/ 1971884 h 1978172"/>
              <a:gd name="connsiteX170-8505" fmla="*/ 2272130 w 10768629"/>
              <a:gd name="connsiteY170-8506" fmla="*/ 1961162 h 1978172"/>
              <a:gd name="connsiteX171-8507" fmla="*/ 2189404 w 10768629"/>
              <a:gd name="connsiteY171-8508" fmla="*/ 1978172 h 1978172"/>
              <a:gd name="connsiteX172-8509" fmla="*/ 2077704 w 10768629"/>
              <a:gd name="connsiteY172-8510" fmla="*/ 1965002 h 1978172"/>
              <a:gd name="connsiteX173-8511" fmla="*/ 2033299 w 10768629"/>
              <a:gd name="connsiteY173-8512" fmla="*/ 1969042 h 1978172"/>
              <a:gd name="connsiteX174-8513" fmla="*/ 1967996 w 10768629"/>
              <a:gd name="connsiteY174-8514" fmla="*/ 1953187 h 1978172"/>
              <a:gd name="connsiteX175-8515" fmla="*/ 1855805 w 10768629"/>
              <a:gd name="connsiteY175-8516" fmla="*/ 1926082 h 1978172"/>
              <a:gd name="connsiteX176-8517" fmla="*/ 1790957 w 10768629"/>
              <a:gd name="connsiteY176-8518" fmla="*/ 1919460 h 1978172"/>
              <a:gd name="connsiteX177-8519" fmla="*/ 1613978 w 10768629"/>
              <a:gd name="connsiteY177-8520" fmla="*/ 1891581 h 1978172"/>
              <a:gd name="connsiteX178-8521" fmla="*/ 1436831 w 10768629"/>
              <a:gd name="connsiteY178-8522" fmla="*/ 1856201 h 1978172"/>
              <a:gd name="connsiteX179-8523" fmla="*/ 1357365 w 10768629"/>
              <a:gd name="connsiteY179-8524" fmla="*/ 1832140 h 1978172"/>
              <a:gd name="connsiteX180-8525" fmla="*/ 1232341 w 10768629"/>
              <a:gd name="connsiteY180-8526" fmla="*/ 1785942 h 1978172"/>
              <a:gd name="connsiteX181-8527" fmla="*/ 1162595 w 10768629"/>
              <a:gd name="connsiteY181-8528" fmla="*/ 1758337 h 1978172"/>
              <a:gd name="connsiteX182-8529" fmla="*/ 1128523 w 10768629"/>
              <a:gd name="connsiteY182-8530" fmla="*/ 1763621 h 1978172"/>
              <a:gd name="connsiteX183-8531" fmla="*/ 991903 w 10768629"/>
              <a:gd name="connsiteY183-8532" fmla="*/ 1786741 h 1978172"/>
              <a:gd name="connsiteX184-8533" fmla="*/ 883960 w 10768629"/>
              <a:gd name="connsiteY184-8534" fmla="*/ 1822386 h 1978172"/>
              <a:gd name="connsiteX185-8535" fmla="*/ 766531 w 10768629"/>
              <a:gd name="connsiteY185-8536" fmla="*/ 1805053 h 1978172"/>
              <a:gd name="connsiteX186-8537" fmla="*/ 669779 w 10768629"/>
              <a:gd name="connsiteY186-8538" fmla="*/ 1800537 h 1978172"/>
              <a:gd name="connsiteX187-8539" fmla="*/ 523898 w 10768629"/>
              <a:gd name="connsiteY187-8540" fmla="*/ 1811085 h 1978172"/>
              <a:gd name="connsiteX188-8541" fmla="*/ 360251 w 10768629"/>
              <a:gd name="connsiteY188-8542" fmla="*/ 1830735 h 1978172"/>
              <a:gd name="connsiteX189-8543" fmla="*/ 255207 w 10768629"/>
              <a:gd name="connsiteY189-8544" fmla="*/ 1818275 h 1978172"/>
              <a:gd name="connsiteX190-8545" fmla="*/ 101803 w 10768629"/>
              <a:gd name="connsiteY190-8546" fmla="*/ 1870647 h 1978172"/>
              <a:gd name="connsiteX191-8547" fmla="*/ 25397 w 10768629"/>
              <a:gd name="connsiteY191-8548" fmla="*/ 1888443 h 1978172"/>
              <a:gd name="connsiteX192-8549" fmla="*/ 2370 w 10768629"/>
              <a:gd name="connsiteY192-8550" fmla="*/ 1878311 h 1978172"/>
              <a:gd name="connsiteX193-8551" fmla="*/ 0 w 10768629"/>
              <a:gd name="connsiteY193-8552" fmla="*/ 1878785 h 1978172"/>
              <a:gd name="connsiteX194-8553" fmla="*/ 0 w 10768629"/>
              <a:gd name="connsiteY194-8554" fmla="*/ 0 h 1978172"/>
              <a:gd name="connsiteX0-8555" fmla="*/ 0 w 10768629"/>
              <a:gd name="connsiteY0-8556" fmla="*/ 0 h 1978172"/>
              <a:gd name="connsiteX1-8557" fmla="*/ 10768629 w 10768629"/>
              <a:gd name="connsiteY1-8558" fmla="*/ 0 h 1978172"/>
              <a:gd name="connsiteX2-8559" fmla="*/ 10733254 w 10768629"/>
              <a:gd name="connsiteY2-8560" fmla="*/ 31439 h 1978172"/>
              <a:gd name="connsiteX3-8561" fmla="*/ 10727085 w 10768629"/>
              <a:gd name="connsiteY3-8562" fmla="*/ 37910 h 1978172"/>
              <a:gd name="connsiteX4-8563" fmla="*/ 10675953 w 10768629"/>
              <a:gd name="connsiteY4-8564" fmla="*/ 68623 h 1978172"/>
              <a:gd name="connsiteX5-8565" fmla="*/ 10637091 w 10768629"/>
              <a:gd name="connsiteY5-8566" fmla="*/ 90361 h 1978172"/>
              <a:gd name="connsiteX6-8567" fmla="*/ 10610971 w 10768629"/>
              <a:gd name="connsiteY6-8568" fmla="*/ 110764 h 1978172"/>
              <a:gd name="connsiteX7-8569" fmla="*/ 10532872 w 10768629"/>
              <a:gd name="connsiteY7-8570" fmla="*/ 138028 h 1978172"/>
              <a:gd name="connsiteX8-8571" fmla="*/ 10398558 w 10768629"/>
              <a:gd name="connsiteY8-8572" fmla="*/ 172911 h 1978172"/>
              <a:gd name="connsiteX9-8573" fmla="*/ 10371128 w 10768629"/>
              <a:gd name="connsiteY9-8574" fmla="*/ 182609 h 1978172"/>
              <a:gd name="connsiteX10-8575" fmla="*/ 10352178 w 10768629"/>
              <a:gd name="connsiteY10-8576" fmla="*/ 199976 h 1978172"/>
              <a:gd name="connsiteX11-8577" fmla="*/ 10351815 w 10768629"/>
              <a:gd name="connsiteY11-8578" fmla="*/ 211879 h 1978172"/>
              <a:gd name="connsiteX12-8579" fmla="*/ 10337471 w 10768629"/>
              <a:gd name="connsiteY12-8580" fmla="*/ 218661 h 1978172"/>
              <a:gd name="connsiteX13-8581" fmla="*/ 10334625 w 10768629"/>
              <a:gd name="connsiteY13-8582" fmla="*/ 222351 h 1978172"/>
              <a:gd name="connsiteX14-8583" fmla="*/ 10256365 w 10768629"/>
              <a:gd name="connsiteY14-8584" fmla="*/ 235917 h 1978172"/>
              <a:gd name="connsiteX15-8585" fmla="*/ 10201127 w 10768629"/>
              <a:gd name="connsiteY15-8586" fmla="*/ 267448 h 1978172"/>
              <a:gd name="connsiteX16-8587" fmla="*/ 9961218 w 10768629"/>
              <a:gd name="connsiteY16-8588" fmla="*/ 326720 h 1978172"/>
              <a:gd name="connsiteX17-8589" fmla="*/ 9859715 w 10768629"/>
              <a:gd name="connsiteY17-8590" fmla="*/ 355698 h 1978172"/>
              <a:gd name="connsiteX18-8591" fmla="*/ 9679867 w 10768629"/>
              <a:gd name="connsiteY18-8592" fmla="*/ 399081 h 1978172"/>
              <a:gd name="connsiteX19-8593" fmla="*/ 9490654 w 10768629"/>
              <a:gd name="connsiteY19-8594" fmla="*/ 455225 h 1978172"/>
              <a:gd name="connsiteX20-8595" fmla="*/ 9470837 w 10768629"/>
              <a:gd name="connsiteY20-8596" fmla="*/ 452539 h 1978172"/>
              <a:gd name="connsiteX21-8597" fmla="*/ 9469082 w 10768629"/>
              <a:gd name="connsiteY21-8598" fmla="*/ 454891 h 1978172"/>
              <a:gd name="connsiteX22-8599" fmla="*/ 9448038 w 10768629"/>
              <a:gd name="connsiteY22-8600" fmla="*/ 459733 h 1978172"/>
              <a:gd name="connsiteX23-8601" fmla="*/ 9396821 w 10768629"/>
              <a:gd name="connsiteY23-8602" fmla="*/ 455795 h 1978172"/>
              <a:gd name="connsiteX24-8603" fmla="*/ 9392197 w 10768629"/>
              <a:gd name="connsiteY24-8604" fmla="*/ 459796 h 1978172"/>
              <a:gd name="connsiteX25-8605" fmla="*/ 9347994 w 10768629"/>
              <a:gd name="connsiteY25-8606" fmla="*/ 464462 h 1978172"/>
              <a:gd name="connsiteX26-8607" fmla="*/ 9347889 w 10768629"/>
              <a:gd name="connsiteY26-8608" fmla="*/ 466539 h 1978172"/>
              <a:gd name="connsiteX27-8609" fmla="*/ 9337639 w 10768629"/>
              <a:gd name="connsiteY27-8610" fmla="*/ 476654 h 1978172"/>
              <a:gd name="connsiteX28-8611" fmla="*/ 9316893 w 10768629"/>
              <a:gd name="connsiteY28-8612" fmla="*/ 491390 h 1978172"/>
              <a:gd name="connsiteX29-8613" fmla="*/ 9229283 w 10768629"/>
              <a:gd name="connsiteY29-8614" fmla="*/ 555377 h 1978172"/>
              <a:gd name="connsiteX30-8615" fmla="*/ 9220274 w 10768629"/>
              <a:gd name="connsiteY30-8616" fmla="*/ 557502 h 1978172"/>
              <a:gd name="connsiteX31-8617" fmla="*/ 9220202 w 10768629"/>
              <a:gd name="connsiteY31-8618" fmla="*/ 558001 h 1978172"/>
              <a:gd name="connsiteX32-8619" fmla="*/ 9210908 w 10768629"/>
              <a:gd name="connsiteY32-8620" fmla="*/ 561147 h 1978172"/>
              <a:gd name="connsiteX33-8621" fmla="*/ 9186374 w 10768629"/>
              <a:gd name="connsiteY33-8622" fmla="*/ 565502 h 1978172"/>
              <a:gd name="connsiteX34-8623" fmla="*/ 9181058 w 10768629"/>
              <a:gd name="connsiteY34-8624" fmla="*/ 569943 h 1978172"/>
              <a:gd name="connsiteX35-8625" fmla="*/ 9179948 w 10768629"/>
              <a:gd name="connsiteY35-8626" fmla="*/ 576062 h 1978172"/>
              <a:gd name="connsiteX36-8627" fmla="*/ 9149110 w 10768629"/>
              <a:gd name="connsiteY36-8628" fmla="*/ 598906 h 1978172"/>
              <a:gd name="connsiteX37-8629" fmla="*/ 9078556 w 10768629"/>
              <a:gd name="connsiteY37-8630" fmla="*/ 644039 h 1978172"/>
              <a:gd name="connsiteX38-8631" fmla="*/ 8996399 w 10768629"/>
              <a:gd name="connsiteY38-8632" fmla="*/ 690055 h 1978172"/>
              <a:gd name="connsiteX39-8633" fmla="*/ 8803791 w 10768629"/>
              <a:gd name="connsiteY39-8634" fmla="*/ 813860 h 1978172"/>
              <a:gd name="connsiteX40-8635" fmla="*/ 8636202 w 10768629"/>
              <a:gd name="connsiteY40-8636" fmla="*/ 848463 h 1978172"/>
              <a:gd name="connsiteX41-8637" fmla="*/ 8555372 w 10768629"/>
              <a:gd name="connsiteY41-8638" fmla="*/ 883171 h 1978172"/>
              <a:gd name="connsiteX42-8639" fmla="*/ 8507229 w 10768629"/>
              <a:gd name="connsiteY42-8640" fmla="*/ 901665 h 1978172"/>
              <a:gd name="connsiteX43-8641" fmla="*/ 8428473 w 10768629"/>
              <a:gd name="connsiteY43-8642" fmla="*/ 927985 h 1978172"/>
              <a:gd name="connsiteX44-8643" fmla="*/ 8427914 w 10768629"/>
              <a:gd name="connsiteY44-8644" fmla="*/ 933480 h 1978172"/>
              <a:gd name="connsiteX45-8645" fmla="*/ 8420327 w 10768629"/>
              <a:gd name="connsiteY45-8646" fmla="*/ 941984 h 1978172"/>
              <a:gd name="connsiteX46-8647" fmla="*/ 8407128 w 10768629"/>
              <a:gd name="connsiteY46-8648" fmla="*/ 961344 h 1978172"/>
              <a:gd name="connsiteX47-8649" fmla="*/ 8380548 w 10768629"/>
              <a:gd name="connsiteY47-8650" fmla="*/ 987916 h 1978172"/>
              <a:gd name="connsiteX48-8651" fmla="*/ 8379462 w 10768629"/>
              <a:gd name="connsiteY48-8652" fmla="*/ 987106 h 1978172"/>
              <a:gd name="connsiteX49-8653" fmla="*/ 8369725 w 10768629"/>
              <a:gd name="connsiteY49-8654" fmla="*/ 989186 h 1978172"/>
              <a:gd name="connsiteX50-8655" fmla="*/ 8304438 w 10768629"/>
              <a:gd name="connsiteY50-8656" fmla="*/ 996739 h 1978172"/>
              <a:gd name="connsiteX51-8657" fmla="*/ 8280929 w 10768629"/>
              <a:gd name="connsiteY51-8658" fmla="*/ 1023089 h 1978172"/>
              <a:gd name="connsiteX52-8659" fmla="*/ 8275760 w 10768629"/>
              <a:gd name="connsiteY52-8660" fmla="*/ 1027772 h 1978172"/>
              <a:gd name="connsiteX53-8661" fmla="*/ 8275478 w 10768629"/>
              <a:gd name="connsiteY53-8662" fmla="*/ 1027605 h 1978172"/>
              <a:gd name="connsiteX54-8663" fmla="*/ 8269666 w 10768629"/>
              <a:gd name="connsiteY54-8664" fmla="*/ 1032033 h 1978172"/>
              <a:gd name="connsiteX55-8665" fmla="*/ 8203836 w 10768629"/>
              <a:gd name="connsiteY55-8666" fmla="*/ 1037347 h 1978172"/>
              <a:gd name="connsiteX56-8667" fmla="*/ 8122936 w 10768629"/>
              <a:gd name="connsiteY56-8668" fmla="*/ 1063113 h 1978172"/>
              <a:gd name="connsiteX57-8669" fmla="*/ 8043658 w 10768629"/>
              <a:gd name="connsiteY57-8670" fmla="*/ 1092746 h 1978172"/>
              <a:gd name="connsiteX58-8671" fmla="*/ 8015351 w 10768629"/>
              <a:gd name="connsiteY58-8672" fmla="*/ 1105478 h 1978172"/>
              <a:gd name="connsiteX59-8673" fmla="*/ 7963145 w 10768629"/>
              <a:gd name="connsiteY59-8674" fmla="*/ 1119346 h 1978172"/>
              <a:gd name="connsiteX60-8675" fmla="*/ 7938145 w 10768629"/>
              <a:gd name="connsiteY60-8676" fmla="*/ 1120225 h 1978172"/>
              <a:gd name="connsiteX61-8677" fmla="*/ 7937238 w 10768629"/>
              <a:gd name="connsiteY61-8678" fmla="*/ 1121204 h 1978172"/>
              <a:gd name="connsiteX62-8679" fmla="*/ 7934398 w 10768629"/>
              <a:gd name="connsiteY62-8680" fmla="*/ 1118240 h 1978172"/>
              <a:gd name="connsiteX63-8681" fmla="*/ 7918248 w 10768629"/>
              <a:gd name="connsiteY63-8682" fmla="*/ 1124371 h 1978172"/>
              <a:gd name="connsiteX64-8683" fmla="*/ 7914119 w 10768629"/>
              <a:gd name="connsiteY64-8684" fmla="*/ 1127653 h 1978172"/>
              <a:gd name="connsiteX65-8685" fmla="*/ 7907658 w 10768629"/>
              <a:gd name="connsiteY65-8686" fmla="*/ 1130350 h 1978172"/>
              <a:gd name="connsiteX66-8687" fmla="*/ 7907434 w 10768629"/>
              <a:gd name="connsiteY66-8688" fmla="*/ 1130103 h 1978172"/>
              <a:gd name="connsiteX67-8689" fmla="*/ 7901508 w 10768629"/>
              <a:gd name="connsiteY67-8690" fmla="*/ 1133245 h 1978172"/>
              <a:gd name="connsiteX68-8691" fmla="*/ 7873287 w 10768629"/>
              <a:gd name="connsiteY68-8692" fmla="*/ 1152609 h 1978172"/>
              <a:gd name="connsiteX69-8693" fmla="*/ 7834833 w 10768629"/>
              <a:gd name="connsiteY69-8694" fmla="*/ 1153868 h 1978172"/>
              <a:gd name="connsiteX70-8695" fmla="*/ 7828661 w 10768629"/>
              <a:gd name="connsiteY70-8696" fmla="*/ 1139994 h 1978172"/>
              <a:gd name="connsiteX71-8697" fmla="*/ 7823966 w 10768629"/>
              <a:gd name="connsiteY71-8698" fmla="*/ 1143178 h 1978172"/>
              <a:gd name="connsiteX72-8699" fmla="*/ 7815078 w 10768629"/>
              <a:gd name="connsiteY72-8700" fmla="*/ 1151776 h 1978172"/>
              <a:gd name="connsiteX73-8701" fmla="*/ 7812026 w 10768629"/>
              <a:gd name="connsiteY73-8702" fmla="*/ 1151522 h 1978172"/>
              <a:gd name="connsiteX74-8703" fmla="*/ 7782249 w 10768629"/>
              <a:gd name="connsiteY74-8704" fmla="*/ 1160970 h 1978172"/>
              <a:gd name="connsiteX75-8705" fmla="*/ 7773476 w 10768629"/>
              <a:gd name="connsiteY75-8706" fmla="*/ 1157414 h 1978172"/>
              <a:gd name="connsiteX76-8707" fmla="*/ 7769600 w 10768629"/>
              <a:gd name="connsiteY76-8708" fmla="*/ 1157365 h 1978172"/>
              <a:gd name="connsiteX77-8709" fmla="*/ 7752631 w 10768629"/>
              <a:gd name="connsiteY77-8710" fmla="*/ 1172815 h 1978172"/>
              <a:gd name="connsiteX78-8711" fmla="*/ 7743525 w 10768629"/>
              <a:gd name="connsiteY78-8712" fmla="*/ 1179064 h 1978172"/>
              <a:gd name="connsiteX79-8713" fmla="*/ 7685942 w 10768629"/>
              <a:gd name="connsiteY79-8714" fmla="*/ 1233723 h 1978172"/>
              <a:gd name="connsiteX80-8715" fmla="*/ 7586920 w 10768629"/>
              <a:gd name="connsiteY80-8716" fmla="*/ 1261888 h 1978172"/>
              <a:gd name="connsiteX81-8717" fmla="*/ 7486100 w 10768629"/>
              <a:gd name="connsiteY81-8718" fmla="*/ 1292563 h 1978172"/>
              <a:gd name="connsiteX82-8719" fmla="*/ 7407190 w 10768629"/>
              <a:gd name="connsiteY82-8720" fmla="*/ 1314737 h 1978172"/>
              <a:gd name="connsiteX83-8721" fmla="*/ 7240698 w 10768629"/>
              <a:gd name="connsiteY83-8722" fmla="*/ 1438832 h 1978172"/>
              <a:gd name="connsiteX84-8723" fmla="*/ 7197675 w 10768629"/>
              <a:gd name="connsiteY84-8724" fmla="*/ 1447530 h 1978172"/>
              <a:gd name="connsiteX85-8725" fmla="*/ 7164788 w 10768629"/>
              <a:gd name="connsiteY85-8726" fmla="*/ 1480293 h 1978172"/>
              <a:gd name="connsiteX86-8727" fmla="*/ 7147929 w 10768629"/>
              <a:gd name="connsiteY86-8728" fmla="*/ 1477641 h 1978172"/>
              <a:gd name="connsiteX87-8729" fmla="*/ 7144965 w 10768629"/>
              <a:gd name="connsiteY87-8730" fmla="*/ 1476908 h 1978172"/>
              <a:gd name="connsiteX88-8731" fmla="*/ 7134299 w 10768629"/>
              <a:gd name="connsiteY88-8732" fmla="*/ 1479969 h 1978172"/>
              <a:gd name="connsiteX89-8733" fmla="*/ 7129809 w 10768629"/>
              <a:gd name="connsiteY89-8734" fmla="*/ 1473339 h 1978172"/>
              <a:gd name="connsiteX90-8735" fmla="*/ 7112688 w 10768629"/>
              <a:gd name="connsiteY90-8736" fmla="*/ 1472575 h 1978172"/>
              <a:gd name="connsiteX91-8737" fmla="*/ 7093470 w 10768629"/>
              <a:gd name="connsiteY91-8738" fmla="*/ 1480300 h 1978172"/>
              <a:gd name="connsiteX92-8739" fmla="*/ 7025034 w 10768629"/>
              <a:gd name="connsiteY92-8740" fmla="*/ 1506934 h 1978172"/>
              <a:gd name="connsiteX93-8741" fmla="*/ 7014783 w 10768629"/>
              <a:gd name="connsiteY93-8742" fmla="*/ 1515868 h 1978172"/>
              <a:gd name="connsiteX94-8743" fmla="*/ 6979706 w 10768629"/>
              <a:gd name="connsiteY94-8744" fmla="*/ 1523511 h 1978172"/>
              <a:gd name="connsiteX95-8745" fmla="*/ 6977890 w 10768629"/>
              <a:gd name="connsiteY95-8746" fmla="*/ 1525793 h 1978172"/>
              <a:gd name="connsiteX96-8747" fmla="*/ 6944339 w 10768629"/>
              <a:gd name="connsiteY96-8748" fmla="*/ 1536237 h 1978172"/>
              <a:gd name="connsiteX97-8749" fmla="*/ 6886996 w 10768629"/>
              <a:gd name="connsiteY97-8750" fmla="*/ 1563569 h 1978172"/>
              <a:gd name="connsiteX98-8751" fmla="*/ 6874510 w 10768629"/>
              <a:gd name="connsiteY98-8752" fmla="*/ 1558469 h 1978172"/>
              <a:gd name="connsiteX99-8753" fmla="*/ 6871943 w 10768629"/>
              <a:gd name="connsiteY99-8754" fmla="*/ 1554651 h 1978172"/>
              <a:gd name="connsiteX100-8755" fmla="*/ 6856174 w 10768629"/>
              <a:gd name="connsiteY100-8756" fmla="*/ 1562024 h 1978172"/>
              <a:gd name="connsiteX101-8757" fmla="*/ 6842321 w 10768629"/>
              <a:gd name="connsiteY101-8758" fmla="*/ 1560554 h 1978172"/>
              <a:gd name="connsiteX102-8759" fmla="*/ 6832713 w 10768629"/>
              <a:gd name="connsiteY102-8760" fmla="*/ 1569357 h 1978172"/>
              <a:gd name="connsiteX103-8761" fmla="*/ 6816351 w 10768629"/>
              <a:gd name="connsiteY103-8762" fmla="*/ 1571495 h 1978172"/>
              <a:gd name="connsiteX104-8763" fmla="*/ 6795800 w 10768629"/>
              <a:gd name="connsiteY104-8764" fmla="*/ 1572010 h 1978172"/>
              <a:gd name="connsiteX105-8765" fmla="*/ 6777546 w 10768629"/>
              <a:gd name="connsiteY105-8766" fmla="*/ 1568661 h 1978172"/>
              <a:gd name="connsiteX106-8767" fmla="*/ 6751528 w 10768629"/>
              <a:gd name="connsiteY106-8768" fmla="*/ 1574143 h 1978172"/>
              <a:gd name="connsiteX107-8769" fmla="*/ 6691966 w 10768629"/>
              <a:gd name="connsiteY107-8770" fmla="*/ 1582255 h 1978172"/>
              <a:gd name="connsiteX108-8771" fmla="*/ 6646941 w 10768629"/>
              <a:gd name="connsiteY108-8772" fmla="*/ 1588471 h 1978172"/>
              <a:gd name="connsiteX109-8773" fmla="*/ 6568576 w 10768629"/>
              <a:gd name="connsiteY109-8774" fmla="*/ 1606488 h 1978172"/>
              <a:gd name="connsiteX110-8775" fmla="*/ 6554358 w 10768629"/>
              <a:gd name="connsiteY110-8776" fmla="*/ 1621701 h 1978172"/>
              <a:gd name="connsiteX111-8777" fmla="*/ 6516968 w 10768629"/>
              <a:gd name="connsiteY111-8778" fmla="*/ 1617195 h 1978172"/>
              <a:gd name="connsiteX112-8779" fmla="*/ 6506479 w 10768629"/>
              <a:gd name="connsiteY112-8780" fmla="*/ 1602227 h 1978172"/>
              <a:gd name="connsiteX113-8781" fmla="*/ 6458436 w 10768629"/>
              <a:gd name="connsiteY113-8782" fmla="*/ 1607332 h 1978172"/>
              <a:gd name="connsiteX114-8783" fmla="*/ 6414786 w 10768629"/>
              <a:gd name="connsiteY114-8784" fmla="*/ 1628815 h 1978172"/>
              <a:gd name="connsiteX115-8785" fmla="*/ 6357085 w 10768629"/>
              <a:gd name="connsiteY115-8786" fmla="*/ 1640846 h 1978172"/>
              <a:gd name="connsiteX116-8787" fmla="*/ 6322636 w 10768629"/>
              <a:gd name="connsiteY116-8788" fmla="*/ 1648213 h 1978172"/>
              <a:gd name="connsiteX117-8789" fmla="*/ 6226172 w 10768629"/>
              <a:gd name="connsiteY117-8790" fmla="*/ 1654676 h 1978172"/>
              <a:gd name="connsiteX118-8791" fmla="*/ 6221217 w 10768629"/>
              <a:gd name="connsiteY118-8792" fmla="*/ 1654506 h 1978172"/>
              <a:gd name="connsiteX119-8793" fmla="*/ 6204956 w 10768629"/>
              <a:gd name="connsiteY119-8794" fmla="*/ 1664280 h 1978172"/>
              <a:gd name="connsiteX120-8795" fmla="*/ 6204270 w 10768629"/>
              <a:gd name="connsiteY120-8796" fmla="*/ 1666782 h 1978172"/>
              <a:gd name="connsiteX121-8797" fmla="*/ 6143810 w 10768629"/>
              <a:gd name="connsiteY121-8798" fmla="*/ 1661963 h 1978172"/>
              <a:gd name="connsiteX122-8799" fmla="*/ 6136560 w 10768629"/>
              <a:gd name="connsiteY122-8800" fmla="*/ 1665728 h 1978172"/>
              <a:gd name="connsiteX123-8801" fmla="*/ 6096155 w 10768629"/>
              <a:gd name="connsiteY123-8802" fmla="*/ 1656951 h 1978172"/>
              <a:gd name="connsiteX124-8803" fmla="*/ 6075812 w 10768629"/>
              <a:gd name="connsiteY124-8804" fmla="*/ 1655422 h 1978172"/>
              <a:gd name="connsiteX125-8805" fmla="*/ 6039495 w 10768629"/>
              <a:gd name="connsiteY125-8806" fmla="*/ 1649680 h 1978172"/>
              <a:gd name="connsiteX126-8807" fmla="*/ 6036523 w 10768629"/>
              <a:gd name="connsiteY126-8808" fmla="*/ 1652121 h 1978172"/>
              <a:gd name="connsiteX127-8809" fmla="*/ 6029328 w 10768629"/>
              <a:gd name="connsiteY127-8810" fmla="*/ 1649904 h 1978172"/>
              <a:gd name="connsiteX128-8811" fmla="*/ 6024075 w 10768629"/>
              <a:gd name="connsiteY128-8812" fmla="*/ 1652779 h 1978172"/>
              <a:gd name="connsiteX129-8813" fmla="*/ 6018085 w 10768629"/>
              <a:gd name="connsiteY129-8814" fmla="*/ 1652030 h 1978172"/>
              <a:gd name="connsiteX130-8815" fmla="*/ 5955513 w 10768629"/>
              <a:gd name="connsiteY130-8816" fmla="*/ 1663584 h 1978172"/>
              <a:gd name="connsiteX131-8817" fmla="*/ 5941996 w 10768629"/>
              <a:gd name="connsiteY131-8818" fmla="*/ 1661326 h 1978172"/>
              <a:gd name="connsiteX132-8819" fmla="*/ 5931789 w 10768629"/>
              <a:gd name="connsiteY132-8820" fmla="*/ 1669915 h 1978172"/>
              <a:gd name="connsiteX133-8821" fmla="*/ 5888686 w 10768629"/>
              <a:gd name="connsiteY133-8822" fmla="*/ 1672175 h 1978172"/>
              <a:gd name="connsiteX134-8823" fmla="*/ 5873794 w 10768629"/>
              <a:gd name="connsiteY134-8824" fmla="*/ 1665454 h 1978172"/>
              <a:gd name="connsiteX135-8825" fmla="*/ 5860022 w 10768629"/>
              <a:gd name="connsiteY135-8826" fmla="*/ 1660635 h 1978172"/>
              <a:gd name="connsiteX136-8827" fmla="*/ 5858237 w 10768629"/>
              <a:gd name="connsiteY136-8828" fmla="*/ 1660649 h 1978172"/>
              <a:gd name="connsiteX137-8829" fmla="*/ 5840319 w 10768629"/>
              <a:gd name="connsiteY137-8830" fmla="*/ 1660798 h 1978172"/>
              <a:gd name="connsiteX138-8831" fmla="*/ 5806984 w 10768629"/>
              <a:gd name="connsiteY138-8832" fmla="*/ 1661075 h 1978172"/>
              <a:gd name="connsiteX139-8833" fmla="*/ 5742351 w 10768629"/>
              <a:gd name="connsiteY139-8834" fmla="*/ 1667489 h 1978172"/>
              <a:gd name="connsiteX140-8835" fmla="*/ 5521171 w 10768629"/>
              <a:gd name="connsiteY140-8836" fmla="*/ 1671626 h 1978172"/>
              <a:gd name="connsiteX141-8837" fmla="*/ 5457384 w 10768629"/>
              <a:gd name="connsiteY141-8838" fmla="*/ 1683952 h 1978172"/>
              <a:gd name="connsiteX142-8839" fmla="*/ 4950070 w 10768629"/>
              <a:gd name="connsiteY142-8840" fmla="*/ 1748401 h 1978172"/>
              <a:gd name="connsiteX143-8841" fmla="*/ 4872172 w 10768629"/>
              <a:gd name="connsiteY143-8842" fmla="*/ 1757222 h 1978172"/>
              <a:gd name="connsiteX144-8843" fmla="*/ 4809524 w 10768629"/>
              <a:gd name="connsiteY144-8844" fmla="*/ 1761033 h 1978172"/>
              <a:gd name="connsiteX145-8845" fmla="*/ 4759058 w 10768629"/>
              <a:gd name="connsiteY145-8846" fmla="*/ 1766533 h 1978172"/>
              <a:gd name="connsiteX146-8847" fmla="*/ 4719749 w 10768629"/>
              <a:gd name="connsiteY146-8848" fmla="*/ 1771811 h 1978172"/>
              <a:gd name="connsiteX147-8849" fmla="*/ 4568686 w 10768629"/>
              <a:gd name="connsiteY147-8850" fmla="*/ 1786141 h 1978172"/>
              <a:gd name="connsiteX148-8851" fmla="*/ 4418751 w 10768629"/>
              <a:gd name="connsiteY148-8852" fmla="*/ 1796932 h 1978172"/>
              <a:gd name="connsiteX149-8853" fmla="*/ 4378377 w 10768629"/>
              <a:gd name="connsiteY149-8854" fmla="*/ 1815528 h 1978172"/>
              <a:gd name="connsiteX150-8855" fmla="*/ 4320575 w 10768629"/>
              <a:gd name="connsiteY150-8856" fmla="*/ 1832722 h 1978172"/>
              <a:gd name="connsiteX151-8857" fmla="*/ 4220200 w 10768629"/>
              <a:gd name="connsiteY151-8858" fmla="*/ 1873173 h 1978172"/>
              <a:gd name="connsiteX152-8859" fmla="*/ 4105361 w 10768629"/>
              <a:gd name="connsiteY152-8860" fmla="*/ 1894711 h 1978172"/>
              <a:gd name="connsiteX153-8861" fmla="*/ 3973223 w 10768629"/>
              <a:gd name="connsiteY153-8862" fmla="*/ 1881015 h 1978172"/>
              <a:gd name="connsiteX154-8863" fmla="*/ 3900992 w 10768629"/>
              <a:gd name="connsiteY154-8864" fmla="*/ 1880603 h 1978172"/>
              <a:gd name="connsiteX155-8865" fmla="*/ 3662119 w 10768629"/>
              <a:gd name="connsiteY155-8866" fmla="*/ 1889285 h 1978172"/>
              <a:gd name="connsiteX156-8867" fmla="*/ 3496919 w 10768629"/>
              <a:gd name="connsiteY156-8868" fmla="*/ 1873180 h 1978172"/>
              <a:gd name="connsiteX157-8869" fmla="*/ 3449433 w 10768629"/>
              <a:gd name="connsiteY157-8870" fmla="*/ 1889681 h 1978172"/>
              <a:gd name="connsiteX158-8871" fmla="*/ 3369766 w 10768629"/>
              <a:gd name="connsiteY158-8872" fmla="*/ 1916653 h 1978172"/>
              <a:gd name="connsiteX159-8873" fmla="*/ 3269672 w 10768629"/>
              <a:gd name="connsiteY159-8874" fmla="*/ 1938036 h 1978172"/>
              <a:gd name="connsiteX160-8875" fmla="*/ 3224897 w 10768629"/>
              <a:gd name="connsiteY160-8876" fmla="*/ 1943733 h 1978172"/>
              <a:gd name="connsiteX161-8877" fmla="*/ 3161463 w 10768629"/>
              <a:gd name="connsiteY161-8878" fmla="*/ 1946591 h 1978172"/>
              <a:gd name="connsiteX162-8879" fmla="*/ 3112044 w 10768629"/>
              <a:gd name="connsiteY162-8880" fmla="*/ 1935614 h 1978172"/>
              <a:gd name="connsiteX163-8881" fmla="*/ 3069716 w 10768629"/>
              <a:gd name="connsiteY163-8882" fmla="*/ 1930463 h 1978172"/>
              <a:gd name="connsiteX164-8883" fmla="*/ 3005773 w 10768629"/>
              <a:gd name="connsiteY164-8884" fmla="*/ 1915878 h 1978172"/>
              <a:gd name="connsiteX165-8885" fmla="*/ 2897201 w 10768629"/>
              <a:gd name="connsiteY165-8886" fmla="*/ 1926772 h 1978172"/>
              <a:gd name="connsiteX166-8887" fmla="*/ 2783891 w 10768629"/>
              <a:gd name="connsiteY166-8888" fmla="*/ 1931749 h 1978172"/>
              <a:gd name="connsiteX167-8889" fmla="*/ 2712447 w 10768629"/>
              <a:gd name="connsiteY167-8890" fmla="*/ 1933044 h 1978172"/>
              <a:gd name="connsiteX168-8891" fmla="*/ 2560151 w 10768629"/>
              <a:gd name="connsiteY168-8892" fmla="*/ 1963609 h 1978172"/>
              <a:gd name="connsiteX169-8893" fmla="*/ 2367221 w 10768629"/>
              <a:gd name="connsiteY169-8894" fmla="*/ 1971884 h 1978172"/>
              <a:gd name="connsiteX170-8895" fmla="*/ 2272130 w 10768629"/>
              <a:gd name="connsiteY170-8896" fmla="*/ 1961162 h 1978172"/>
              <a:gd name="connsiteX171-8897" fmla="*/ 2189404 w 10768629"/>
              <a:gd name="connsiteY171-8898" fmla="*/ 1978172 h 1978172"/>
              <a:gd name="connsiteX172-8899" fmla="*/ 2077704 w 10768629"/>
              <a:gd name="connsiteY172-8900" fmla="*/ 1965002 h 1978172"/>
              <a:gd name="connsiteX173-8901" fmla="*/ 2033299 w 10768629"/>
              <a:gd name="connsiteY173-8902" fmla="*/ 1969042 h 1978172"/>
              <a:gd name="connsiteX174-8903" fmla="*/ 1967996 w 10768629"/>
              <a:gd name="connsiteY174-8904" fmla="*/ 1953187 h 1978172"/>
              <a:gd name="connsiteX175-8905" fmla="*/ 1855805 w 10768629"/>
              <a:gd name="connsiteY175-8906" fmla="*/ 1926082 h 1978172"/>
              <a:gd name="connsiteX176-8907" fmla="*/ 1790957 w 10768629"/>
              <a:gd name="connsiteY176-8908" fmla="*/ 1919460 h 1978172"/>
              <a:gd name="connsiteX177-8909" fmla="*/ 1613978 w 10768629"/>
              <a:gd name="connsiteY177-8910" fmla="*/ 1891581 h 1978172"/>
              <a:gd name="connsiteX178-8911" fmla="*/ 1436831 w 10768629"/>
              <a:gd name="connsiteY178-8912" fmla="*/ 1856201 h 1978172"/>
              <a:gd name="connsiteX179-8913" fmla="*/ 1357365 w 10768629"/>
              <a:gd name="connsiteY179-8914" fmla="*/ 1832140 h 1978172"/>
              <a:gd name="connsiteX180-8915" fmla="*/ 1232341 w 10768629"/>
              <a:gd name="connsiteY180-8916" fmla="*/ 1785942 h 1978172"/>
              <a:gd name="connsiteX181-8917" fmla="*/ 1162595 w 10768629"/>
              <a:gd name="connsiteY181-8918" fmla="*/ 1758337 h 1978172"/>
              <a:gd name="connsiteX182-8919" fmla="*/ 1128523 w 10768629"/>
              <a:gd name="connsiteY182-8920" fmla="*/ 1763621 h 1978172"/>
              <a:gd name="connsiteX183-8921" fmla="*/ 991903 w 10768629"/>
              <a:gd name="connsiteY183-8922" fmla="*/ 1786741 h 1978172"/>
              <a:gd name="connsiteX184-8923" fmla="*/ 883960 w 10768629"/>
              <a:gd name="connsiteY184-8924" fmla="*/ 1822386 h 1978172"/>
              <a:gd name="connsiteX185-8925" fmla="*/ 766531 w 10768629"/>
              <a:gd name="connsiteY185-8926" fmla="*/ 1805053 h 1978172"/>
              <a:gd name="connsiteX186-8927" fmla="*/ 669779 w 10768629"/>
              <a:gd name="connsiteY186-8928" fmla="*/ 1800537 h 1978172"/>
              <a:gd name="connsiteX187-8929" fmla="*/ 523898 w 10768629"/>
              <a:gd name="connsiteY187-8930" fmla="*/ 1811085 h 1978172"/>
              <a:gd name="connsiteX188-8931" fmla="*/ 360251 w 10768629"/>
              <a:gd name="connsiteY188-8932" fmla="*/ 1830735 h 1978172"/>
              <a:gd name="connsiteX189-8933" fmla="*/ 255207 w 10768629"/>
              <a:gd name="connsiteY189-8934" fmla="*/ 1818275 h 1978172"/>
              <a:gd name="connsiteX190-8935" fmla="*/ 101803 w 10768629"/>
              <a:gd name="connsiteY190-8936" fmla="*/ 1870647 h 1978172"/>
              <a:gd name="connsiteX191-8937" fmla="*/ 25397 w 10768629"/>
              <a:gd name="connsiteY191-8938" fmla="*/ 1888443 h 1978172"/>
              <a:gd name="connsiteX192-8939" fmla="*/ 2370 w 10768629"/>
              <a:gd name="connsiteY192-8940" fmla="*/ 1878311 h 1978172"/>
              <a:gd name="connsiteX193-8941" fmla="*/ 0 w 10768629"/>
              <a:gd name="connsiteY193-8942" fmla="*/ 1878785 h 1978172"/>
              <a:gd name="connsiteX194-8943" fmla="*/ 0 w 10768629"/>
              <a:gd name="connsiteY194-8944" fmla="*/ 0 h 1978172"/>
              <a:gd name="connsiteX0-8945" fmla="*/ 0 w 10768629"/>
              <a:gd name="connsiteY0-8946" fmla="*/ 0 h 1978172"/>
              <a:gd name="connsiteX1-8947" fmla="*/ 10768629 w 10768629"/>
              <a:gd name="connsiteY1-8948" fmla="*/ 0 h 1978172"/>
              <a:gd name="connsiteX2-8949" fmla="*/ 10733254 w 10768629"/>
              <a:gd name="connsiteY2-8950" fmla="*/ 31439 h 1978172"/>
              <a:gd name="connsiteX3-8951" fmla="*/ 10727085 w 10768629"/>
              <a:gd name="connsiteY3-8952" fmla="*/ 37910 h 1978172"/>
              <a:gd name="connsiteX4-8953" fmla="*/ 10675953 w 10768629"/>
              <a:gd name="connsiteY4-8954" fmla="*/ 68623 h 1978172"/>
              <a:gd name="connsiteX5-8955" fmla="*/ 10637091 w 10768629"/>
              <a:gd name="connsiteY5-8956" fmla="*/ 90361 h 1978172"/>
              <a:gd name="connsiteX6-8957" fmla="*/ 10610971 w 10768629"/>
              <a:gd name="connsiteY6-8958" fmla="*/ 110764 h 1978172"/>
              <a:gd name="connsiteX7-8959" fmla="*/ 10532872 w 10768629"/>
              <a:gd name="connsiteY7-8960" fmla="*/ 138028 h 1978172"/>
              <a:gd name="connsiteX8-8961" fmla="*/ 10398558 w 10768629"/>
              <a:gd name="connsiteY8-8962" fmla="*/ 172911 h 1978172"/>
              <a:gd name="connsiteX9-8963" fmla="*/ 10371128 w 10768629"/>
              <a:gd name="connsiteY9-8964" fmla="*/ 182609 h 1978172"/>
              <a:gd name="connsiteX10-8965" fmla="*/ 10352178 w 10768629"/>
              <a:gd name="connsiteY10-8966" fmla="*/ 199976 h 1978172"/>
              <a:gd name="connsiteX11-8967" fmla="*/ 10351815 w 10768629"/>
              <a:gd name="connsiteY11-8968" fmla="*/ 211879 h 1978172"/>
              <a:gd name="connsiteX12-8969" fmla="*/ 10337471 w 10768629"/>
              <a:gd name="connsiteY12-8970" fmla="*/ 218661 h 1978172"/>
              <a:gd name="connsiteX13-8971" fmla="*/ 10334625 w 10768629"/>
              <a:gd name="connsiteY13-8972" fmla="*/ 222351 h 1978172"/>
              <a:gd name="connsiteX14-8973" fmla="*/ 10256365 w 10768629"/>
              <a:gd name="connsiteY14-8974" fmla="*/ 235917 h 1978172"/>
              <a:gd name="connsiteX15-8975" fmla="*/ 10201127 w 10768629"/>
              <a:gd name="connsiteY15-8976" fmla="*/ 267448 h 1978172"/>
              <a:gd name="connsiteX16-8977" fmla="*/ 9961218 w 10768629"/>
              <a:gd name="connsiteY16-8978" fmla="*/ 326720 h 1978172"/>
              <a:gd name="connsiteX17-8979" fmla="*/ 9859715 w 10768629"/>
              <a:gd name="connsiteY17-8980" fmla="*/ 355698 h 1978172"/>
              <a:gd name="connsiteX18-8981" fmla="*/ 9679867 w 10768629"/>
              <a:gd name="connsiteY18-8982" fmla="*/ 399081 h 1978172"/>
              <a:gd name="connsiteX19-8983" fmla="*/ 9490654 w 10768629"/>
              <a:gd name="connsiteY19-8984" fmla="*/ 455225 h 1978172"/>
              <a:gd name="connsiteX20-8985" fmla="*/ 9470837 w 10768629"/>
              <a:gd name="connsiteY20-8986" fmla="*/ 452539 h 1978172"/>
              <a:gd name="connsiteX21-8987" fmla="*/ 9469082 w 10768629"/>
              <a:gd name="connsiteY21-8988" fmla="*/ 454891 h 1978172"/>
              <a:gd name="connsiteX22-8989" fmla="*/ 9448038 w 10768629"/>
              <a:gd name="connsiteY22-8990" fmla="*/ 459733 h 1978172"/>
              <a:gd name="connsiteX23-8991" fmla="*/ 9396821 w 10768629"/>
              <a:gd name="connsiteY23-8992" fmla="*/ 455795 h 1978172"/>
              <a:gd name="connsiteX24-8993" fmla="*/ 9392197 w 10768629"/>
              <a:gd name="connsiteY24-8994" fmla="*/ 459796 h 1978172"/>
              <a:gd name="connsiteX25-8995" fmla="*/ 9347994 w 10768629"/>
              <a:gd name="connsiteY25-8996" fmla="*/ 464462 h 1978172"/>
              <a:gd name="connsiteX26-8997" fmla="*/ 9347889 w 10768629"/>
              <a:gd name="connsiteY26-8998" fmla="*/ 466539 h 1978172"/>
              <a:gd name="connsiteX27-8999" fmla="*/ 9337639 w 10768629"/>
              <a:gd name="connsiteY27-9000" fmla="*/ 476654 h 1978172"/>
              <a:gd name="connsiteX28-9001" fmla="*/ 9316893 w 10768629"/>
              <a:gd name="connsiteY28-9002" fmla="*/ 491390 h 1978172"/>
              <a:gd name="connsiteX29-9003" fmla="*/ 9229283 w 10768629"/>
              <a:gd name="connsiteY29-9004" fmla="*/ 555377 h 1978172"/>
              <a:gd name="connsiteX30-9005" fmla="*/ 9220274 w 10768629"/>
              <a:gd name="connsiteY30-9006" fmla="*/ 557502 h 1978172"/>
              <a:gd name="connsiteX31-9007" fmla="*/ 9220202 w 10768629"/>
              <a:gd name="connsiteY31-9008" fmla="*/ 558001 h 1978172"/>
              <a:gd name="connsiteX32-9009" fmla="*/ 9210908 w 10768629"/>
              <a:gd name="connsiteY32-9010" fmla="*/ 561147 h 1978172"/>
              <a:gd name="connsiteX33-9011" fmla="*/ 9186374 w 10768629"/>
              <a:gd name="connsiteY33-9012" fmla="*/ 565502 h 1978172"/>
              <a:gd name="connsiteX34-9013" fmla="*/ 9181058 w 10768629"/>
              <a:gd name="connsiteY34-9014" fmla="*/ 569943 h 1978172"/>
              <a:gd name="connsiteX35-9015" fmla="*/ 9179948 w 10768629"/>
              <a:gd name="connsiteY35-9016" fmla="*/ 576062 h 1978172"/>
              <a:gd name="connsiteX36-9017" fmla="*/ 9149110 w 10768629"/>
              <a:gd name="connsiteY36-9018" fmla="*/ 598906 h 1978172"/>
              <a:gd name="connsiteX37-9019" fmla="*/ 9078556 w 10768629"/>
              <a:gd name="connsiteY37-9020" fmla="*/ 644039 h 1978172"/>
              <a:gd name="connsiteX38-9021" fmla="*/ 8996399 w 10768629"/>
              <a:gd name="connsiteY38-9022" fmla="*/ 690055 h 1978172"/>
              <a:gd name="connsiteX39-9023" fmla="*/ 8803791 w 10768629"/>
              <a:gd name="connsiteY39-9024" fmla="*/ 813860 h 1978172"/>
              <a:gd name="connsiteX40-9025" fmla="*/ 8636202 w 10768629"/>
              <a:gd name="connsiteY40-9026" fmla="*/ 848463 h 1978172"/>
              <a:gd name="connsiteX41-9027" fmla="*/ 8555372 w 10768629"/>
              <a:gd name="connsiteY41-9028" fmla="*/ 883171 h 1978172"/>
              <a:gd name="connsiteX42-9029" fmla="*/ 8507229 w 10768629"/>
              <a:gd name="connsiteY42-9030" fmla="*/ 901665 h 1978172"/>
              <a:gd name="connsiteX43-9031" fmla="*/ 8428473 w 10768629"/>
              <a:gd name="connsiteY43-9032" fmla="*/ 927985 h 1978172"/>
              <a:gd name="connsiteX44-9033" fmla="*/ 8427914 w 10768629"/>
              <a:gd name="connsiteY44-9034" fmla="*/ 933480 h 1978172"/>
              <a:gd name="connsiteX45-9035" fmla="*/ 8420327 w 10768629"/>
              <a:gd name="connsiteY45-9036" fmla="*/ 941984 h 1978172"/>
              <a:gd name="connsiteX46-9037" fmla="*/ 8394729 w 10768629"/>
              <a:gd name="connsiteY46-9038" fmla="*/ 948347 h 1978172"/>
              <a:gd name="connsiteX47-9039" fmla="*/ 8380548 w 10768629"/>
              <a:gd name="connsiteY47-9040" fmla="*/ 987916 h 1978172"/>
              <a:gd name="connsiteX48-9041" fmla="*/ 8379462 w 10768629"/>
              <a:gd name="connsiteY48-9042" fmla="*/ 987106 h 1978172"/>
              <a:gd name="connsiteX49-9043" fmla="*/ 8369725 w 10768629"/>
              <a:gd name="connsiteY49-9044" fmla="*/ 989186 h 1978172"/>
              <a:gd name="connsiteX50-9045" fmla="*/ 8304438 w 10768629"/>
              <a:gd name="connsiteY50-9046" fmla="*/ 996739 h 1978172"/>
              <a:gd name="connsiteX51-9047" fmla="*/ 8280929 w 10768629"/>
              <a:gd name="connsiteY51-9048" fmla="*/ 1023089 h 1978172"/>
              <a:gd name="connsiteX52-9049" fmla="*/ 8275760 w 10768629"/>
              <a:gd name="connsiteY52-9050" fmla="*/ 1027772 h 1978172"/>
              <a:gd name="connsiteX53-9051" fmla="*/ 8275478 w 10768629"/>
              <a:gd name="connsiteY53-9052" fmla="*/ 1027605 h 1978172"/>
              <a:gd name="connsiteX54-9053" fmla="*/ 8269666 w 10768629"/>
              <a:gd name="connsiteY54-9054" fmla="*/ 1032033 h 1978172"/>
              <a:gd name="connsiteX55-9055" fmla="*/ 8203836 w 10768629"/>
              <a:gd name="connsiteY55-9056" fmla="*/ 1037347 h 1978172"/>
              <a:gd name="connsiteX56-9057" fmla="*/ 8122936 w 10768629"/>
              <a:gd name="connsiteY56-9058" fmla="*/ 1063113 h 1978172"/>
              <a:gd name="connsiteX57-9059" fmla="*/ 8043658 w 10768629"/>
              <a:gd name="connsiteY57-9060" fmla="*/ 1092746 h 1978172"/>
              <a:gd name="connsiteX58-9061" fmla="*/ 8015351 w 10768629"/>
              <a:gd name="connsiteY58-9062" fmla="*/ 1105478 h 1978172"/>
              <a:gd name="connsiteX59-9063" fmla="*/ 7963145 w 10768629"/>
              <a:gd name="connsiteY59-9064" fmla="*/ 1119346 h 1978172"/>
              <a:gd name="connsiteX60-9065" fmla="*/ 7938145 w 10768629"/>
              <a:gd name="connsiteY60-9066" fmla="*/ 1120225 h 1978172"/>
              <a:gd name="connsiteX61-9067" fmla="*/ 7937238 w 10768629"/>
              <a:gd name="connsiteY61-9068" fmla="*/ 1121204 h 1978172"/>
              <a:gd name="connsiteX62-9069" fmla="*/ 7934398 w 10768629"/>
              <a:gd name="connsiteY62-9070" fmla="*/ 1118240 h 1978172"/>
              <a:gd name="connsiteX63-9071" fmla="*/ 7918248 w 10768629"/>
              <a:gd name="connsiteY63-9072" fmla="*/ 1124371 h 1978172"/>
              <a:gd name="connsiteX64-9073" fmla="*/ 7914119 w 10768629"/>
              <a:gd name="connsiteY64-9074" fmla="*/ 1127653 h 1978172"/>
              <a:gd name="connsiteX65-9075" fmla="*/ 7907658 w 10768629"/>
              <a:gd name="connsiteY65-9076" fmla="*/ 1130350 h 1978172"/>
              <a:gd name="connsiteX66-9077" fmla="*/ 7907434 w 10768629"/>
              <a:gd name="connsiteY66-9078" fmla="*/ 1130103 h 1978172"/>
              <a:gd name="connsiteX67-9079" fmla="*/ 7901508 w 10768629"/>
              <a:gd name="connsiteY67-9080" fmla="*/ 1133245 h 1978172"/>
              <a:gd name="connsiteX68-9081" fmla="*/ 7873287 w 10768629"/>
              <a:gd name="connsiteY68-9082" fmla="*/ 1152609 h 1978172"/>
              <a:gd name="connsiteX69-9083" fmla="*/ 7834833 w 10768629"/>
              <a:gd name="connsiteY69-9084" fmla="*/ 1153868 h 1978172"/>
              <a:gd name="connsiteX70-9085" fmla="*/ 7828661 w 10768629"/>
              <a:gd name="connsiteY70-9086" fmla="*/ 1139994 h 1978172"/>
              <a:gd name="connsiteX71-9087" fmla="*/ 7823966 w 10768629"/>
              <a:gd name="connsiteY71-9088" fmla="*/ 1143178 h 1978172"/>
              <a:gd name="connsiteX72-9089" fmla="*/ 7815078 w 10768629"/>
              <a:gd name="connsiteY72-9090" fmla="*/ 1151776 h 1978172"/>
              <a:gd name="connsiteX73-9091" fmla="*/ 7812026 w 10768629"/>
              <a:gd name="connsiteY73-9092" fmla="*/ 1151522 h 1978172"/>
              <a:gd name="connsiteX74-9093" fmla="*/ 7782249 w 10768629"/>
              <a:gd name="connsiteY74-9094" fmla="*/ 1160970 h 1978172"/>
              <a:gd name="connsiteX75-9095" fmla="*/ 7773476 w 10768629"/>
              <a:gd name="connsiteY75-9096" fmla="*/ 1157414 h 1978172"/>
              <a:gd name="connsiteX76-9097" fmla="*/ 7769600 w 10768629"/>
              <a:gd name="connsiteY76-9098" fmla="*/ 1157365 h 1978172"/>
              <a:gd name="connsiteX77-9099" fmla="*/ 7752631 w 10768629"/>
              <a:gd name="connsiteY77-9100" fmla="*/ 1172815 h 1978172"/>
              <a:gd name="connsiteX78-9101" fmla="*/ 7743525 w 10768629"/>
              <a:gd name="connsiteY78-9102" fmla="*/ 1179064 h 1978172"/>
              <a:gd name="connsiteX79-9103" fmla="*/ 7685942 w 10768629"/>
              <a:gd name="connsiteY79-9104" fmla="*/ 1233723 h 1978172"/>
              <a:gd name="connsiteX80-9105" fmla="*/ 7586920 w 10768629"/>
              <a:gd name="connsiteY80-9106" fmla="*/ 1261888 h 1978172"/>
              <a:gd name="connsiteX81-9107" fmla="*/ 7486100 w 10768629"/>
              <a:gd name="connsiteY81-9108" fmla="*/ 1292563 h 1978172"/>
              <a:gd name="connsiteX82-9109" fmla="*/ 7407190 w 10768629"/>
              <a:gd name="connsiteY82-9110" fmla="*/ 1314737 h 1978172"/>
              <a:gd name="connsiteX83-9111" fmla="*/ 7240698 w 10768629"/>
              <a:gd name="connsiteY83-9112" fmla="*/ 1438832 h 1978172"/>
              <a:gd name="connsiteX84-9113" fmla="*/ 7197675 w 10768629"/>
              <a:gd name="connsiteY84-9114" fmla="*/ 1447530 h 1978172"/>
              <a:gd name="connsiteX85-9115" fmla="*/ 7164788 w 10768629"/>
              <a:gd name="connsiteY85-9116" fmla="*/ 1480293 h 1978172"/>
              <a:gd name="connsiteX86-9117" fmla="*/ 7147929 w 10768629"/>
              <a:gd name="connsiteY86-9118" fmla="*/ 1477641 h 1978172"/>
              <a:gd name="connsiteX87-9119" fmla="*/ 7144965 w 10768629"/>
              <a:gd name="connsiteY87-9120" fmla="*/ 1476908 h 1978172"/>
              <a:gd name="connsiteX88-9121" fmla="*/ 7134299 w 10768629"/>
              <a:gd name="connsiteY88-9122" fmla="*/ 1479969 h 1978172"/>
              <a:gd name="connsiteX89-9123" fmla="*/ 7129809 w 10768629"/>
              <a:gd name="connsiteY89-9124" fmla="*/ 1473339 h 1978172"/>
              <a:gd name="connsiteX90-9125" fmla="*/ 7112688 w 10768629"/>
              <a:gd name="connsiteY90-9126" fmla="*/ 1472575 h 1978172"/>
              <a:gd name="connsiteX91-9127" fmla="*/ 7093470 w 10768629"/>
              <a:gd name="connsiteY91-9128" fmla="*/ 1480300 h 1978172"/>
              <a:gd name="connsiteX92-9129" fmla="*/ 7025034 w 10768629"/>
              <a:gd name="connsiteY92-9130" fmla="*/ 1506934 h 1978172"/>
              <a:gd name="connsiteX93-9131" fmla="*/ 7014783 w 10768629"/>
              <a:gd name="connsiteY93-9132" fmla="*/ 1515868 h 1978172"/>
              <a:gd name="connsiteX94-9133" fmla="*/ 6979706 w 10768629"/>
              <a:gd name="connsiteY94-9134" fmla="*/ 1523511 h 1978172"/>
              <a:gd name="connsiteX95-9135" fmla="*/ 6977890 w 10768629"/>
              <a:gd name="connsiteY95-9136" fmla="*/ 1525793 h 1978172"/>
              <a:gd name="connsiteX96-9137" fmla="*/ 6944339 w 10768629"/>
              <a:gd name="connsiteY96-9138" fmla="*/ 1536237 h 1978172"/>
              <a:gd name="connsiteX97-9139" fmla="*/ 6886996 w 10768629"/>
              <a:gd name="connsiteY97-9140" fmla="*/ 1563569 h 1978172"/>
              <a:gd name="connsiteX98-9141" fmla="*/ 6874510 w 10768629"/>
              <a:gd name="connsiteY98-9142" fmla="*/ 1558469 h 1978172"/>
              <a:gd name="connsiteX99-9143" fmla="*/ 6871943 w 10768629"/>
              <a:gd name="connsiteY99-9144" fmla="*/ 1554651 h 1978172"/>
              <a:gd name="connsiteX100-9145" fmla="*/ 6856174 w 10768629"/>
              <a:gd name="connsiteY100-9146" fmla="*/ 1562024 h 1978172"/>
              <a:gd name="connsiteX101-9147" fmla="*/ 6842321 w 10768629"/>
              <a:gd name="connsiteY101-9148" fmla="*/ 1560554 h 1978172"/>
              <a:gd name="connsiteX102-9149" fmla="*/ 6832713 w 10768629"/>
              <a:gd name="connsiteY102-9150" fmla="*/ 1569357 h 1978172"/>
              <a:gd name="connsiteX103-9151" fmla="*/ 6816351 w 10768629"/>
              <a:gd name="connsiteY103-9152" fmla="*/ 1571495 h 1978172"/>
              <a:gd name="connsiteX104-9153" fmla="*/ 6795800 w 10768629"/>
              <a:gd name="connsiteY104-9154" fmla="*/ 1572010 h 1978172"/>
              <a:gd name="connsiteX105-9155" fmla="*/ 6777546 w 10768629"/>
              <a:gd name="connsiteY105-9156" fmla="*/ 1568661 h 1978172"/>
              <a:gd name="connsiteX106-9157" fmla="*/ 6751528 w 10768629"/>
              <a:gd name="connsiteY106-9158" fmla="*/ 1574143 h 1978172"/>
              <a:gd name="connsiteX107-9159" fmla="*/ 6691966 w 10768629"/>
              <a:gd name="connsiteY107-9160" fmla="*/ 1582255 h 1978172"/>
              <a:gd name="connsiteX108-9161" fmla="*/ 6646941 w 10768629"/>
              <a:gd name="connsiteY108-9162" fmla="*/ 1588471 h 1978172"/>
              <a:gd name="connsiteX109-9163" fmla="*/ 6568576 w 10768629"/>
              <a:gd name="connsiteY109-9164" fmla="*/ 1606488 h 1978172"/>
              <a:gd name="connsiteX110-9165" fmla="*/ 6554358 w 10768629"/>
              <a:gd name="connsiteY110-9166" fmla="*/ 1621701 h 1978172"/>
              <a:gd name="connsiteX111-9167" fmla="*/ 6516968 w 10768629"/>
              <a:gd name="connsiteY111-9168" fmla="*/ 1617195 h 1978172"/>
              <a:gd name="connsiteX112-9169" fmla="*/ 6506479 w 10768629"/>
              <a:gd name="connsiteY112-9170" fmla="*/ 1602227 h 1978172"/>
              <a:gd name="connsiteX113-9171" fmla="*/ 6458436 w 10768629"/>
              <a:gd name="connsiteY113-9172" fmla="*/ 1607332 h 1978172"/>
              <a:gd name="connsiteX114-9173" fmla="*/ 6414786 w 10768629"/>
              <a:gd name="connsiteY114-9174" fmla="*/ 1628815 h 1978172"/>
              <a:gd name="connsiteX115-9175" fmla="*/ 6357085 w 10768629"/>
              <a:gd name="connsiteY115-9176" fmla="*/ 1640846 h 1978172"/>
              <a:gd name="connsiteX116-9177" fmla="*/ 6322636 w 10768629"/>
              <a:gd name="connsiteY116-9178" fmla="*/ 1648213 h 1978172"/>
              <a:gd name="connsiteX117-9179" fmla="*/ 6226172 w 10768629"/>
              <a:gd name="connsiteY117-9180" fmla="*/ 1654676 h 1978172"/>
              <a:gd name="connsiteX118-9181" fmla="*/ 6221217 w 10768629"/>
              <a:gd name="connsiteY118-9182" fmla="*/ 1654506 h 1978172"/>
              <a:gd name="connsiteX119-9183" fmla="*/ 6204956 w 10768629"/>
              <a:gd name="connsiteY119-9184" fmla="*/ 1664280 h 1978172"/>
              <a:gd name="connsiteX120-9185" fmla="*/ 6204270 w 10768629"/>
              <a:gd name="connsiteY120-9186" fmla="*/ 1666782 h 1978172"/>
              <a:gd name="connsiteX121-9187" fmla="*/ 6143810 w 10768629"/>
              <a:gd name="connsiteY121-9188" fmla="*/ 1661963 h 1978172"/>
              <a:gd name="connsiteX122-9189" fmla="*/ 6136560 w 10768629"/>
              <a:gd name="connsiteY122-9190" fmla="*/ 1665728 h 1978172"/>
              <a:gd name="connsiteX123-9191" fmla="*/ 6096155 w 10768629"/>
              <a:gd name="connsiteY123-9192" fmla="*/ 1656951 h 1978172"/>
              <a:gd name="connsiteX124-9193" fmla="*/ 6075812 w 10768629"/>
              <a:gd name="connsiteY124-9194" fmla="*/ 1655422 h 1978172"/>
              <a:gd name="connsiteX125-9195" fmla="*/ 6039495 w 10768629"/>
              <a:gd name="connsiteY125-9196" fmla="*/ 1649680 h 1978172"/>
              <a:gd name="connsiteX126-9197" fmla="*/ 6036523 w 10768629"/>
              <a:gd name="connsiteY126-9198" fmla="*/ 1652121 h 1978172"/>
              <a:gd name="connsiteX127-9199" fmla="*/ 6029328 w 10768629"/>
              <a:gd name="connsiteY127-9200" fmla="*/ 1649904 h 1978172"/>
              <a:gd name="connsiteX128-9201" fmla="*/ 6024075 w 10768629"/>
              <a:gd name="connsiteY128-9202" fmla="*/ 1652779 h 1978172"/>
              <a:gd name="connsiteX129-9203" fmla="*/ 6018085 w 10768629"/>
              <a:gd name="connsiteY129-9204" fmla="*/ 1652030 h 1978172"/>
              <a:gd name="connsiteX130-9205" fmla="*/ 5955513 w 10768629"/>
              <a:gd name="connsiteY130-9206" fmla="*/ 1663584 h 1978172"/>
              <a:gd name="connsiteX131-9207" fmla="*/ 5941996 w 10768629"/>
              <a:gd name="connsiteY131-9208" fmla="*/ 1661326 h 1978172"/>
              <a:gd name="connsiteX132-9209" fmla="*/ 5931789 w 10768629"/>
              <a:gd name="connsiteY132-9210" fmla="*/ 1669915 h 1978172"/>
              <a:gd name="connsiteX133-9211" fmla="*/ 5888686 w 10768629"/>
              <a:gd name="connsiteY133-9212" fmla="*/ 1672175 h 1978172"/>
              <a:gd name="connsiteX134-9213" fmla="*/ 5873794 w 10768629"/>
              <a:gd name="connsiteY134-9214" fmla="*/ 1665454 h 1978172"/>
              <a:gd name="connsiteX135-9215" fmla="*/ 5860022 w 10768629"/>
              <a:gd name="connsiteY135-9216" fmla="*/ 1660635 h 1978172"/>
              <a:gd name="connsiteX136-9217" fmla="*/ 5858237 w 10768629"/>
              <a:gd name="connsiteY136-9218" fmla="*/ 1660649 h 1978172"/>
              <a:gd name="connsiteX137-9219" fmla="*/ 5840319 w 10768629"/>
              <a:gd name="connsiteY137-9220" fmla="*/ 1660798 h 1978172"/>
              <a:gd name="connsiteX138-9221" fmla="*/ 5806984 w 10768629"/>
              <a:gd name="connsiteY138-9222" fmla="*/ 1661075 h 1978172"/>
              <a:gd name="connsiteX139-9223" fmla="*/ 5742351 w 10768629"/>
              <a:gd name="connsiteY139-9224" fmla="*/ 1667489 h 1978172"/>
              <a:gd name="connsiteX140-9225" fmla="*/ 5521171 w 10768629"/>
              <a:gd name="connsiteY140-9226" fmla="*/ 1671626 h 1978172"/>
              <a:gd name="connsiteX141-9227" fmla="*/ 5457384 w 10768629"/>
              <a:gd name="connsiteY141-9228" fmla="*/ 1683952 h 1978172"/>
              <a:gd name="connsiteX142-9229" fmla="*/ 4950070 w 10768629"/>
              <a:gd name="connsiteY142-9230" fmla="*/ 1748401 h 1978172"/>
              <a:gd name="connsiteX143-9231" fmla="*/ 4872172 w 10768629"/>
              <a:gd name="connsiteY143-9232" fmla="*/ 1757222 h 1978172"/>
              <a:gd name="connsiteX144-9233" fmla="*/ 4809524 w 10768629"/>
              <a:gd name="connsiteY144-9234" fmla="*/ 1761033 h 1978172"/>
              <a:gd name="connsiteX145-9235" fmla="*/ 4759058 w 10768629"/>
              <a:gd name="connsiteY145-9236" fmla="*/ 1766533 h 1978172"/>
              <a:gd name="connsiteX146-9237" fmla="*/ 4719749 w 10768629"/>
              <a:gd name="connsiteY146-9238" fmla="*/ 1771811 h 1978172"/>
              <a:gd name="connsiteX147-9239" fmla="*/ 4568686 w 10768629"/>
              <a:gd name="connsiteY147-9240" fmla="*/ 1786141 h 1978172"/>
              <a:gd name="connsiteX148-9241" fmla="*/ 4418751 w 10768629"/>
              <a:gd name="connsiteY148-9242" fmla="*/ 1796932 h 1978172"/>
              <a:gd name="connsiteX149-9243" fmla="*/ 4378377 w 10768629"/>
              <a:gd name="connsiteY149-9244" fmla="*/ 1815528 h 1978172"/>
              <a:gd name="connsiteX150-9245" fmla="*/ 4320575 w 10768629"/>
              <a:gd name="connsiteY150-9246" fmla="*/ 1832722 h 1978172"/>
              <a:gd name="connsiteX151-9247" fmla="*/ 4220200 w 10768629"/>
              <a:gd name="connsiteY151-9248" fmla="*/ 1873173 h 1978172"/>
              <a:gd name="connsiteX152-9249" fmla="*/ 4105361 w 10768629"/>
              <a:gd name="connsiteY152-9250" fmla="*/ 1894711 h 1978172"/>
              <a:gd name="connsiteX153-9251" fmla="*/ 3973223 w 10768629"/>
              <a:gd name="connsiteY153-9252" fmla="*/ 1881015 h 1978172"/>
              <a:gd name="connsiteX154-9253" fmla="*/ 3900992 w 10768629"/>
              <a:gd name="connsiteY154-9254" fmla="*/ 1880603 h 1978172"/>
              <a:gd name="connsiteX155-9255" fmla="*/ 3662119 w 10768629"/>
              <a:gd name="connsiteY155-9256" fmla="*/ 1889285 h 1978172"/>
              <a:gd name="connsiteX156-9257" fmla="*/ 3496919 w 10768629"/>
              <a:gd name="connsiteY156-9258" fmla="*/ 1873180 h 1978172"/>
              <a:gd name="connsiteX157-9259" fmla="*/ 3449433 w 10768629"/>
              <a:gd name="connsiteY157-9260" fmla="*/ 1889681 h 1978172"/>
              <a:gd name="connsiteX158-9261" fmla="*/ 3369766 w 10768629"/>
              <a:gd name="connsiteY158-9262" fmla="*/ 1916653 h 1978172"/>
              <a:gd name="connsiteX159-9263" fmla="*/ 3269672 w 10768629"/>
              <a:gd name="connsiteY159-9264" fmla="*/ 1938036 h 1978172"/>
              <a:gd name="connsiteX160-9265" fmla="*/ 3224897 w 10768629"/>
              <a:gd name="connsiteY160-9266" fmla="*/ 1943733 h 1978172"/>
              <a:gd name="connsiteX161-9267" fmla="*/ 3161463 w 10768629"/>
              <a:gd name="connsiteY161-9268" fmla="*/ 1946591 h 1978172"/>
              <a:gd name="connsiteX162-9269" fmla="*/ 3112044 w 10768629"/>
              <a:gd name="connsiteY162-9270" fmla="*/ 1935614 h 1978172"/>
              <a:gd name="connsiteX163-9271" fmla="*/ 3069716 w 10768629"/>
              <a:gd name="connsiteY163-9272" fmla="*/ 1930463 h 1978172"/>
              <a:gd name="connsiteX164-9273" fmla="*/ 3005773 w 10768629"/>
              <a:gd name="connsiteY164-9274" fmla="*/ 1915878 h 1978172"/>
              <a:gd name="connsiteX165-9275" fmla="*/ 2897201 w 10768629"/>
              <a:gd name="connsiteY165-9276" fmla="*/ 1926772 h 1978172"/>
              <a:gd name="connsiteX166-9277" fmla="*/ 2783891 w 10768629"/>
              <a:gd name="connsiteY166-9278" fmla="*/ 1931749 h 1978172"/>
              <a:gd name="connsiteX167-9279" fmla="*/ 2712447 w 10768629"/>
              <a:gd name="connsiteY167-9280" fmla="*/ 1933044 h 1978172"/>
              <a:gd name="connsiteX168-9281" fmla="*/ 2560151 w 10768629"/>
              <a:gd name="connsiteY168-9282" fmla="*/ 1963609 h 1978172"/>
              <a:gd name="connsiteX169-9283" fmla="*/ 2367221 w 10768629"/>
              <a:gd name="connsiteY169-9284" fmla="*/ 1971884 h 1978172"/>
              <a:gd name="connsiteX170-9285" fmla="*/ 2272130 w 10768629"/>
              <a:gd name="connsiteY170-9286" fmla="*/ 1961162 h 1978172"/>
              <a:gd name="connsiteX171-9287" fmla="*/ 2189404 w 10768629"/>
              <a:gd name="connsiteY171-9288" fmla="*/ 1978172 h 1978172"/>
              <a:gd name="connsiteX172-9289" fmla="*/ 2077704 w 10768629"/>
              <a:gd name="connsiteY172-9290" fmla="*/ 1965002 h 1978172"/>
              <a:gd name="connsiteX173-9291" fmla="*/ 2033299 w 10768629"/>
              <a:gd name="connsiteY173-9292" fmla="*/ 1969042 h 1978172"/>
              <a:gd name="connsiteX174-9293" fmla="*/ 1967996 w 10768629"/>
              <a:gd name="connsiteY174-9294" fmla="*/ 1953187 h 1978172"/>
              <a:gd name="connsiteX175-9295" fmla="*/ 1855805 w 10768629"/>
              <a:gd name="connsiteY175-9296" fmla="*/ 1926082 h 1978172"/>
              <a:gd name="connsiteX176-9297" fmla="*/ 1790957 w 10768629"/>
              <a:gd name="connsiteY176-9298" fmla="*/ 1919460 h 1978172"/>
              <a:gd name="connsiteX177-9299" fmla="*/ 1613978 w 10768629"/>
              <a:gd name="connsiteY177-9300" fmla="*/ 1891581 h 1978172"/>
              <a:gd name="connsiteX178-9301" fmla="*/ 1436831 w 10768629"/>
              <a:gd name="connsiteY178-9302" fmla="*/ 1856201 h 1978172"/>
              <a:gd name="connsiteX179-9303" fmla="*/ 1357365 w 10768629"/>
              <a:gd name="connsiteY179-9304" fmla="*/ 1832140 h 1978172"/>
              <a:gd name="connsiteX180-9305" fmla="*/ 1232341 w 10768629"/>
              <a:gd name="connsiteY180-9306" fmla="*/ 1785942 h 1978172"/>
              <a:gd name="connsiteX181-9307" fmla="*/ 1162595 w 10768629"/>
              <a:gd name="connsiteY181-9308" fmla="*/ 1758337 h 1978172"/>
              <a:gd name="connsiteX182-9309" fmla="*/ 1128523 w 10768629"/>
              <a:gd name="connsiteY182-9310" fmla="*/ 1763621 h 1978172"/>
              <a:gd name="connsiteX183-9311" fmla="*/ 991903 w 10768629"/>
              <a:gd name="connsiteY183-9312" fmla="*/ 1786741 h 1978172"/>
              <a:gd name="connsiteX184-9313" fmla="*/ 883960 w 10768629"/>
              <a:gd name="connsiteY184-9314" fmla="*/ 1822386 h 1978172"/>
              <a:gd name="connsiteX185-9315" fmla="*/ 766531 w 10768629"/>
              <a:gd name="connsiteY185-9316" fmla="*/ 1805053 h 1978172"/>
              <a:gd name="connsiteX186-9317" fmla="*/ 669779 w 10768629"/>
              <a:gd name="connsiteY186-9318" fmla="*/ 1800537 h 1978172"/>
              <a:gd name="connsiteX187-9319" fmla="*/ 523898 w 10768629"/>
              <a:gd name="connsiteY187-9320" fmla="*/ 1811085 h 1978172"/>
              <a:gd name="connsiteX188-9321" fmla="*/ 360251 w 10768629"/>
              <a:gd name="connsiteY188-9322" fmla="*/ 1830735 h 1978172"/>
              <a:gd name="connsiteX189-9323" fmla="*/ 255207 w 10768629"/>
              <a:gd name="connsiteY189-9324" fmla="*/ 1818275 h 1978172"/>
              <a:gd name="connsiteX190-9325" fmla="*/ 101803 w 10768629"/>
              <a:gd name="connsiteY190-9326" fmla="*/ 1870647 h 1978172"/>
              <a:gd name="connsiteX191-9327" fmla="*/ 25397 w 10768629"/>
              <a:gd name="connsiteY191-9328" fmla="*/ 1888443 h 1978172"/>
              <a:gd name="connsiteX192-9329" fmla="*/ 2370 w 10768629"/>
              <a:gd name="connsiteY192-9330" fmla="*/ 1878311 h 1978172"/>
              <a:gd name="connsiteX193-9331" fmla="*/ 0 w 10768629"/>
              <a:gd name="connsiteY193-9332" fmla="*/ 1878785 h 1978172"/>
              <a:gd name="connsiteX194-9333" fmla="*/ 0 w 10768629"/>
              <a:gd name="connsiteY194-9334" fmla="*/ 0 h 1978172"/>
              <a:gd name="connsiteX0-9335" fmla="*/ 0 w 10768629"/>
              <a:gd name="connsiteY0-9336" fmla="*/ 0 h 1978172"/>
              <a:gd name="connsiteX1-9337" fmla="*/ 10768629 w 10768629"/>
              <a:gd name="connsiteY1-9338" fmla="*/ 0 h 1978172"/>
              <a:gd name="connsiteX2-9339" fmla="*/ 10733254 w 10768629"/>
              <a:gd name="connsiteY2-9340" fmla="*/ 31439 h 1978172"/>
              <a:gd name="connsiteX3-9341" fmla="*/ 10727085 w 10768629"/>
              <a:gd name="connsiteY3-9342" fmla="*/ 37910 h 1978172"/>
              <a:gd name="connsiteX4-9343" fmla="*/ 10675953 w 10768629"/>
              <a:gd name="connsiteY4-9344" fmla="*/ 68623 h 1978172"/>
              <a:gd name="connsiteX5-9345" fmla="*/ 10637091 w 10768629"/>
              <a:gd name="connsiteY5-9346" fmla="*/ 90361 h 1978172"/>
              <a:gd name="connsiteX6-9347" fmla="*/ 10610971 w 10768629"/>
              <a:gd name="connsiteY6-9348" fmla="*/ 110764 h 1978172"/>
              <a:gd name="connsiteX7-9349" fmla="*/ 10532872 w 10768629"/>
              <a:gd name="connsiteY7-9350" fmla="*/ 138028 h 1978172"/>
              <a:gd name="connsiteX8-9351" fmla="*/ 10398558 w 10768629"/>
              <a:gd name="connsiteY8-9352" fmla="*/ 172911 h 1978172"/>
              <a:gd name="connsiteX9-9353" fmla="*/ 10371128 w 10768629"/>
              <a:gd name="connsiteY9-9354" fmla="*/ 182609 h 1978172"/>
              <a:gd name="connsiteX10-9355" fmla="*/ 10352178 w 10768629"/>
              <a:gd name="connsiteY10-9356" fmla="*/ 199976 h 1978172"/>
              <a:gd name="connsiteX11-9357" fmla="*/ 10351815 w 10768629"/>
              <a:gd name="connsiteY11-9358" fmla="*/ 211879 h 1978172"/>
              <a:gd name="connsiteX12-9359" fmla="*/ 10337471 w 10768629"/>
              <a:gd name="connsiteY12-9360" fmla="*/ 218661 h 1978172"/>
              <a:gd name="connsiteX13-9361" fmla="*/ 10334625 w 10768629"/>
              <a:gd name="connsiteY13-9362" fmla="*/ 222351 h 1978172"/>
              <a:gd name="connsiteX14-9363" fmla="*/ 10256365 w 10768629"/>
              <a:gd name="connsiteY14-9364" fmla="*/ 235917 h 1978172"/>
              <a:gd name="connsiteX15-9365" fmla="*/ 10201127 w 10768629"/>
              <a:gd name="connsiteY15-9366" fmla="*/ 267448 h 1978172"/>
              <a:gd name="connsiteX16-9367" fmla="*/ 9961218 w 10768629"/>
              <a:gd name="connsiteY16-9368" fmla="*/ 326720 h 1978172"/>
              <a:gd name="connsiteX17-9369" fmla="*/ 9859715 w 10768629"/>
              <a:gd name="connsiteY17-9370" fmla="*/ 355698 h 1978172"/>
              <a:gd name="connsiteX18-9371" fmla="*/ 9679867 w 10768629"/>
              <a:gd name="connsiteY18-9372" fmla="*/ 399081 h 1978172"/>
              <a:gd name="connsiteX19-9373" fmla="*/ 9490654 w 10768629"/>
              <a:gd name="connsiteY19-9374" fmla="*/ 455225 h 1978172"/>
              <a:gd name="connsiteX20-9375" fmla="*/ 9470837 w 10768629"/>
              <a:gd name="connsiteY20-9376" fmla="*/ 452539 h 1978172"/>
              <a:gd name="connsiteX21-9377" fmla="*/ 9469082 w 10768629"/>
              <a:gd name="connsiteY21-9378" fmla="*/ 454891 h 1978172"/>
              <a:gd name="connsiteX22-9379" fmla="*/ 9448038 w 10768629"/>
              <a:gd name="connsiteY22-9380" fmla="*/ 459733 h 1978172"/>
              <a:gd name="connsiteX23-9381" fmla="*/ 9396821 w 10768629"/>
              <a:gd name="connsiteY23-9382" fmla="*/ 455795 h 1978172"/>
              <a:gd name="connsiteX24-9383" fmla="*/ 9392197 w 10768629"/>
              <a:gd name="connsiteY24-9384" fmla="*/ 459796 h 1978172"/>
              <a:gd name="connsiteX25-9385" fmla="*/ 9347994 w 10768629"/>
              <a:gd name="connsiteY25-9386" fmla="*/ 464462 h 1978172"/>
              <a:gd name="connsiteX26-9387" fmla="*/ 9347889 w 10768629"/>
              <a:gd name="connsiteY26-9388" fmla="*/ 466539 h 1978172"/>
              <a:gd name="connsiteX27-9389" fmla="*/ 9337639 w 10768629"/>
              <a:gd name="connsiteY27-9390" fmla="*/ 476654 h 1978172"/>
              <a:gd name="connsiteX28-9391" fmla="*/ 9316893 w 10768629"/>
              <a:gd name="connsiteY28-9392" fmla="*/ 491390 h 1978172"/>
              <a:gd name="connsiteX29-9393" fmla="*/ 9229283 w 10768629"/>
              <a:gd name="connsiteY29-9394" fmla="*/ 555377 h 1978172"/>
              <a:gd name="connsiteX30-9395" fmla="*/ 9220274 w 10768629"/>
              <a:gd name="connsiteY30-9396" fmla="*/ 557502 h 1978172"/>
              <a:gd name="connsiteX31-9397" fmla="*/ 9220202 w 10768629"/>
              <a:gd name="connsiteY31-9398" fmla="*/ 558001 h 1978172"/>
              <a:gd name="connsiteX32-9399" fmla="*/ 9210908 w 10768629"/>
              <a:gd name="connsiteY32-9400" fmla="*/ 561147 h 1978172"/>
              <a:gd name="connsiteX33-9401" fmla="*/ 9186374 w 10768629"/>
              <a:gd name="connsiteY33-9402" fmla="*/ 565502 h 1978172"/>
              <a:gd name="connsiteX34-9403" fmla="*/ 9181058 w 10768629"/>
              <a:gd name="connsiteY34-9404" fmla="*/ 569943 h 1978172"/>
              <a:gd name="connsiteX35-9405" fmla="*/ 9179948 w 10768629"/>
              <a:gd name="connsiteY35-9406" fmla="*/ 576062 h 1978172"/>
              <a:gd name="connsiteX36-9407" fmla="*/ 9149110 w 10768629"/>
              <a:gd name="connsiteY36-9408" fmla="*/ 598906 h 1978172"/>
              <a:gd name="connsiteX37-9409" fmla="*/ 9078556 w 10768629"/>
              <a:gd name="connsiteY37-9410" fmla="*/ 644039 h 1978172"/>
              <a:gd name="connsiteX38-9411" fmla="*/ 8996399 w 10768629"/>
              <a:gd name="connsiteY38-9412" fmla="*/ 690055 h 1978172"/>
              <a:gd name="connsiteX39-9413" fmla="*/ 8803791 w 10768629"/>
              <a:gd name="connsiteY39-9414" fmla="*/ 813860 h 1978172"/>
              <a:gd name="connsiteX40-9415" fmla="*/ 8636202 w 10768629"/>
              <a:gd name="connsiteY40-9416" fmla="*/ 848463 h 1978172"/>
              <a:gd name="connsiteX41-9417" fmla="*/ 8555372 w 10768629"/>
              <a:gd name="connsiteY41-9418" fmla="*/ 883171 h 1978172"/>
              <a:gd name="connsiteX42-9419" fmla="*/ 8507229 w 10768629"/>
              <a:gd name="connsiteY42-9420" fmla="*/ 901665 h 1978172"/>
              <a:gd name="connsiteX43-9421" fmla="*/ 8428473 w 10768629"/>
              <a:gd name="connsiteY43-9422" fmla="*/ 927985 h 1978172"/>
              <a:gd name="connsiteX44-9423" fmla="*/ 8427914 w 10768629"/>
              <a:gd name="connsiteY44-9424" fmla="*/ 933480 h 1978172"/>
              <a:gd name="connsiteX45-9425" fmla="*/ 8420327 w 10768629"/>
              <a:gd name="connsiteY45-9426" fmla="*/ 941984 h 1978172"/>
              <a:gd name="connsiteX46-9427" fmla="*/ 8394729 w 10768629"/>
              <a:gd name="connsiteY46-9428" fmla="*/ 948347 h 1978172"/>
              <a:gd name="connsiteX47-9429" fmla="*/ 8380548 w 10768629"/>
              <a:gd name="connsiteY47-9430" fmla="*/ 987916 h 1978172"/>
              <a:gd name="connsiteX48-9431" fmla="*/ 8379462 w 10768629"/>
              <a:gd name="connsiteY48-9432" fmla="*/ 987106 h 1978172"/>
              <a:gd name="connsiteX49-9433" fmla="*/ 8340796 w 10768629"/>
              <a:gd name="connsiteY49-9434" fmla="*/ 980522 h 1978172"/>
              <a:gd name="connsiteX50-9435" fmla="*/ 8304438 w 10768629"/>
              <a:gd name="connsiteY50-9436" fmla="*/ 996739 h 1978172"/>
              <a:gd name="connsiteX51-9437" fmla="*/ 8280929 w 10768629"/>
              <a:gd name="connsiteY51-9438" fmla="*/ 1023089 h 1978172"/>
              <a:gd name="connsiteX52-9439" fmla="*/ 8275760 w 10768629"/>
              <a:gd name="connsiteY52-9440" fmla="*/ 1027772 h 1978172"/>
              <a:gd name="connsiteX53-9441" fmla="*/ 8275478 w 10768629"/>
              <a:gd name="connsiteY53-9442" fmla="*/ 1027605 h 1978172"/>
              <a:gd name="connsiteX54-9443" fmla="*/ 8269666 w 10768629"/>
              <a:gd name="connsiteY54-9444" fmla="*/ 1032033 h 1978172"/>
              <a:gd name="connsiteX55-9445" fmla="*/ 8203836 w 10768629"/>
              <a:gd name="connsiteY55-9446" fmla="*/ 1037347 h 1978172"/>
              <a:gd name="connsiteX56-9447" fmla="*/ 8122936 w 10768629"/>
              <a:gd name="connsiteY56-9448" fmla="*/ 1063113 h 1978172"/>
              <a:gd name="connsiteX57-9449" fmla="*/ 8043658 w 10768629"/>
              <a:gd name="connsiteY57-9450" fmla="*/ 1092746 h 1978172"/>
              <a:gd name="connsiteX58-9451" fmla="*/ 8015351 w 10768629"/>
              <a:gd name="connsiteY58-9452" fmla="*/ 1105478 h 1978172"/>
              <a:gd name="connsiteX59-9453" fmla="*/ 7963145 w 10768629"/>
              <a:gd name="connsiteY59-9454" fmla="*/ 1119346 h 1978172"/>
              <a:gd name="connsiteX60-9455" fmla="*/ 7938145 w 10768629"/>
              <a:gd name="connsiteY60-9456" fmla="*/ 1120225 h 1978172"/>
              <a:gd name="connsiteX61-9457" fmla="*/ 7937238 w 10768629"/>
              <a:gd name="connsiteY61-9458" fmla="*/ 1121204 h 1978172"/>
              <a:gd name="connsiteX62-9459" fmla="*/ 7934398 w 10768629"/>
              <a:gd name="connsiteY62-9460" fmla="*/ 1118240 h 1978172"/>
              <a:gd name="connsiteX63-9461" fmla="*/ 7918248 w 10768629"/>
              <a:gd name="connsiteY63-9462" fmla="*/ 1124371 h 1978172"/>
              <a:gd name="connsiteX64-9463" fmla="*/ 7914119 w 10768629"/>
              <a:gd name="connsiteY64-9464" fmla="*/ 1127653 h 1978172"/>
              <a:gd name="connsiteX65-9465" fmla="*/ 7907658 w 10768629"/>
              <a:gd name="connsiteY65-9466" fmla="*/ 1130350 h 1978172"/>
              <a:gd name="connsiteX66-9467" fmla="*/ 7907434 w 10768629"/>
              <a:gd name="connsiteY66-9468" fmla="*/ 1130103 h 1978172"/>
              <a:gd name="connsiteX67-9469" fmla="*/ 7901508 w 10768629"/>
              <a:gd name="connsiteY67-9470" fmla="*/ 1133245 h 1978172"/>
              <a:gd name="connsiteX68-9471" fmla="*/ 7873287 w 10768629"/>
              <a:gd name="connsiteY68-9472" fmla="*/ 1152609 h 1978172"/>
              <a:gd name="connsiteX69-9473" fmla="*/ 7834833 w 10768629"/>
              <a:gd name="connsiteY69-9474" fmla="*/ 1153868 h 1978172"/>
              <a:gd name="connsiteX70-9475" fmla="*/ 7828661 w 10768629"/>
              <a:gd name="connsiteY70-9476" fmla="*/ 1139994 h 1978172"/>
              <a:gd name="connsiteX71-9477" fmla="*/ 7823966 w 10768629"/>
              <a:gd name="connsiteY71-9478" fmla="*/ 1143178 h 1978172"/>
              <a:gd name="connsiteX72-9479" fmla="*/ 7815078 w 10768629"/>
              <a:gd name="connsiteY72-9480" fmla="*/ 1151776 h 1978172"/>
              <a:gd name="connsiteX73-9481" fmla="*/ 7812026 w 10768629"/>
              <a:gd name="connsiteY73-9482" fmla="*/ 1151522 h 1978172"/>
              <a:gd name="connsiteX74-9483" fmla="*/ 7782249 w 10768629"/>
              <a:gd name="connsiteY74-9484" fmla="*/ 1160970 h 1978172"/>
              <a:gd name="connsiteX75-9485" fmla="*/ 7773476 w 10768629"/>
              <a:gd name="connsiteY75-9486" fmla="*/ 1157414 h 1978172"/>
              <a:gd name="connsiteX76-9487" fmla="*/ 7769600 w 10768629"/>
              <a:gd name="connsiteY76-9488" fmla="*/ 1157365 h 1978172"/>
              <a:gd name="connsiteX77-9489" fmla="*/ 7752631 w 10768629"/>
              <a:gd name="connsiteY77-9490" fmla="*/ 1172815 h 1978172"/>
              <a:gd name="connsiteX78-9491" fmla="*/ 7743525 w 10768629"/>
              <a:gd name="connsiteY78-9492" fmla="*/ 1179064 h 1978172"/>
              <a:gd name="connsiteX79-9493" fmla="*/ 7685942 w 10768629"/>
              <a:gd name="connsiteY79-9494" fmla="*/ 1233723 h 1978172"/>
              <a:gd name="connsiteX80-9495" fmla="*/ 7586920 w 10768629"/>
              <a:gd name="connsiteY80-9496" fmla="*/ 1261888 h 1978172"/>
              <a:gd name="connsiteX81-9497" fmla="*/ 7486100 w 10768629"/>
              <a:gd name="connsiteY81-9498" fmla="*/ 1292563 h 1978172"/>
              <a:gd name="connsiteX82-9499" fmla="*/ 7407190 w 10768629"/>
              <a:gd name="connsiteY82-9500" fmla="*/ 1314737 h 1978172"/>
              <a:gd name="connsiteX83-9501" fmla="*/ 7240698 w 10768629"/>
              <a:gd name="connsiteY83-9502" fmla="*/ 1438832 h 1978172"/>
              <a:gd name="connsiteX84-9503" fmla="*/ 7197675 w 10768629"/>
              <a:gd name="connsiteY84-9504" fmla="*/ 1447530 h 1978172"/>
              <a:gd name="connsiteX85-9505" fmla="*/ 7164788 w 10768629"/>
              <a:gd name="connsiteY85-9506" fmla="*/ 1480293 h 1978172"/>
              <a:gd name="connsiteX86-9507" fmla="*/ 7147929 w 10768629"/>
              <a:gd name="connsiteY86-9508" fmla="*/ 1477641 h 1978172"/>
              <a:gd name="connsiteX87-9509" fmla="*/ 7144965 w 10768629"/>
              <a:gd name="connsiteY87-9510" fmla="*/ 1476908 h 1978172"/>
              <a:gd name="connsiteX88-9511" fmla="*/ 7134299 w 10768629"/>
              <a:gd name="connsiteY88-9512" fmla="*/ 1479969 h 1978172"/>
              <a:gd name="connsiteX89-9513" fmla="*/ 7129809 w 10768629"/>
              <a:gd name="connsiteY89-9514" fmla="*/ 1473339 h 1978172"/>
              <a:gd name="connsiteX90-9515" fmla="*/ 7112688 w 10768629"/>
              <a:gd name="connsiteY90-9516" fmla="*/ 1472575 h 1978172"/>
              <a:gd name="connsiteX91-9517" fmla="*/ 7093470 w 10768629"/>
              <a:gd name="connsiteY91-9518" fmla="*/ 1480300 h 1978172"/>
              <a:gd name="connsiteX92-9519" fmla="*/ 7025034 w 10768629"/>
              <a:gd name="connsiteY92-9520" fmla="*/ 1506934 h 1978172"/>
              <a:gd name="connsiteX93-9521" fmla="*/ 7014783 w 10768629"/>
              <a:gd name="connsiteY93-9522" fmla="*/ 1515868 h 1978172"/>
              <a:gd name="connsiteX94-9523" fmla="*/ 6979706 w 10768629"/>
              <a:gd name="connsiteY94-9524" fmla="*/ 1523511 h 1978172"/>
              <a:gd name="connsiteX95-9525" fmla="*/ 6977890 w 10768629"/>
              <a:gd name="connsiteY95-9526" fmla="*/ 1525793 h 1978172"/>
              <a:gd name="connsiteX96-9527" fmla="*/ 6944339 w 10768629"/>
              <a:gd name="connsiteY96-9528" fmla="*/ 1536237 h 1978172"/>
              <a:gd name="connsiteX97-9529" fmla="*/ 6886996 w 10768629"/>
              <a:gd name="connsiteY97-9530" fmla="*/ 1563569 h 1978172"/>
              <a:gd name="connsiteX98-9531" fmla="*/ 6874510 w 10768629"/>
              <a:gd name="connsiteY98-9532" fmla="*/ 1558469 h 1978172"/>
              <a:gd name="connsiteX99-9533" fmla="*/ 6871943 w 10768629"/>
              <a:gd name="connsiteY99-9534" fmla="*/ 1554651 h 1978172"/>
              <a:gd name="connsiteX100-9535" fmla="*/ 6856174 w 10768629"/>
              <a:gd name="connsiteY100-9536" fmla="*/ 1562024 h 1978172"/>
              <a:gd name="connsiteX101-9537" fmla="*/ 6842321 w 10768629"/>
              <a:gd name="connsiteY101-9538" fmla="*/ 1560554 h 1978172"/>
              <a:gd name="connsiteX102-9539" fmla="*/ 6832713 w 10768629"/>
              <a:gd name="connsiteY102-9540" fmla="*/ 1569357 h 1978172"/>
              <a:gd name="connsiteX103-9541" fmla="*/ 6816351 w 10768629"/>
              <a:gd name="connsiteY103-9542" fmla="*/ 1571495 h 1978172"/>
              <a:gd name="connsiteX104-9543" fmla="*/ 6795800 w 10768629"/>
              <a:gd name="connsiteY104-9544" fmla="*/ 1572010 h 1978172"/>
              <a:gd name="connsiteX105-9545" fmla="*/ 6777546 w 10768629"/>
              <a:gd name="connsiteY105-9546" fmla="*/ 1568661 h 1978172"/>
              <a:gd name="connsiteX106-9547" fmla="*/ 6751528 w 10768629"/>
              <a:gd name="connsiteY106-9548" fmla="*/ 1574143 h 1978172"/>
              <a:gd name="connsiteX107-9549" fmla="*/ 6691966 w 10768629"/>
              <a:gd name="connsiteY107-9550" fmla="*/ 1582255 h 1978172"/>
              <a:gd name="connsiteX108-9551" fmla="*/ 6646941 w 10768629"/>
              <a:gd name="connsiteY108-9552" fmla="*/ 1588471 h 1978172"/>
              <a:gd name="connsiteX109-9553" fmla="*/ 6568576 w 10768629"/>
              <a:gd name="connsiteY109-9554" fmla="*/ 1606488 h 1978172"/>
              <a:gd name="connsiteX110-9555" fmla="*/ 6554358 w 10768629"/>
              <a:gd name="connsiteY110-9556" fmla="*/ 1621701 h 1978172"/>
              <a:gd name="connsiteX111-9557" fmla="*/ 6516968 w 10768629"/>
              <a:gd name="connsiteY111-9558" fmla="*/ 1617195 h 1978172"/>
              <a:gd name="connsiteX112-9559" fmla="*/ 6506479 w 10768629"/>
              <a:gd name="connsiteY112-9560" fmla="*/ 1602227 h 1978172"/>
              <a:gd name="connsiteX113-9561" fmla="*/ 6458436 w 10768629"/>
              <a:gd name="connsiteY113-9562" fmla="*/ 1607332 h 1978172"/>
              <a:gd name="connsiteX114-9563" fmla="*/ 6414786 w 10768629"/>
              <a:gd name="connsiteY114-9564" fmla="*/ 1628815 h 1978172"/>
              <a:gd name="connsiteX115-9565" fmla="*/ 6357085 w 10768629"/>
              <a:gd name="connsiteY115-9566" fmla="*/ 1640846 h 1978172"/>
              <a:gd name="connsiteX116-9567" fmla="*/ 6322636 w 10768629"/>
              <a:gd name="connsiteY116-9568" fmla="*/ 1648213 h 1978172"/>
              <a:gd name="connsiteX117-9569" fmla="*/ 6226172 w 10768629"/>
              <a:gd name="connsiteY117-9570" fmla="*/ 1654676 h 1978172"/>
              <a:gd name="connsiteX118-9571" fmla="*/ 6221217 w 10768629"/>
              <a:gd name="connsiteY118-9572" fmla="*/ 1654506 h 1978172"/>
              <a:gd name="connsiteX119-9573" fmla="*/ 6204956 w 10768629"/>
              <a:gd name="connsiteY119-9574" fmla="*/ 1664280 h 1978172"/>
              <a:gd name="connsiteX120-9575" fmla="*/ 6204270 w 10768629"/>
              <a:gd name="connsiteY120-9576" fmla="*/ 1666782 h 1978172"/>
              <a:gd name="connsiteX121-9577" fmla="*/ 6143810 w 10768629"/>
              <a:gd name="connsiteY121-9578" fmla="*/ 1661963 h 1978172"/>
              <a:gd name="connsiteX122-9579" fmla="*/ 6136560 w 10768629"/>
              <a:gd name="connsiteY122-9580" fmla="*/ 1665728 h 1978172"/>
              <a:gd name="connsiteX123-9581" fmla="*/ 6096155 w 10768629"/>
              <a:gd name="connsiteY123-9582" fmla="*/ 1656951 h 1978172"/>
              <a:gd name="connsiteX124-9583" fmla="*/ 6075812 w 10768629"/>
              <a:gd name="connsiteY124-9584" fmla="*/ 1655422 h 1978172"/>
              <a:gd name="connsiteX125-9585" fmla="*/ 6039495 w 10768629"/>
              <a:gd name="connsiteY125-9586" fmla="*/ 1649680 h 1978172"/>
              <a:gd name="connsiteX126-9587" fmla="*/ 6036523 w 10768629"/>
              <a:gd name="connsiteY126-9588" fmla="*/ 1652121 h 1978172"/>
              <a:gd name="connsiteX127-9589" fmla="*/ 6029328 w 10768629"/>
              <a:gd name="connsiteY127-9590" fmla="*/ 1649904 h 1978172"/>
              <a:gd name="connsiteX128-9591" fmla="*/ 6024075 w 10768629"/>
              <a:gd name="connsiteY128-9592" fmla="*/ 1652779 h 1978172"/>
              <a:gd name="connsiteX129-9593" fmla="*/ 6018085 w 10768629"/>
              <a:gd name="connsiteY129-9594" fmla="*/ 1652030 h 1978172"/>
              <a:gd name="connsiteX130-9595" fmla="*/ 5955513 w 10768629"/>
              <a:gd name="connsiteY130-9596" fmla="*/ 1663584 h 1978172"/>
              <a:gd name="connsiteX131-9597" fmla="*/ 5941996 w 10768629"/>
              <a:gd name="connsiteY131-9598" fmla="*/ 1661326 h 1978172"/>
              <a:gd name="connsiteX132-9599" fmla="*/ 5931789 w 10768629"/>
              <a:gd name="connsiteY132-9600" fmla="*/ 1669915 h 1978172"/>
              <a:gd name="connsiteX133-9601" fmla="*/ 5888686 w 10768629"/>
              <a:gd name="connsiteY133-9602" fmla="*/ 1672175 h 1978172"/>
              <a:gd name="connsiteX134-9603" fmla="*/ 5873794 w 10768629"/>
              <a:gd name="connsiteY134-9604" fmla="*/ 1665454 h 1978172"/>
              <a:gd name="connsiteX135-9605" fmla="*/ 5860022 w 10768629"/>
              <a:gd name="connsiteY135-9606" fmla="*/ 1660635 h 1978172"/>
              <a:gd name="connsiteX136-9607" fmla="*/ 5858237 w 10768629"/>
              <a:gd name="connsiteY136-9608" fmla="*/ 1660649 h 1978172"/>
              <a:gd name="connsiteX137-9609" fmla="*/ 5840319 w 10768629"/>
              <a:gd name="connsiteY137-9610" fmla="*/ 1660798 h 1978172"/>
              <a:gd name="connsiteX138-9611" fmla="*/ 5806984 w 10768629"/>
              <a:gd name="connsiteY138-9612" fmla="*/ 1661075 h 1978172"/>
              <a:gd name="connsiteX139-9613" fmla="*/ 5742351 w 10768629"/>
              <a:gd name="connsiteY139-9614" fmla="*/ 1667489 h 1978172"/>
              <a:gd name="connsiteX140-9615" fmla="*/ 5521171 w 10768629"/>
              <a:gd name="connsiteY140-9616" fmla="*/ 1671626 h 1978172"/>
              <a:gd name="connsiteX141-9617" fmla="*/ 5457384 w 10768629"/>
              <a:gd name="connsiteY141-9618" fmla="*/ 1683952 h 1978172"/>
              <a:gd name="connsiteX142-9619" fmla="*/ 4950070 w 10768629"/>
              <a:gd name="connsiteY142-9620" fmla="*/ 1748401 h 1978172"/>
              <a:gd name="connsiteX143-9621" fmla="*/ 4872172 w 10768629"/>
              <a:gd name="connsiteY143-9622" fmla="*/ 1757222 h 1978172"/>
              <a:gd name="connsiteX144-9623" fmla="*/ 4809524 w 10768629"/>
              <a:gd name="connsiteY144-9624" fmla="*/ 1761033 h 1978172"/>
              <a:gd name="connsiteX145-9625" fmla="*/ 4759058 w 10768629"/>
              <a:gd name="connsiteY145-9626" fmla="*/ 1766533 h 1978172"/>
              <a:gd name="connsiteX146-9627" fmla="*/ 4719749 w 10768629"/>
              <a:gd name="connsiteY146-9628" fmla="*/ 1771811 h 1978172"/>
              <a:gd name="connsiteX147-9629" fmla="*/ 4568686 w 10768629"/>
              <a:gd name="connsiteY147-9630" fmla="*/ 1786141 h 1978172"/>
              <a:gd name="connsiteX148-9631" fmla="*/ 4418751 w 10768629"/>
              <a:gd name="connsiteY148-9632" fmla="*/ 1796932 h 1978172"/>
              <a:gd name="connsiteX149-9633" fmla="*/ 4378377 w 10768629"/>
              <a:gd name="connsiteY149-9634" fmla="*/ 1815528 h 1978172"/>
              <a:gd name="connsiteX150-9635" fmla="*/ 4320575 w 10768629"/>
              <a:gd name="connsiteY150-9636" fmla="*/ 1832722 h 1978172"/>
              <a:gd name="connsiteX151-9637" fmla="*/ 4220200 w 10768629"/>
              <a:gd name="connsiteY151-9638" fmla="*/ 1873173 h 1978172"/>
              <a:gd name="connsiteX152-9639" fmla="*/ 4105361 w 10768629"/>
              <a:gd name="connsiteY152-9640" fmla="*/ 1894711 h 1978172"/>
              <a:gd name="connsiteX153-9641" fmla="*/ 3973223 w 10768629"/>
              <a:gd name="connsiteY153-9642" fmla="*/ 1881015 h 1978172"/>
              <a:gd name="connsiteX154-9643" fmla="*/ 3900992 w 10768629"/>
              <a:gd name="connsiteY154-9644" fmla="*/ 1880603 h 1978172"/>
              <a:gd name="connsiteX155-9645" fmla="*/ 3662119 w 10768629"/>
              <a:gd name="connsiteY155-9646" fmla="*/ 1889285 h 1978172"/>
              <a:gd name="connsiteX156-9647" fmla="*/ 3496919 w 10768629"/>
              <a:gd name="connsiteY156-9648" fmla="*/ 1873180 h 1978172"/>
              <a:gd name="connsiteX157-9649" fmla="*/ 3449433 w 10768629"/>
              <a:gd name="connsiteY157-9650" fmla="*/ 1889681 h 1978172"/>
              <a:gd name="connsiteX158-9651" fmla="*/ 3369766 w 10768629"/>
              <a:gd name="connsiteY158-9652" fmla="*/ 1916653 h 1978172"/>
              <a:gd name="connsiteX159-9653" fmla="*/ 3269672 w 10768629"/>
              <a:gd name="connsiteY159-9654" fmla="*/ 1938036 h 1978172"/>
              <a:gd name="connsiteX160-9655" fmla="*/ 3224897 w 10768629"/>
              <a:gd name="connsiteY160-9656" fmla="*/ 1943733 h 1978172"/>
              <a:gd name="connsiteX161-9657" fmla="*/ 3161463 w 10768629"/>
              <a:gd name="connsiteY161-9658" fmla="*/ 1946591 h 1978172"/>
              <a:gd name="connsiteX162-9659" fmla="*/ 3112044 w 10768629"/>
              <a:gd name="connsiteY162-9660" fmla="*/ 1935614 h 1978172"/>
              <a:gd name="connsiteX163-9661" fmla="*/ 3069716 w 10768629"/>
              <a:gd name="connsiteY163-9662" fmla="*/ 1930463 h 1978172"/>
              <a:gd name="connsiteX164-9663" fmla="*/ 3005773 w 10768629"/>
              <a:gd name="connsiteY164-9664" fmla="*/ 1915878 h 1978172"/>
              <a:gd name="connsiteX165-9665" fmla="*/ 2897201 w 10768629"/>
              <a:gd name="connsiteY165-9666" fmla="*/ 1926772 h 1978172"/>
              <a:gd name="connsiteX166-9667" fmla="*/ 2783891 w 10768629"/>
              <a:gd name="connsiteY166-9668" fmla="*/ 1931749 h 1978172"/>
              <a:gd name="connsiteX167-9669" fmla="*/ 2712447 w 10768629"/>
              <a:gd name="connsiteY167-9670" fmla="*/ 1933044 h 1978172"/>
              <a:gd name="connsiteX168-9671" fmla="*/ 2560151 w 10768629"/>
              <a:gd name="connsiteY168-9672" fmla="*/ 1963609 h 1978172"/>
              <a:gd name="connsiteX169-9673" fmla="*/ 2367221 w 10768629"/>
              <a:gd name="connsiteY169-9674" fmla="*/ 1971884 h 1978172"/>
              <a:gd name="connsiteX170-9675" fmla="*/ 2272130 w 10768629"/>
              <a:gd name="connsiteY170-9676" fmla="*/ 1961162 h 1978172"/>
              <a:gd name="connsiteX171-9677" fmla="*/ 2189404 w 10768629"/>
              <a:gd name="connsiteY171-9678" fmla="*/ 1978172 h 1978172"/>
              <a:gd name="connsiteX172-9679" fmla="*/ 2077704 w 10768629"/>
              <a:gd name="connsiteY172-9680" fmla="*/ 1965002 h 1978172"/>
              <a:gd name="connsiteX173-9681" fmla="*/ 2033299 w 10768629"/>
              <a:gd name="connsiteY173-9682" fmla="*/ 1969042 h 1978172"/>
              <a:gd name="connsiteX174-9683" fmla="*/ 1967996 w 10768629"/>
              <a:gd name="connsiteY174-9684" fmla="*/ 1953187 h 1978172"/>
              <a:gd name="connsiteX175-9685" fmla="*/ 1855805 w 10768629"/>
              <a:gd name="connsiteY175-9686" fmla="*/ 1926082 h 1978172"/>
              <a:gd name="connsiteX176-9687" fmla="*/ 1790957 w 10768629"/>
              <a:gd name="connsiteY176-9688" fmla="*/ 1919460 h 1978172"/>
              <a:gd name="connsiteX177-9689" fmla="*/ 1613978 w 10768629"/>
              <a:gd name="connsiteY177-9690" fmla="*/ 1891581 h 1978172"/>
              <a:gd name="connsiteX178-9691" fmla="*/ 1436831 w 10768629"/>
              <a:gd name="connsiteY178-9692" fmla="*/ 1856201 h 1978172"/>
              <a:gd name="connsiteX179-9693" fmla="*/ 1357365 w 10768629"/>
              <a:gd name="connsiteY179-9694" fmla="*/ 1832140 h 1978172"/>
              <a:gd name="connsiteX180-9695" fmla="*/ 1232341 w 10768629"/>
              <a:gd name="connsiteY180-9696" fmla="*/ 1785942 h 1978172"/>
              <a:gd name="connsiteX181-9697" fmla="*/ 1162595 w 10768629"/>
              <a:gd name="connsiteY181-9698" fmla="*/ 1758337 h 1978172"/>
              <a:gd name="connsiteX182-9699" fmla="*/ 1128523 w 10768629"/>
              <a:gd name="connsiteY182-9700" fmla="*/ 1763621 h 1978172"/>
              <a:gd name="connsiteX183-9701" fmla="*/ 991903 w 10768629"/>
              <a:gd name="connsiteY183-9702" fmla="*/ 1786741 h 1978172"/>
              <a:gd name="connsiteX184-9703" fmla="*/ 883960 w 10768629"/>
              <a:gd name="connsiteY184-9704" fmla="*/ 1822386 h 1978172"/>
              <a:gd name="connsiteX185-9705" fmla="*/ 766531 w 10768629"/>
              <a:gd name="connsiteY185-9706" fmla="*/ 1805053 h 1978172"/>
              <a:gd name="connsiteX186-9707" fmla="*/ 669779 w 10768629"/>
              <a:gd name="connsiteY186-9708" fmla="*/ 1800537 h 1978172"/>
              <a:gd name="connsiteX187-9709" fmla="*/ 523898 w 10768629"/>
              <a:gd name="connsiteY187-9710" fmla="*/ 1811085 h 1978172"/>
              <a:gd name="connsiteX188-9711" fmla="*/ 360251 w 10768629"/>
              <a:gd name="connsiteY188-9712" fmla="*/ 1830735 h 1978172"/>
              <a:gd name="connsiteX189-9713" fmla="*/ 255207 w 10768629"/>
              <a:gd name="connsiteY189-9714" fmla="*/ 1818275 h 1978172"/>
              <a:gd name="connsiteX190-9715" fmla="*/ 101803 w 10768629"/>
              <a:gd name="connsiteY190-9716" fmla="*/ 1870647 h 1978172"/>
              <a:gd name="connsiteX191-9717" fmla="*/ 25397 w 10768629"/>
              <a:gd name="connsiteY191-9718" fmla="*/ 1888443 h 1978172"/>
              <a:gd name="connsiteX192-9719" fmla="*/ 2370 w 10768629"/>
              <a:gd name="connsiteY192-9720" fmla="*/ 1878311 h 1978172"/>
              <a:gd name="connsiteX193-9721" fmla="*/ 0 w 10768629"/>
              <a:gd name="connsiteY193-9722" fmla="*/ 1878785 h 1978172"/>
              <a:gd name="connsiteX194-9723" fmla="*/ 0 w 10768629"/>
              <a:gd name="connsiteY194-9724" fmla="*/ 0 h 1978172"/>
              <a:gd name="connsiteX0-9725" fmla="*/ 0 w 10768629"/>
              <a:gd name="connsiteY0-9726" fmla="*/ 0 h 1978172"/>
              <a:gd name="connsiteX1-9727" fmla="*/ 10768629 w 10768629"/>
              <a:gd name="connsiteY1-9728" fmla="*/ 0 h 1978172"/>
              <a:gd name="connsiteX2-9729" fmla="*/ 10733254 w 10768629"/>
              <a:gd name="connsiteY2-9730" fmla="*/ 31439 h 1978172"/>
              <a:gd name="connsiteX3-9731" fmla="*/ 10727085 w 10768629"/>
              <a:gd name="connsiteY3-9732" fmla="*/ 37910 h 1978172"/>
              <a:gd name="connsiteX4-9733" fmla="*/ 10675953 w 10768629"/>
              <a:gd name="connsiteY4-9734" fmla="*/ 68623 h 1978172"/>
              <a:gd name="connsiteX5-9735" fmla="*/ 10637091 w 10768629"/>
              <a:gd name="connsiteY5-9736" fmla="*/ 90361 h 1978172"/>
              <a:gd name="connsiteX6-9737" fmla="*/ 10610971 w 10768629"/>
              <a:gd name="connsiteY6-9738" fmla="*/ 110764 h 1978172"/>
              <a:gd name="connsiteX7-9739" fmla="*/ 10532872 w 10768629"/>
              <a:gd name="connsiteY7-9740" fmla="*/ 138028 h 1978172"/>
              <a:gd name="connsiteX8-9741" fmla="*/ 10398558 w 10768629"/>
              <a:gd name="connsiteY8-9742" fmla="*/ 172911 h 1978172"/>
              <a:gd name="connsiteX9-9743" fmla="*/ 10371128 w 10768629"/>
              <a:gd name="connsiteY9-9744" fmla="*/ 182609 h 1978172"/>
              <a:gd name="connsiteX10-9745" fmla="*/ 10352178 w 10768629"/>
              <a:gd name="connsiteY10-9746" fmla="*/ 199976 h 1978172"/>
              <a:gd name="connsiteX11-9747" fmla="*/ 10351815 w 10768629"/>
              <a:gd name="connsiteY11-9748" fmla="*/ 211879 h 1978172"/>
              <a:gd name="connsiteX12-9749" fmla="*/ 10337471 w 10768629"/>
              <a:gd name="connsiteY12-9750" fmla="*/ 218661 h 1978172"/>
              <a:gd name="connsiteX13-9751" fmla="*/ 10334625 w 10768629"/>
              <a:gd name="connsiteY13-9752" fmla="*/ 222351 h 1978172"/>
              <a:gd name="connsiteX14-9753" fmla="*/ 10256365 w 10768629"/>
              <a:gd name="connsiteY14-9754" fmla="*/ 235917 h 1978172"/>
              <a:gd name="connsiteX15-9755" fmla="*/ 10201127 w 10768629"/>
              <a:gd name="connsiteY15-9756" fmla="*/ 267448 h 1978172"/>
              <a:gd name="connsiteX16-9757" fmla="*/ 9961218 w 10768629"/>
              <a:gd name="connsiteY16-9758" fmla="*/ 326720 h 1978172"/>
              <a:gd name="connsiteX17-9759" fmla="*/ 9859715 w 10768629"/>
              <a:gd name="connsiteY17-9760" fmla="*/ 355698 h 1978172"/>
              <a:gd name="connsiteX18-9761" fmla="*/ 9679867 w 10768629"/>
              <a:gd name="connsiteY18-9762" fmla="*/ 399081 h 1978172"/>
              <a:gd name="connsiteX19-9763" fmla="*/ 9490654 w 10768629"/>
              <a:gd name="connsiteY19-9764" fmla="*/ 455225 h 1978172"/>
              <a:gd name="connsiteX20-9765" fmla="*/ 9470837 w 10768629"/>
              <a:gd name="connsiteY20-9766" fmla="*/ 452539 h 1978172"/>
              <a:gd name="connsiteX21-9767" fmla="*/ 9469082 w 10768629"/>
              <a:gd name="connsiteY21-9768" fmla="*/ 454891 h 1978172"/>
              <a:gd name="connsiteX22-9769" fmla="*/ 9448038 w 10768629"/>
              <a:gd name="connsiteY22-9770" fmla="*/ 459733 h 1978172"/>
              <a:gd name="connsiteX23-9771" fmla="*/ 9396821 w 10768629"/>
              <a:gd name="connsiteY23-9772" fmla="*/ 455795 h 1978172"/>
              <a:gd name="connsiteX24-9773" fmla="*/ 9392197 w 10768629"/>
              <a:gd name="connsiteY24-9774" fmla="*/ 459796 h 1978172"/>
              <a:gd name="connsiteX25-9775" fmla="*/ 9347994 w 10768629"/>
              <a:gd name="connsiteY25-9776" fmla="*/ 464462 h 1978172"/>
              <a:gd name="connsiteX26-9777" fmla="*/ 9347889 w 10768629"/>
              <a:gd name="connsiteY26-9778" fmla="*/ 466539 h 1978172"/>
              <a:gd name="connsiteX27-9779" fmla="*/ 9337639 w 10768629"/>
              <a:gd name="connsiteY27-9780" fmla="*/ 476654 h 1978172"/>
              <a:gd name="connsiteX28-9781" fmla="*/ 9316893 w 10768629"/>
              <a:gd name="connsiteY28-9782" fmla="*/ 491390 h 1978172"/>
              <a:gd name="connsiteX29-9783" fmla="*/ 9229283 w 10768629"/>
              <a:gd name="connsiteY29-9784" fmla="*/ 555377 h 1978172"/>
              <a:gd name="connsiteX30-9785" fmla="*/ 9220274 w 10768629"/>
              <a:gd name="connsiteY30-9786" fmla="*/ 557502 h 1978172"/>
              <a:gd name="connsiteX31-9787" fmla="*/ 9220202 w 10768629"/>
              <a:gd name="connsiteY31-9788" fmla="*/ 558001 h 1978172"/>
              <a:gd name="connsiteX32-9789" fmla="*/ 9210908 w 10768629"/>
              <a:gd name="connsiteY32-9790" fmla="*/ 561147 h 1978172"/>
              <a:gd name="connsiteX33-9791" fmla="*/ 9186374 w 10768629"/>
              <a:gd name="connsiteY33-9792" fmla="*/ 565502 h 1978172"/>
              <a:gd name="connsiteX34-9793" fmla="*/ 9181058 w 10768629"/>
              <a:gd name="connsiteY34-9794" fmla="*/ 569943 h 1978172"/>
              <a:gd name="connsiteX35-9795" fmla="*/ 9179948 w 10768629"/>
              <a:gd name="connsiteY35-9796" fmla="*/ 576062 h 1978172"/>
              <a:gd name="connsiteX36-9797" fmla="*/ 9149110 w 10768629"/>
              <a:gd name="connsiteY36-9798" fmla="*/ 598906 h 1978172"/>
              <a:gd name="connsiteX37-9799" fmla="*/ 9078556 w 10768629"/>
              <a:gd name="connsiteY37-9800" fmla="*/ 644039 h 1978172"/>
              <a:gd name="connsiteX38-9801" fmla="*/ 8996399 w 10768629"/>
              <a:gd name="connsiteY38-9802" fmla="*/ 690055 h 1978172"/>
              <a:gd name="connsiteX39-9803" fmla="*/ 8803791 w 10768629"/>
              <a:gd name="connsiteY39-9804" fmla="*/ 813860 h 1978172"/>
              <a:gd name="connsiteX40-9805" fmla="*/ 8636202 w 10768629"/>
              <a:gd name="connsiteY40-9806" fmla="*/ 848463 h 1978172"/>
              <a:gd name="connsiteX41-9807" fmla="*/ 8555372 w 10768629"/>
              <a:gd name="connsiteY41-9808" fmla="*/ 883171 h 1978172"/>
              <a:gd name="connsiteX42-9809" fmla="*/ 8507229 w 10768629"/>
              <a:gd name="connsiteY42-9810" fmla="*/ 901665 h 1978172"/>
              <a:gd name="connsiteX43-9811" fmla="*/ 8428473 w 10768629"/>
              <a:gd name="connsiteY43-9812" fmla="*/ 927985 h 1978172"/>
              <a:gd name="connsiteX44-9813" fmla="*/ 8427914 w 10768629"/>
              <a:gd name="connsiteY44-9814" fmla="*/ 933480 h 1978172"/>
              <a:gd name="connsiteX45-9815" fmla="*/ 8420327 w 10768629"/>
              <a:gd name="connsiteY45-9816" fmla="*/ 941984 h 1978172"/>
              <a:gd name="connsiteX46-9817" fmla="*/ 8394729 w 10768629"/>
              <a:gd name="connsiteY46-9818" fmla="*/ 948347 h 1978172"/>
              <a:gd name="connsiteX47-9819" fmla="*/ 8380548 w 10768629"/>
              <a:gd name="connsiteY47-9820" fmla="*/ 987916 h 1978172"/>
              <a:gd name="connsiteX48-9821" fmla="*/ 8375330 w 10768629"/>
              <a:gd name="connsiteY48-9822" fmla="*/ 965444 h 1978172"/>
              <a:gd name="connsiteX49-9823" fmla="*/ 8340796 w 10768629"/>
              <a:gd name="connsiteY49-9824" fmla="*/ 980522 h 1978172"/>
              <a:gd name="connsiteX50-9825" fmla="*/ 8304438 w 10768629"/>
              <a:gd name="connsiteY50-9826" fmla="*/ 996739 h 1978172"/>
              <a:gd name="connsiteX51-9827" fmla="*/ 8280929 w 10768629"/>
              <a:gd name="connsiteY51-9828" fmla="*/ 1023089 h 1978172"/>
              <a:gd name="connsiteX52-9829" fmla="*/ 8275760 w 10768629"/>
              <a:gd name="connsiteY52-9830" fmla="*/ 1027772 h 1978172"/>
              <a:gd name="connsiteX53-9831" fmla="*/ 8275478 w 10768629"/>
              <a:gd name="connsiteY53-9832" fmla="*/ 1027605 h 1978172"/>
              <a:gd name="connsiteX54-9833" fmla="*/ 8269666 w 10768629"/>
              <a:gd name="connsiteY54-9834" fmla="*/ 1032033 h 1978172"/>
              <a:gd name="connsiteX55-9835" fmla="*/ 8203836 w 10768629"/>
              <a:gd name="connsiteY55-9836" fmla="*/ 1037347 h 1978172"/>
              <a:gd name="connsiteX56-9837" fmla="*/ 8122936 w 10768629"/>
              <a:gd name="connsiteY56-9838" fmla="*/ 1063113 h 1978172"/>
              <a:gd name="connsiteX57-9839" fmla="*/ 8043658 w 10768629"/>
              <a:gd name="connsiteY57-9840" fmla="*/ 1092746 h 1978172"/>
              <a:gd name="connsiteX58-9841" fmla="*/ 8015351 w 10768629"/>
              <a:gd name="connsiteY58-9842" fmla="*/ 1105478 h 1978172"/>
              <a:gd name="connsiteX59-9843" fmla="*/ 7963145 w 10768629"/>
              <a:gd name="connsiteY59-9844" fmla="*/ 1119346 h 1978172"/>
              <a:gd name="connsiteX60-9845" fmla="*/ 7938145 w 10768629"/>
              <a:gd name="connsiteY60-9846" fmla="*/ 1120225 h 1978172"/>
              <a:gd name="connsiteX61-9847" fmla="*/ 7937238 w 10768629"/>
              <a:gd name="connsiteY61-9848" fmla="*/ 1121204 h 1978172"/>
              <a:gd name="connsiteX62-9849" fmla="*/ 7934398 w 10768629"/>
              <a:gd name="connsiteY62-9850" fmla="*/ 1118240 h 1978172"/>
              <a:gd name="connsiteX63-9851" fmla="*/ 7918248 w 10768629"/>
              <a:gd name="connsiteY63-9852" fmla="*/ 1124371 h 1978172"/>
              <a:gd name="connsiteX64-9853" fmla="*/ 7914119 w 10768629"/>
              <a:gd name="connsiteY64-9854" fmla="*/ 1127653 h 1978172"/>
              <a:gd name="connsiteX65-9855" fmla="*/ 7907658 w 10768629"/>
              <a:gd name="connsiteY65-9856" fmla="*/ 1130350 h 1978172"/>
              <a:gd name="connsiteX66-9857" fmla="*/ 7907434 w 10768629"/>
              <a:gd name="connsiteY66-9858" fmla="*/ 1130103 h 1978172"/>
              <a:gd name="connsiteX67-9859" fmla="*/ 7901508 w 10768629"/>
              <a:gd name="connsiteY67-9860" fmla="*/ 1133245 h 1978172"/>
              <a:gd name="connsiteX68-9861" fmla="*/ 7873287 w 10768629"/>
              <a:gd name="connsiteY68-9862" fmla="*/ 1152609 h 1978172"/>
              <a:gd name="connsiteX69-9863" fmla="*/ 7834833 w 10768629"/>
              <a:gd name="connsiteY69-9864" fmla="*/ 1153868 h 1978172"/>
              <a:gd name="connsiteX70-9865" fmla="*/ 7828661 w 10768629"/>
              <a:gd name="connsiteY70-9866" fmla="*/ 1139994 h 1978172"/>
              <a:gd name="connsiteX71-9867" fmla="*/ 7823966 w 10768629"/>
              <a:gd name="connsiteY71-9868" fmla="*/ 1143178 h 1978172"/>
              <a:gd name="connsiteX72-9869" fmla="*/ 7815078 w 10768629"/>
              <a:gd name="connsiteY72-9870" fmla="*/ 1151776 h 1978172"/>
              <a:gd name="connsiteX73-9871" fmla="*/ 7812026 w 10768629"/>
              <a:gd name="connsiteY73-9872" fmla="*/ 1151522 h 1978172"/>
              <a:gd name="connsiteX74-9873" fmla="*/ 7782249 w 10768629"/>
              <a:gd name="connsiteY74-9874" fmla="*/ 1160970 h 1978172"/>
              <a:gd name="connsiteX75-9875" fmla="*/ 7773476 w 10768629"/>
              <a:gd name="connsiteY75-9876" fmla="*/ 1157414 h 1978172"/>
              <a:gd name="connsiteX76-9877" fmla="*/ 7769600 w 10768629"/>
              <a:gd name="connsiteY76-9878" fmla="*/ 1157365 h 1978172"/>
              <a:gd name="connsiteX77-9879" fmla="*/ 7752631 w 10768629"/>
              <a:gd name="connsiteY77-9880" fmla="*/ 1172815 h 1978172"/>
              <a:gd name="connsiteX78-9881" fmla="*/ 7743525 w 10768629"/>
              <a:gd name="connsiteY78-9882" fmla="*/ 1179064 h 1978172"/>
              <a:gd name="connsiteX79-9883" fmla="*/ 7685942 w 10768629"/>
              <a:gd name="connsiteY79-9884" fmla="*/ 1233723 h 1978172"/>
              <a:gd name="connsiteX80-9885" fmla="*/ 7586920 w 10768629"/>
              <a:gd name="connsiteY80-9886" fmla="*/ 1261888 h 1978172"/>
              <a:gd name="connsiteX81-9887" fmla="*/ 7486100 w 10768629"/>
              <a:gd name="connsiteY81-9888" fmla="*/ 1292563 h 1978172"/>
              <a:gd name="connsiteX82-9889" fmla="*/ 7407190 w 10768629"/>
              <a:gd name="connsiteY82-9890" fmla="*/ 1314737 h 1978172"/>
              <a:gd name="connsiteX83-9891" fmla="*/ 7240698 w 10768629"/>
              <a:gd name="connsiteY83-9892" fmla="*/ 1438832 h 1978172"/>
              <a:gd name="connsiteX84-9893" fmla="*/ 7197675 w 10768629"/>
              <a:gd name="connsiteY84-9894" fmla="*/ 1447530 h 1978172"/>
              <a:gd name="connsiteX85-9895" fmla="*/ 7164788 w 10768629"/>
              <a:gd name="connsiteY85-9896" fmla="*/ 1480293 h 1978172"/>
              <a:gd name="connsiteX86-9897" fmla="*/ 7147929 w 10768629"/>
              <a:gd name="connsiteY86-9898" fmla="*/ 1477641 h 1978172"/>
              <a:gd name="connsiteX87-9899" fmla="*/ 7144965 w 10768629"/>
              <a:gd name="connsiteY87-9900" fmla="*/ 1476908 h 1978172"/>
              <a:gd name="connsiteX88-9901" fmla="*/ 7134299 w 10768629"/>
              <a:gd name="connsiteY88-9902" fmla="*/ 1479969 h 1978172"/>
              <a:gd name="connsiteX89-9903" fmla="*/ 7129809 w 10768629"/>
              <a:gd name="connsiteY89-9904" fmla="*/ 1473339 h 1978172"/>
              <a:gd name="connsiteX90-9905" fmla="*/ 7112688 w 10768629"/>
              <a:gd name="connsiteY90-9906" fmla="*/ 1472575 h 1978172"/>
              <a:gd name="connsiteX91-9907" fmla="*/ 7093470 w 10768629"/>
              <a:gd name="connsiteY91-9908" fmla="*/ 1480300 h 1978172"/>
              <a:gd name="connsiteX92-9909" fmla="*/ 7025034 w 10768629"/>
              <a:gd name="connsiteY92-9910" fmla="*/ 1506934 h 1978172"/>
              <a:gd name="connsiteX93-9911" fmla="*/ 7014783 w 10768629"/>
              <a:gd name="connsiteY93-9912" fmla="*/ 1515868 h 1978172"/>
              <a:gd name="connsiteX94-9913" fmla="*/ 6979706 w 10768629"/>
              <a:gd name="connsiteY94-9914" fmla="*/ 1523511 h 1978172"/>
              <a:gd name="connsiteX95-9915" fmla="*/ 6977890 w 10768629"/>
              <a:gd name="connsiteY95-9916" fmla="*/ 1525793 h 1978172"/>
              <a:gd name="connsiteX96-9917" fmla="*/ 6944339 w 10768629"/>
              <a:gd name="connsiteY96-9918" fmla="*/ 1536237 h 1978172"/>
              <a:gd name="connsiteX97-9919" fmla="*/ 6886996 w 10768629"/>
              <a:gd name="connsiteY97-9920" fmla="*/ 1563569 h 1978172"/>
              <a:gd name="connsiteX98-9921" fmla="*/ 6874510 w 10768629"/>
              <a:gd name="connsiteY98-9922" fmla="*/ 1558469 h 1978172"/>
              <a:gd name="connsiteX99-9923" fmla="*/ 6871943 w 10768629"/>
              <a:gd name="connsiteY99-9924" fmla="*/ 1554651 h 1978172"/>
              <a:gd name="connsiteX100-9925" fmla="*/ 6856174 w 10768629"/>
              <a:gd name="connsiteY100-9926" fmla="*/ 1562024 h 1978172"/>
              <a:gd name="connsiteX101-9927" fmla="*/ 6842321 w 10768629"/>
              <a:gd name="connsiteY101-9928" fmla="*/ 1560554 h 1978172"/>
              <a:gd name="connsiteX102-9929" fmla="*/ 6832713 w 10768629"/>
              <a:gd name="connsiteY102-9930" fmla="*/ 1569357 h 1978172"/>
              <a:gd name="connsiteX103-9931" fmla="*/ 6816351 w 10768629"/>
              <a:gd name="connsiteY103-9932" fmla="*/ 1571495 h 1978172"/>
              <a:gd name="connsiteX104-9933" fmla="*/ 6795800 w 10768629"/>
              <a:gd name="connsiteY104-9934" fmla="*/ 1572010 h 1978172"/>
              <a:gd name="connsiteX105-9935" fmla="*/ 6777546 w 10768629"/>
              <a:gd name="connsiteY105-9936" fmla="*/ 1568661 h 1978172"/>
              <a:gd name="connsiteX106-9937" fmla="*/ 6751528 w 10768629"/>
              <a:gd name="connsiteY106-9938" fmla="*/ 1574143 h 1978172"/>
              <a:gd name="connsiteX107-9939" fmla="*/ 6691966 w 10768629"/>
              <a:gd name="connsiteY107-9940" fmla="*/ 1582255 h 1978172"/>
              <a:gd name="connsiteX108-9941" fmla="*/ 6646941 w 10768629"/>
              <a:gd name="connsiteY108-9942" fmla="*/ 1588471 h 1978172"/>
              <a:gd name="connsiteX109-9943" fmla="*/ 6568576 w 10768629"/>
              <a:gd name="connsiteY109-9944" fmla="*/ 1606488 h 1978172"/>
              <a:gd name="connsiteX110-9945" fmla="*/ 6554358 w 10768629"/>
              <a:gd name="connsiteY110-9946" fmla="*/ 1621701 h 1978172"/>
              <a:gd name="connsiteX111-9947" fmla="*/ 6516968 w 10768629"/>
              <a:gd name="connsiteY111-9948" fmla="*/ 1617195 h 1978172"/>
              <a:gd name="connsiteX112-9949" fmla="*/ 6506479 w 10768629"/>
              <a:gd name="connsiteY112-9950" fmla="*/ 1602227 h 1978172"/>
              <a:gd name="connsiteX113-9951" fmla="*/ 6458436 w 10768629"/>
              <a:gd name="connsiteY113-9952" fmla="*/ 1607332 h 1978172"/>
              <a:gd name="connsiteX114-9953" fmla="*/ 6414786 w 10768629"/>
              <a:gd name="connsiteY114-9954" fmla="*/ 1628815 h 1978172"/>
              <a:gd name="connsiteX115-9955" fmla="*/ 6357085 w 10768629"/>
              <a:gd name="connsiteY115-9956" fmla="*/ 1640846 h 1978172"/>
              <a:gd name="connsiteX116-9957" fmla="*/ 6322636 w 10768629"/>
              <a:gd name="connsiteY116-9958" fmla="*/ 1648213 h 1978172"/>
              <a:gd name="connsiteX117-9959" fmla="*/ 6226172 w 10768629"/>
              <a:gd name="connsiteY117-9960" fmla="*/ 1654676 h 1978172"/>
              <a:gd name="connsiteX118-9961" fmla="*/ 6221217 w 10768629"/>
              <a:gd name="connsiteY118-9962" fmla="*/ 1654506 h 1978172"/>
              <a:gd name="connsiteX119-9963" fmla="*/ 6204956 w 10768629"/>
              <a:gd name="connsiteY119-9964" fmla="*/ 1664280 h 1978172"/>
              <a:gd name="connsiteX120-9965" fmla="*/ 6204270 w 10768629"/>
              <a:gd name="connsiteY120-9966" fmla="*/ 1666782 h 1978172"/>
              <a:gd name="connsiteX121-9967" fmla="*/ 6143810 w 10768629"/>
              <a:gd name="connsiteY121-9968" fmla="*/ 1661963 h 1978172"/>
              <a:gd name="connsiteX122-9969" fmla="*/ 6136560 w 10768629"/>
              <a:gd name="connsiteY122-9970" fmla="*/ 1665728 h 1978172"/>
              <a:gd name="connsiteX123-9971" fmla="*/ 6096155 w 10768629"/>
              <a:gd name="connsiteY123-9972" fmla="*/ 1656951 h 1978172"/>
              <a:gd name="connsiteX124-9973" fmla="*/ 6075812 w 10768629"/>
              <a:gd name="connsiteY124-9974" fmla="*/ 1655422 h 1978172"/>
              <a:gd name="connsiteX125-9975" fmla="*/ 6039495 w 10768629"/>
              <a:gd name="connsiteY125-9976" fmla="*/ 1649680 h 1978172"/>
              <a:gd name="connsiteX126-9977" fmla="*/ 6036523 w 10768629"/>
              <a:gd name="connsiteY126-9978" fmla="*/ 1652121 h 1978172"/>
              <a:gd name="connsiteX127-9979" fmla="*/ 6029328 w 10768629"/>
              <a:gd name="connsiteY127-9980" fmla="*/ 1649904 h 1978172"/>
              <a:gd name="connsiteX128-9981" fmla="*/ 6024075 w 10768629"/>
              <a:gd name="connsiteY128-9982" fmla="*/ 1652779 h 1978172"/>
              <a:gd name="connsiteX129-9983" fmla="*/ 6018085 w 10768629"/>
              <a:gd name="connsiteY129-9984" fmla="*/ 1652030 h 1978172"/>
              <a:gd name="connsiteX130-9985" fmla="*/ 5955513 w 10768629"/>
              <a:gd name="connsiteY130-9986" fmla="*/ 1663584 h 1978172"/>
              <a:gd name="connsiteX131-9987" fmla="*/ 5941996 w 10768629"/>
              <a:gd name="connsiteY131-9988" fmla="*/ 1661326 h 1978172"/>
              <a:gd name="connsiteX132-9989" fmla="*/ 5931789 w 10768629"/>
              <a:gd name="connsiteY132-9990" fmla="*/ 1669915 h 1978172"/>
              <a:gd name="connsiteX133-9991" fmla="*/ 5888686 w 10768629"/>
              <a:gd name="connsiteY133-9992" fmla="*/ 1672175 h 1978172"/>
              <a:gd name="connsiteX134-9993" fmla="*/ 5873794 w 10768629"/>
              <a:gd name="connsiteY134-9994" fmla="*/ 1665454 h 1978172"/>
              <a:gd name="connsiteX135-9995" fmla="*/ 5860022 w 10768629"/>
              <a:gd name="connsiteY135-9996" fmla="*/ 1660635 h 1978172"/>
              <a:gd name="connsiteX136-9997" fmla="*/ 5858237 w 10768629"/>
              <a:gd name="connsiteY136-9998" fmla="*/ 1660649 h 1978172"/>
              <a:gd name="connsiteX137-9999" fmla="*/ 5840319 w 10768629"/>
              <a:gd name="connsiteY137-10000" fmla="*/ 1660798 h 1978172"/>
              <a:gd name="connsiteX138-10001" fmla="*/ 5806984 w 10768629"/>
              <a:gd name="connsiteY138-10002" fmla="*/ 1661075 h 1978172"/>
              <a:gd name="connsiteX139-10003" fmla="*/ 5742351 w 10768629"/>
              <a:gd name="connsiteY139-10004" fmla="*/ 1667489 h 1978172"/>
              <a:gd name="connsiteX140-10005" fmla="*/ 5521171 w 10768629"/>
              <a:gd name="connsiteY140-10006" fmla="*/ 1671626 h 1978172"/>
              <a:gd name="connsiteX141-10007" fmla="*/ 5457384 w 10768629"/>
              <a:gd name="connsiteY141-10008" fmla="*/ 1683952 h 1978172"/>
              <a:gd name="connsiteX142-10009" fmla="*/ 4950070 w 10768629"/>
              <a:gd name="connsiteY142-10010" fmla="*/ 1748401 h 1978172"/>
              <a:gd name="connsiteX143-10011" fmla="*/ 4872172 w 10768629"/>
              <a:gd name="connsiteY143-10012" fmla="*/ 1757222 h 1978172"/>
              <a:gd name="connsiteX144-10013" fmla="*/ 4809524 w 10768629"/>
              <a:gd name="connsiteY144-10014" fmla="*/ 1761033 h 1978172"/>
              <a:gd name="connsiteX145-10015" fmla="*/ 4759058 w 10768629"/>
              <a:gd name="connsiteY145-10016" fmla="*/ 1766533 h 1978172"/>
              <a:gd name="connsiteX146-10017" fmla="*/ 4719749 w 10768629"/>
              <a:gd name="connsiteY146-10018" fmla="*/ 1771811 h 1978172"/>
              <a:gd name="connsiteX147-10019" fmla="*/ 4568686 w 10768629"/>
              <a:gd name="connsiteY147-10020" fmla="*/ 1786141 h 1978172"/>
              <a:gd name="connsiteX148-10021" fmla="*/ 4418751 w 10768629"/>
              <a:gd name="connsiteY148-10022" fmla="*/ 1796932 h 1978172"/>
              <a:gd name="connsiteX149-10023" fmla="*/ 4378377 w 10768629"/>
              <a:gd name="connsiteY149-10024" fmla="*/ 1815528 h 1978172"/>
              <a:gd name="connsiteX150-10025" fmla="*/ 4320575 w 10768629"/>
              <a:gd name="connsiteY150-10026" fmla="*/ 1832722 h 1978172"/>
              <a:gd name="connsiteX151-10027" fmla="*/ 4220200 w 10768629"/>
              <a:gd name="connsiteY151-10028" fmla="*/ 1873173 h 1978172"/>
              <a:gd name="connsiteX152-10029" fmla="*/ 4105361 w 10768629"/>
              <a:gd name="connsiteY152-10030" fmla="*/ 1894711 h 1978172"/>
              <a:gd name="connsiteX153-10031" fmla="*/ 3973223 w 10768629"/>
              <a:gd name="connsiteY153-10032" fmla="*/ 1881015 h 1978172"/>
              <a:gd name="connsiteX154-10033" fmla="*/ 3900992 w 10768629"/>
              <a:gd name="connsiteY154-10034" fmla="*/ 1880603 h 1978172"/>
              <a:gd name="connsiteX155-10035" fmla="*/ 3662119 w 10768629"/>
              <a:gd name="connsiteY155-10036" fmla="*/ 1889285 h 1978172"/>
              <a:gd name="connsiteX156-10037" fmla="*/ 3496919 w 10768629"/>
              <a:gd name="connsiteY156-10038" fmla="*/ 1873180 h 1978172"/>
              <a:gd name="connsiteX157-10039" fmla="*/ 3449433 w 10768629"/>
              <a:gd name="connsiteY157-10040" fmla="*/ 1889681 h 1978172"/>
              <a:gd name="connsiteX158-10041" fmla="*/ 3369766 w 10768629"/>
              <a:gd name="connsiteY158-10042" fmla="*/ 1916653 h 1978172"/>
              <a:gd name="connsiteX159-10043" fmla="*/ 3269672 w 10768629"/>
              <a:gd name="connsiteY159-10044" fmla="*/ 1938036 h 1978172"/>
              <a:gd name="connsiteX160-10045" fmla="*/ 3224897 w 10768629"/>
              <a:gd name="connsiteY160-10046" fmla="*/ 1943733 h 1978172"/>
              <a:gd name="connsiteX161-10047" fmla="*/ 3161463 w 10768629"/>
              <a:gd name="connsiteY161-10048" fmla="*/ 1946591 h 1978172"/>
              <a:gd name="connsiteX162-10049" fmla="*/ 3112044 w 10768629"/>
              <a:gd name="connsiteY162-10050" fmla="*/ 1935614 h 1978172"/>
              <a:gd name="connsiteX163-10051" fmla="*/ 3069716 w 10768629"/>
              <a:gd name="connsiteY163-10052" fmla="*/ 1930463 h 1978172"/>
              <a:gd name="connsiteX164-10053" fmla="*/ 3005773 w 10768629"/>
              <a:gd name="connsiteY164-10054" fmla="*/ 1915878 h 1978172"/>
              <a:gd name="connsiteX165-10055" fmla="*/ 2897201 w 10768629"/>
              <a:gd name="connsiteY165-10056" fmla="*/ 1926772 h 1978172"/>
              <a:gd name="connsiteX166-10057" fmla="*/ 2783891 w 10768629"/>
              <a:gd name="connsiteY166-10058" fmla="*/ 1931749 h 1978172"/>
              <a:gd name="connsiteX167-10059" fmla="*/ 2712447 w 10768629"/>
              <a:gd name="connsiteY167-10060" fmla="*/ 1933044 h 1978172"/>
              <a:gd name="connsiteX168-10061" fmla="*/ 2560151 w 10768629"/>
              <a:gd name="connsiteY168-10062" fmla="*/ 1963609 h 1978172"/>
              <a:gd name="connsiteX169-10063" fmla="*/ 2367221 w 10768629"/>
              <a:gd name="connsiteY169-10064" fmla="*/ 1971884 h 1978172"/>
              <a:gd name="connsiteX170-10065" fmla="*/ 2272130 w 10768629"/>
              <a:gd name="connsiteY170-10066" fmla="*/ 1961162 h 1978172"/>
              <a:gd name="connsiteX171-10067" fmla="*/ 2189404 w 10768629"/>
              <a:gd name="connsiteY171-10068" fmla="*/ 1978172 h 1978172"/>
              <a:gd name="connsiteX172-10069" fmla="*/ 2077704 w 10768629"/>
              <a:gd name="connsiteY172-10070" fmla="*/ 1965002 h 1978172"/>
              <a:gd name="connsiteX173-10071" fmla="*/ 2033299 w 10768629"/>
              <a:gd name="connsiteY173-10072" fmla="*/ 1969042 h 1978172"/>
              <a:gd name="connsiteX174-10073" fmla="*/ 1967996 w 10768629"/>
              <a:gd name="connsiteY174-10074" fmla="*/ 1953187 h 1978172"/>
              <a:gd name="connsiteX175-10075" fmla="*/ 1855805 w 10768629"/>
              <a:gd name="connsiteY175-10076" fmla="*/ 1926082 h 1978172"/>
              <a:gd name="connsiteX176-10077" fmla="*/ 1790957 w 10768629"/>
              <a:gd name="connsiteY176-10078" fmla="*/ 1919460 h 1978172"/>
              <a:gd name="connsiteX177-10079" fmla="*/ 1613978 w 10768629"/>
              <a:gd name="connsiteY177-10080" fmla="*/ 1891581 h 1978172"/>
              <a:gd name="connsiteX178-10081" fmla="*/ 1436831 w 10768629"/>
              <a:gd name="connsiteY178-10082" fmla="*/ 1856201 h 1978172"/>
              <a:gd name="connsiteX179-10083" fmla="*/ 1357365 w 10768629"/>
              <a:gd name="connsiteY179-10084" fmla="*/ 1832140 h 1978172"/>
              <a:gd name="connsiteX180-10085" fmla="*/ 1232341 w 10768629"/>
              <a:gd name="connsiteY180-10086" fmla="*/ 1785942 h 1978172"/>
              <a:gd name="connsiteX181-10087" fmla="*/ 1162595 w 10768629"/>
              <a:gd name="connsiteY181-10088" fmla="*/ 1758337 h 1978172"/>
              <a:gd name="connsiteX182-10089" fmla="*/ 1128523 w 10768629"/>
              <a:gd name="connsiteY182-10090" fmla="*/ 1763621 h 1978172"/>
              <a:gd name="connsiteX183-10091" fmla="*/ 991903 w 10768629"/>
              <a:gd name="connsiteY183-10092" fmla="*/ 1786741 h 1978172"/>
              <a:gd name="connsiteX184-10093" fmla="*/ 883960 w 10768629"/>
              <a:gd name="connsiteY184-10094" fmla="*/ 1822386 h 1978172"/>
              <a:gd name="connsiteX185-10095" fmla="*/ 766531 w 10768629"/>
              <a:gd name="connsiteY185-10096" fmla="*/ 1805053 h 1978172"/>
              <a:gd name="connsiteX186-10097" fmla="*/ 669779 w 10768629"/>
              <a:gd name="connsiteY186-10098" fmla="*/ 1800537 h 1978172"/>
              <a:gd name="connsiteX187-10099" fmla="*/ 523898 w 10768629"/>
              <a:gd name="connsiteY187-10100" fmla="*/ 1811085 h 1978172"/>
              <a:gd name="connsiteX188-10101" fmla="*/ 360251 w 10768629"/>
              <a:gd name="connsiteY188-10102" fmla="*/ 1830735 h 1978172"/>
              <a:gd name="connsiteX189-10103" fmla="*/ 255207 w 10768629"/>
              <a:gd name="connsiteY189-10104" fmla="*/ 1818275 h 1978172"/>
              <a:gd name="connsiteX190-10105" fmla="*/ 101803 w 10768629"/>
              <a:gd name="connsiteY190-10106" fmla="*/ 1870647 h 1978172"/>
              <a:gd name="connsiteX191-10107" fmla="*/ 25397 w 10768629"/>
              <a:gd name="connsiteY191-10108" fmla="*/ 1888443 h 1978172"/>
              <a:gd name="connsiteX192-10109" fmla="*/ 2370 w 10768629"/>
              <a:gd name="connsiteY192-10110" fmla="*/ 1878311 h 1978172"/>
              <a:gd name="connsiteX193-10111" fmla="*/ 0 w 10768629"/>
              <a:gd name="connsiteY193-10112" fmla="*/ 1878785 h 1978172"/>
              <a:gd name="connsiteX194-10113" fmla="*/ 0 w 10768629"/>
              <a:gd name="connsiteY194-10114" fmla="*/ 0 h 1978172"/>
              <a:gd name="connsiteX0-10115" fmla="*/ 0 w 10768629"/>
              <a:gd name="connsiteY0-10116" fmla="*/ 0 h 1978172"/>
              <a:gd name="connsiteX1-10117" fmla="*/ 10768629 w 10768629"/>
              <a:gd name="connsiteY1-10118" fmla="*/ 0 h 1978172"/>
              <a:gd name="connsiteX2-10119" fmla="*/ 10733254 w 10768629"/>
              <a:gd name="connsiteY2-10120" fmla="*/ 31439 h 1978172"/>
              <a:gd name="connsiteX3-10121" fmla="*/ 10727085 w 10768629"/>
              <a:gd name="connsiteY3-10122" fmla="*/ 37910 h 1978172"/>
              <a:gd name="connsiteX4-10123" fmla="*/ 10675953 w 10768629"/>
              <a:gd name="connsiteY4-10124" fmla="*/ 68623 h 1978172"/>
              <a:gd name="connsiteX5-10125" fmla="*/ 10637091 w 10768629"/>
              <a:gd name="connsiteY5-10126" fmla="*/ 90361 h 1978172"/>
              <a:gd name="connsiteX6-10127" fmla="*/ 10610971 w 10768629"/>
              <a:gd name="connsiteY6-10128" fmla="*/ 110764 h 1978172"/>
              <a:gd name="connsiteX7-10129" fmla="*/ 10532872 w 10768629"/>
              <a:gd name="connsiteY7-10130" fmla="*/ 138028 h 1978172"/>
              <a:gd name="connsiteX8-10131" fmla="*/ 10398558 w 10768629"/>
              <a:gd name="connsiteY8-10132" fmla="*/ 172911 h 1978172"/>
              <a:gd name="connsiteX9-10133" fmla="*/ 10371128 w 10768629"/>
              <a:gd name="connsiteY9-10134" fmla="*/ 182609 h 1978172"/>
              <a:gd name="connsiteX10-10135" fmla="*/ 10352178 w 10768629"/>
              <a:gd name="connsiteY10-10136" fmla="*/ 199976 h 1978172"/>
              <a:gd name="connsiteX11-10137" fmla="*/ 10351815 w 10768629"/>
              <a:gd name="connsiteY11-10138" fmla="*/ 211879 h 1978172"/>
              <a:gd name="connsiteX12-10139" fmla="*/ 10337471 w 10768629"/>
              <a:gd name="connsiteY12-10140" fmla="*/ 218661 h 1978172"/>
              <a:gd name="connsiteX13-10141" fmla="*/ 10334625 w 10768629"/>
              <a:gd name="connsiteY13-10142" fmla="*/ 222351 h 1978172"/>
              <a:gd name="connsiteX14-10143" fmla="*/ 10256365 w 10768629"/>
              <a:gd name="connsiteY14-10144" fmla="*/ 235917 h 1978172"/>
              <a:gd name="connsiteX15-10145" fmla="*/ 10201127 w 10768629"/>
              <a:gd name="connsiteY15-10146" fmla="*/ 267448 h 1978172"/>
              <a:gd name="connsiteX16-10147" fmla="*/ 9961218 w 10768629"/>
              <a:gd name="connsiteY16-10148" fmla="*/ 326720 h 1978172"/>
              <a:gd name="connsiteX17-10149" fmla="*/ 9859715 w 10768629"/>
              <a:gd name="connsiteY17-10150" fmla="*/ 355698 h 1978172"/>
              <a:gd name="connsiteX18-10151" fmla="*/ 9679867 w 10768629"/>
              <a:gd name="connsiteY18-10152" fmla="*/ 399081 h 1978172"/>
              <a:gd name="connsiteX19-10153" fmla="*/ 9490654 w 10768629"/>
              <a:gd name="connsiteY19-10154" fmla="*/ 455225 h 1978172"/>
              <a:gd name="connsiteX20-10155" fmla="*/ 9470837 w 10768629"/>
              <a:gd name="connsiteY20-10156" fmla="*/ 452539 h 1978172"/>
              <a:gd name="connsiteX21-10157" fmla="*/ 9469082 w 10768629"/>
              <a:gd name="connsiteY21-10158" fmla="*/ 454891 h 1978172"/>
              <a:gd name="connsiteX22-10159" fmla="*/ 9448038 w 10768629"/>
              <a:gd name="connsiteY22-10160" fmla="*/ 459733 h 1978172"/>
              <a:gd name="connsiteX23-10161" fmla="*/ 9396821 w 10768629"/>
              <a:gd name="connsiteY23-10162" fmla="*/ 455795 h 1978172"/>
              <a:gd name="connsiteX24-10163" fmla="*/ 9392197 w 10768629"/>
              <a:gd name="connsiteY24-10164" fmla="*/ 459796 h 1978172"/>
              <a:gd name="connsiteX25-10165" fmla="*/ 9347994 w 10768629"/>
              <a:gd name="connsiteY25-10166" fmla="*/ 464462 h 1978172"/>
              <a:gd name="connsiteX26-10167" fmla="*/ 9347889 w 10768629"/>
              <a:gd name="connsiteY26-10168" fmla="*/ 466539 h 1978172"/>
              <a:gd name="connsiteX27-10169" fmla="*/ 9337639 w 10768629"/>
              <a:gd name="connsiteY27-10170" fmla="*/ 476654 h 1978172"/>
              <a:gd name="connsiteX28-10171" fmla="*/ 9316893 w 10768629"/>
              <a:gd name="connsiteY28-10172" fmla="*/ 491390 h 1978172"/>
              <a:gd name="connsiteX29-10173" fmla="*/ 9229283 w 10768629"/>
              <a:gd name="connsiteY29-10174" fmla="*/ 555377 h 1978172"/>
              <a:gd name="connsiteX30-10175" fmla="*/ 9220274 w 10768629"/>
              <a:gd name="connsiteY30-10176" fmla="*/ 557502 h 1978172"/>
              <a:gd name="connsiteX31-10177" fmla="*/ 9220202 w 10768629"/>
              <a:gd name="connsiteY31-10178" fmla="*/ 558001 h 1978172"/>
              <a:gd name="connsiteX32-10179" fmla="*/ 9210908 w 10768629"/>
              <a:gd name="connsiteY32-10180" fmla="*/ 561147 h 1978172"/>
              <a:gd name="connsiteX33-10181" fmla="*/ 9186374 w 10768629"/>
              <a:gd name="connsiteY33-10182" fmla="*/ 565502 h 1978172"/>
              <a:gd name="connsiteX34-10183" fmla="*/ 9181058 w 10768629"/>
              <a:gd name="connsiteY34-10184" fmla="*/ 569943 h 1978172"/>
              <a:gd name="connsiteX35-10185" fmla="*/ 9167549 w 10768629"/>
              <a:gd name="connsiteY35-10186" fmla="*/ 584727 h 1978172"/>
              <a:gd name="connsiteX36-10187" fmla="*/ 9149110 w 10768629"/>
              <a:gd name="connsiteY36-10188" fmla="*/ 598906 h 1978172"/>
              <a:gd name="connsiteX37-10189" fmla="*/ 9078556 w 10768629"/>
              <a:gd name="connsiteY37-10190" fmla="*/ 644039 h 1978172"/>
              <a:gd name="connsiteX38-10191" fmla="*/ 8996399 w 10768629"/>
              <a:gd name="connsiteY38-10192" fmla="*/ 690055 h 1978172"/>
              <a:gd name="connsiteX39-10193" fmla="*/ 8803791 w 10768629"/>
              <a:gd name="connsiteY39-10194" fmla="*/ 813860 h 1978172"/>
              <a:gd name="connsiteX40-10195" fmla="*/ 8636202 w 10768629"/>
              <a:gd name="connsiteY40-10196" fmla="*/ 848463 h 1978172"/>
              <a:gd name="connsiteX41-10197" fmla="*/ 8555372 w 10768629"/>
              <a:gd name="connsiteY41-10198" fmla="*/ 883171 h 1978172"/>
              <a:gd name="connsiteX42-10199" fmla="*/ 8507229 w 10768629"/>
              <a:gd name="connsiteY42-10200" fmla="*/ 901665 h 1978172"/>
              <a:gd name="connsiteX43-10201" fmla="*/ 8428473 w 10768629"/>
              <a:gd name="connsiteY43-10202" fmla="*/ 927985 h 1978172"/>
              <a:gd name="connsiteX44-10203" fmla="*/ 8427914 w 10768629"/>
              <a:gd name="connsiteY44-10204" fmla="*/ 933480 h 1978172"/>
              <a:gd name="connsiteX45-10205" fmla="*/ 8420327 w 10768629"/>
              <a:gd name="connsiteY45-10206" fmla="*/ 941984 h 1978172"/>
              <a:gd name="connsiteX46-10207" fmla="*/ 8394729 w 10768629"/>
              <a:gd name="connsiteY46-10208" fmla="*/ 948347 h 1978172"/>
              <a:gd name="connsiteX47-10209" fmla="*/ 8380548 w 10768629"/>
              <a:gd name="connsiteY47-10210" fmla="*/ 987916 h 1978172"/>
              <a:gd name="connsiteX48-10211" fmla="*/ 8375330 w 10768629"/>
              <a:gd name="connsiteY48-10212" fmla="*/ 965444 h 1978172"/>
              <a:gd name="connsiteX49-10213" fmla="*/ 8340796 w 10768629"/>
              <a:gd name="connsiteY49-10214" fmla="*/ 980522 h 1978172"/>
              <a:gd name="connsiteX50-10215" fmla="*/ 8304438 w 10768629"/>
              <a:gd name="connsiteY50-10216" fmla="*/ 996739 h 1978172"/>
              <a:gd name="connsiteX51-10217" fmla="*/ 8280929 w 10768629"/>
              <a:gd name="connsiteY51-10218" fmla="*/ 1023089 h 1978172"/>
              <a:gd name="connsiteX52-10219" fmla="*/ 8275760 w 10768629"/>
              <a:gd name="connsiteY52-10220" fmla="*/ 1027772 h 1978172"/>
              <a:gd name="connsiteX53-10221" fmla="*/ 8275478 w 10768629"/>
              <a:gd name="connsiteY53-10222" fmla="*/ 1027605 h 1978172"/>
              <a:gd name="connsiteX54-10223" fmla="*/ 8269666 w 10768629"/>
              <a:gd name="connsiteY54-10224" fmla="*/ 1032033 h 1978172"/>
              <a:gd name="connsiteX55-10225" fmla="*/ 8203836 w 10768629"/>
              <a:gd name="connsiteY55-10226" fmla="*/ 1037347 h 1978172"/>
              <a:gd name="connsiteX56-10227" fmla="*/ 8122936 w 10768629"/>
              <a:gd name="connsiteY56-10228" fmla="*/ 1063113 h 1978172"/>
              <a:gd name="connsiteX57-10229" fmla="*/ 8043658 w 10768629"/>
              <a:gd name="connsiteY57-10230" fmla="*/ 1092746 h 1978172"/>
              <a:gd name="connsiteX58-10231" fmla="*/ 8015351 w 10768629"/>
              <a:gd name="connsiteY58-10232" fmla="*/ 1105478 h 1978172"/>
              <a:gd name="connsiteX59-10233" fmla="*/ 7963145 w 10768629"/>
              <a:gd name="connsiteY59-10234" fmla="*/ 1119346 h 1978172"/>
              <a:gd name="connsiteX60-10235" fmla="*/ 7938145 w 10768629"/>
              <a:gd name="connsiteY60-10236" fmla="*/ 1120225 h 1978172"/>
              <a:gd name="connsiteX61-10237" fmla="*/ 7937238 w 10768629"/>
              <a:gd name="connsiteY61-10238" fmla="*/ 1121204 h 1978172"/>
              <a:gd name="connsiteX62-10239" fmla="*/ 7934398 w 10768629"/>
              <a:gd name="connsiteY62-10240" fmla="*/ 1118240 h 1978172"/>
              <a:gd name="connsiteX63-10241" fmla="*/ 7918248 w 10768629"/>
              <a:gd name="connsiteY63-10242" fmla="*/ 1124371 h 1978172"/>
              <a:gd name="connsiteX64-10243" fmla="*/ 7914119 w 10768629"/>
              <a:gd name="connsiteY64-10244" fmla="*/ 1127653 h 1978172"/>
              <a:gd name="connsiteX65-10245" fmla="*/ 7907658 w 10768629"/>
              <a:gd name="connsiteY65-10246" fmla="*/ 1130350 h 1978172"/>
              <a:gd name="connsiteX66-10247" fmla="*/ 7907434 w 10768629"/>
              <a:gd name="connsiteY66-10248" fmla="*/ 1130103 h 1978172"/>
              <a:gd name="connsiteX67-10249" fmla="*/ 7901508 w 10768629"/>
              <a:gd name="connsiteY67-10250" fmla="*/ 1133245 h 1978172"/>
              <a:gd name="connsiteX68-10251" fmla="*/ 7873287 w 10768629"/>
              <a:gd name="connsiteY68-10252" fmla="*/ 1152609 h 1978172"/>
              <a:gd name="connsiteX69-10253" fmla="*/ 7834833 w 10768629"/>
              <a:gd name="connsiteY69-10254" fmla="*/ 1153868 h 1978172"/>
              <a:gd name="connsiteX70-10255" fmla="*/ 7828661 w 10768629"/>
              <a:gd name="connsiteY70-10256" fmla="*/ 1139994 h 1978172"/>
              <a:gd name="connsiteX71-10257" fmla="*/ 7823966 w 10768629"/>
              <a:gd name="connsiteY71-10258" fmla="*/ 1143178 h 1978172"/>
              <a:gd name="connsiteX72-10259" fmla="*/ 7815078 w 10768629"/>
              <a:gd name="connsiteY72-10260" fmla="*/ 1151776 h 1978172"/>
              <a:gd name="connsiteX73-10261" fmla="*/ 7812026 w 10768629"/>
              <a:gd name="connsiteY73-10262" fmla="*/ 1151522 h 1978172"/>
              <a:gd name="connsiteX74-10263" fmla="*/ 7782249 w 10768629"/>
              <a:gd name="connsiteY74-10264" fmla="*/ 1160970 h 1978172"/>
              <a:gd name="connsiteX75-10265" fmla="*/ 7773476 w 10768629"/>
              <a:gd name="connsiteY75-10266" fmla="*/ 1157414 h 1978172"/>
              <a:gd name="connsiteX76-10267" fmla="*/ 7769600 w 10768629"/>
              <a:gd name="connsiteY76-10268" fmla="*/ 1157365 h 1978172"/>
              <a:gd name="connsiteX77-10269" fmla="*/ 7752631 w 10768629"/>
              <a:gd name="connsiteY77-10270" fmla="*/ 1172815 h 1978172"/>
              <a:gd name="connsiteX78-10271" fmla="*/ 7743525 w 10768629"/>
              <a:gd name="connsiteY78-10272" fmla="*/ 1179064 h 1978172"/>
              <a:gd name="connsiteX79-10273" fmla="*/ 7685942 w 10768629"/>
              <a:gd name="connsiteY79-10274" fmla="*/ 1233723 h 1978172"/>
              <a:gd name="connsiteX80-10275" fmla="*/ 7586920 w 10768629"/>
              <a:gd name="connsiteY80-10276" fmla="*/ 1261888 h 1978172"/>
              <a:gd name="connsiteX81-10277" fmla="*/ 7486100 w 10768629"/>
              <a:gd name="connsiteY81-10278" fmla="*/ 1292563 h 1978172"/>
              <a:gd name="connsiteX82-10279" fmla="*/ 7407190 w 10768629"/>
              <a:gd name="connsiteY82-10280" fmla="*/ 1314737 h 1978172"/>
              <a:gd name="connsiteX83-10281" fmla="*/ 7240698 w 10768629"/>
              <a:gd name="connsiteY83-10282" fmla="*/ 1438832 h 1978172"/>
              <a:gd name="connsiteX84-10283" fmla="*/ 7197675 w 10768629"/>
              <a:gd name="connsiteY84-10284" fmla="*/ 1447530 h 1978172"/>
              <a:gd name="connsiteX85-10285" fmla="*/ 7164788 w 10768629"/>
              <a:gd name="connsiteY85-10286" fmla="*/ 1480293 h 1978172"/>
              <a:gd name="connsiteX86-10287" fmla="*/ 7147929 w 10768629"/>
              <a:gd name="connsiteY86-10288" fmla="*/ 1477641 h 1978172"/>
              <a:gd name="connsiteX87-10289" fmla="*/ 7144965 w 10768629"/>
              <a:gd name="connsiteY87-10290" fmla="*/ 1476908 h 1978172"/>
              <a:gd name="connsiteX88-10291" fmla="*/ 7134299 w 10768629"/>
              <a:gd name="connsiteY88-10292" fmla="*/ 1479969 h 1978172"/>
              <a:gd name="connsiteX89-10293" fmla="*/ 7129809 w 10768629"/>
              <a:gd name="connsiteY89-10294" fmla="*/ 1473339 h 1978172"/>
              <a:gd name="connsiteX90-10295" fmla="*/ 7112688 w 10768629"/>
              <a:gd name="connsiteY90-10296" fmla="*/ 1472575 h 1978172"/>
              <a:gd name="connsiteX91-10297" fmla="*/ 7093470 w 10768629"/>
              <a:gd name="connsiteY91-10298" fmla="*/ 1480300 h 1978172"/>
              <a:gd name="connsiteX92-10299" fmla="*/ 7025034 w 10768629"/>
              <a:gd name="connsiteY92-10300" fmla="*/ 1506934 h 1978172"/>
              <a:gd name="connsiteX93-10301" fmla="*/ 7014783 w 10768629"/>
              <a:gd name="connsiteY93-10302" fmla="*/ 1515868 h 1978172"/>
              <a:gd name="connsiteX94-10303" fmla="*/ 6979706 w 10768629"/>
              <a:gd name="connsiteY94-10304" fmla="*/ 1523511 h 1978172"/>
              <a:gd name="connsiteX95-10305" fmla="*/ 6977890 w 10768629"/>
              <a:gd name="connsiteY95-10306" fmla="*/ 1525793 h 1978172"/>
              <a:gd name="connsiteX96-10307" fmla="*/ 6944339 w 10768629"/>
              <a:gd name="connsiteY96-10308" fmla="*/ 1536237 h 1978172"/>
              <a:gd name="connsiteX97-10309" fmla="*/ 6886996 w 10768629"/>
              <a:gd name="connsiteY97-10310" fmla="*/ 1563569 h 1978172"/>
              <a:gd name="connsiteX98-10311" fmla="*/ 6874510 w 10768629"/>
              <a:gd name="connsiteY98-10312" fmla="*/ 1558469 h 1978172"/>
              <a:gd name="connsiteX99-10313" fmla="*/ 6871943 w 10768629"/>
              <a:gd name="connsiteY99-10314" fmla="*/ 1554651 h 1978172"/>
              <a:gd name="connsiteX100-10315" fmla="*/ 6856174 w 10768629"/>
              <a:gd name="connsiteY100-10316" fmla="*/ 1562024 h 1978172"/>
              <a:gd name="connsiteX101-10317" fmla="*/ 6842321 w 10768629"/>
              <a:gd name="connsiteY101-10318" fmla="*/ 1560554 h 1978172"/>
              <a:gd name="connsiteX102-10319" fmla="*/ 6832713 w 10768629"/>
              <a:gd name="connsiteY102-10320" fmla="*/ 1569357 h 1978172"/>
              <a:gd name="connsiteX103-10321" fmla="*/ 6816351 w 10768629"/>
              <a:gd name="connsiteY103-10322" fmla="*/ 1571495 h 1978172"/>
              <a:gd name="connsiteX104-10323" fmla="*/ 6795800 w 10768629"/>
              <a:gd name="connsiteY104-10324" fmla="*/ 1572010 h 1978172"/>
              <a:gd name="connsiteX105-10325" fmla="*/ 6777546 w 10768629"/>
              <a:gd name="connsiteY105-10326" fmla="*/ 1568661 h 1978172"/>
              <a:gd name="connsiteX106-10327" fmla="*/ 6751528 w 10768629"/>
              <a:gd name="connsiteY106-10328" fmla="*/ 1574143 h 1978172"/>
              <a:gd name="connsiteX107-10329" fmla="*/ 6691966 w 10768629"/>
              <a:gd name="connsiteY107-10330" fmla="*/ 1582255 h 1978172"/>
              <a:gd name="connsiteX108-10331" fmla="*/ 6646941 w 10768629"/>
              <a:gd name="connsiteY108-10332" fmla="*/ 1588471 h 1978172"/>
              <a:gd name="connsiteX109-10333" fmla="*/ 6568576 w 10768629"/>
              <a:gd name="connsiteY109-10334" fmla="*/ 1606488 h 1978172"/>
              <a:gd name="connsiteX110-10335" fmla="*/ 6554358 w 10768629"/>
              <a:gd name="connsiteY110-10336" fmla="*/ 1621701 h 1978172"/>
              <a:gd name="connsiteX111-10337" fmla="*/ 6516968 w 10768629"/>
              <a:gd name="connsiteY111-10338" fmla="*/ 1617195 h 1978172"/>
              <a:gd name="connsiteX112-10339" fmla="*/ 6506479 w 10768629"/>
              <a:gd name="connsiteY112-10340" fmla="*/ 1602227 h 1978172"/>
              <a:gd name="connsiteX113-10341" fmla="*/ 6458436 w 10768629"/>
              <a:gd name="connsiteY113-10342" fmla="*/ 1607332 h 1978172"/>
              <a:gd name="connsiteX114-10343" fmla="*/ 6414786 w 10768629"/>
              <a:gd name="connsiteY114-10344" fmla="*/ 1628815 h 1978172"/>
              <a:gd name="connsiteX115-10345" fmla="*/ 6357085 w 10768629"/>
              <a:gd name="connsiteY115-10346" fmla="*/ 1640846 h 1978172"/>
              <a:gd name="connsiteX116-10347" fmla="*/ 6322636 w 10768629"/>
              <a:gd name="connsiteY116-10348" fmla="*/ 1648213 h 1978172"/>
              <a:gd name="connsiteX117-10349" fmla="*/ 6226172 w 10768629"/>
              <a:gd name="connsiteY117-10350" fmla="*/ 1654676 h 1978172"/>
              <a:gd name="connsiteX118-10351" fmla="*/ 6221217 w 10768629"/>
              <a:gd name="connsiteY118-10352" fmla="*/ 1654506 h 1978172"/>
              <a:gd name="connsiteX119-10353" fmla="*/ 6204956 w 10768629"/>
              <a:gd name="connsiteY119-10354" fmla="*/ 1664280 h 1978172"/>
              <a:gd name="connsiteX120-10355" fmla="*/ 6204270 w 10768629"/>
              <a:gd name="connsiteY120-10356" fmla="*/ 1666782 h 1978172"/>
              <a:gd name="connsiteX121-10357" fmla="*/ 6143810 w 10768629"/>
              <a:gd name="connsiteY121-10358" fmla="*/ 1661963 h 1978172"/>
              <a:gd name="connsiteX122-10359" fmla="*/ 6136560 w 10768629"/>
              <a:gd name="connsiteY122-10360" fmla="*/ 1665728 h 1978172"/>
              <a:gd name="connsiteX123-10361" fmla="*/ 6096155 w 10768629"/>
              <a:gd name="connsiteY123-10362" fmla="*/ 1656951 h 1978172"/>
              <a:gd name="connsiteX124-10363" fmla="*/ 6075812 w 10768629"/>
              <a:gd name="connsiteY124-10364" fmla="*/ 1655422 h 1978172"/>
              <a:gd name="connsiteX125-10365" fmla="*/ 6039495 w 10768629"/>
              <a:gd name="connsiteY125-10366" fmla="*/ 1649680 h 1978172"/>
              <a:gd name="connsiteX126-10367" fmla="*/ 6036523 w 10768629"/>
              <a:gd name="connsiteY126-10368" fmla="*/ 1652121 h 1978172"/>
              <a:gd name="connsiteX127-10369" fmla="*/ 6029328 w 10768629"/>
              <a:gd name="connsiteY127-10370" fmla="*/ 1649904 h 1978172"/>
              <a:gd name="connsiteX128-10371" fmla="*/ 6024075 w 10768629"/>
              <a:gd name="connsiteY128-10372" fmla="*/ 1652779 h 1978172"/>
              <a:gd name="connsiteX129-10373" fmla="*/ 6018085 w 10768629"/>
              <a:gd name="connsiteY129-10374" fmla="*/ 1652030 h 1978172"/>
              <a:gd name="connsiteX130-10375" fmla="*/ 5955513 w 10768629"/>
              <a:gd name="connsiteY130-10376" fmla="*/ 1663584 h 1978172"/>
              <a:gd name="connsiteX131-10377" fmla="*/ 5941996 w 10768629"/>
              <a:gd name="connsiteY131-10378" fmla="*/ 1661326 h 1978172"/>
              <a:gd name="connsiteX132-10379" fmla="*/ 5931789 w 10768629"/>
              <a:gd name="connsiteY132-10380" fmla="*/ 1669915 h 1978172"/>
              <a:gd name="connsiteX133-10381" fmla="*/ 5888686 w 10768629"/>
              <a:gd name="connsiteY133-10382" fmla="*/ 1672175 h 1978172"/>
              <a:gd name="connsiteX134-10383" fmla="*/ 5873794 w 10768629"/>
              <a:gd name="connsiteY134-10384" fmla="*/ 1665454 h 1978172"/>
              <a:gd name="connsiteX135-10385" fmla="*/ 5860022 w 10768629"/>
              <a:gd name="connsiteY135-10386" fmla="*/ 1660635 h 1978172"/>
              <a:gd name="connsiteX136-10387" fmla="*/ 5858237 w 10768629"/>
              <a:gd name="connsiteY136-10388" fmla="*/ 1660649 h 1978172"/>
              <a:gd name="connsiteX137-10389" fmla="*/ 5840319 w 10768629"/>
              <a:gd name="connsiteY137-10390" fmla="*/ 1660798 h 1978172"/>
              <a:gd name="connsiteX138-10391" fmla="*/ 5806984 w 10768629"/>
              <a:gd name="connsiteY138-10392" fmla="*/ 1661075 h 1978172"/>
              <a:gd name="connsiteX139-10393" fmla="*/ 5742351 w 10768629"/>
              <a:gd name="connsiteY139-10394" fmla="*/ 1667489 h 1978172"/>
              <a:gd name="connsiteX140-10395" fmla="*/ 5521171 w 10768629"/>
              <a:gd name="connsiteY140-10396" fmla="*/ 1671626 h 1978172"/>
              <a:gd name="connsiteX141-10397" fmla="*/ 5457384 w 10768629"/>
              <a:gd name="connsiteY141-10398" fmla="*/ 1683952 h 1978172"/>
              <a:gd name="connsiteX142-10399" fmla="*/ 4950070 w 10768629"/>
              <a:gd name="connsiteY142-10400" fmla="*/ 1748401 h 1978172"/>
              <a:gd name="connsiteX143-10401" fmla="*/ 4872172 w 10768629"/>
              <a:gd name="connsiteY143-10402" fmla="*/ 1757222 h 1978172"/>
              <a:gd name="connsiteX144-10403" fmla="*/ 4809524 w 10768629"/>
              <a:gd name="connsiteY144-10404" fmla="*/ 1761033 h 1978172"/>
              <a:gd name="connsiteX145-10405" fmla="*/ 4759058 w 10768629"/>
              <a:gd name="connsiteY145-10406" fmla="*/ 1766533 h 1978172"/>
              <a:gd name="connsiteX146-10407" fmla="*/ 4719749 w 10768629"/>
              <a:gd name="connsiteY146-10408" fmla="*/ 1771811 h 1978172"/>
              <a:gd name="connsiteX147-10409" fmla="*/ 4568686 w 10768629"/>
              <a:gd name="connsiteY147-10410" fmla="*/ 1786141 h 1978172"/>
              <a:gd name="connsiteX148-10411" fmla="*/ 4418751 w 10768629"/>
              <a:gd name="connsiteY148-10412" fmla="*/ 1796932 h 1978172"/>
              <a:gd name="connsiteX149-10413" fmla="*/ 4378377 w 10768629"/>
              <a:gd name="connsiteY149-10414" fmla="*/ 1815528 h 1978172"/>
              <a:gd name="connsiteX150-10415" fmla="*/ 4320575 w 10768629"/>
              <a:gd name="connsiteY150-10416" fmla="*/ 1832722 h 1978172"/>
              <a:gd name="connsiteX151-10417" fmla="*/ 4220200 w 10768629"/>
              <a:gd name="connsiteY151-10418" fmla="*/ 1873173 h 1978172"/>
              <a:gd name="connsiteX152-10419" fmla="*/ 4105361 w 10768629"/>
              <a:gd name="connsiteY152-10420" fmla="*/ 1894711 h 1978172"/>
              <a:gd name="connsiteX153-10421" fmla="*/ 3973223 w 10768629"/>
              <a:gd name="connsiteY153-10422" fmla="*/ 1881015 h 1978172"/>
              <a:gd name="connsiteX154-10423" fmla="*/ 3900992 w 10768629"/>
              <a:gd name="connsiteY154-10424" fmla="*/ 1880603 h 1978172"/>
              <a:gd name="connsiteX155-10425" fmla="*/ 3662119 w 10768629"/>
              <a:gd name="connsiteY155-10426" fmla="*/ 1889285 h 1978172"/>
              <a:gd name="connsiteX156-10427" fmla="*/ 3496919 w 10768629"/>
              <a:gd name="connsiteY156-10428" fmla="*/ 1873180 h 1978172"/>
              <a:gd name="connsiteX157-10429" fmla="*/ 3449433 w 10768629"/>
              <a:gd name="connsiteY157-10430" fmla="*/ 1889681 h 1978172"/>
              <a:gd name="connsiteX158-10431" fmla="*/ 3369766 w 10768629"/>
              <a:gd name="connsiteY158-10432" fmla="*/ 1916653 h 1978172"/>
              <a:gd name="connsiteX159-10433" fmla="*/ 3269672 w 10768629"/>
              <a:gd name="connsiteY159-10434" fmla="*/ 1938036 h 1978172"/>
              <a:gd name="connsiteX160-10435" fmla="*/ 3224897 w 10768629"/>
              <a:gd name="connsiteY160-10436" fmla="*/ 1943733 h 1978172"/>
              <a:gd name="connsiteX161-10437" fmla="*/ 3161463 w 10768629"/>
              <a:gd name="connsiteY161-10438" fmla="*/ 1946591 h 1978172"/>
              <a:gd name="connsiteX162-10439" fmla="*/ 3112044 w 10768629"/>
              <a:gd name="connsiteY162-10440" fmla="*/ 1935614 h 1978172"/>
              <a:gd name="connsiteX163-10441" fmla="*/ 3069716 w 10768629"/>
              <a:gd name="connsiteY163-10442" fmla="*/ 1930463 h 1978172"/>
              <a:gd name="connsiteX164-10443" fmla="*/ 3005773 w 10768629"/>
              <a:gd name="connsiteY164-10444" fmla="*/ 1915878 h 1978172"/>
              <a:gd name="connsiteX165-10445" fmla="*/ 2897201 w 10768629"/>
              <a:gd name="connsiteY165-10446" fmla="*/ 1926772 h 1978172"/>
              <a:gd name="connsiteX166-10447" fmla="*/ 2783891 w 10768629"/>
              <a:gd name="connsiteY166-10448" fmla="*/ 1931749 h 1978172"/>
              <a:gd name="connsiteX167-10449" fmla="*/ 2712447 w 10768629"/>
              <a:gd name="connsiteY167-10450" fmla="*/ 1933044 h 1978172"/>
              <a:gd name="connsiteX168-10451" fmla="*/ 2560151 w 10768629"/>
              <a:gd name="connsiteY168-10452" fmla="*/ 1963609 h 1978172"/>
              <a:gd name="connsiteX169-10453" fmla="*/ 2367221 w 10768629"/>
              <a:gd name="connsiteY169-10454" fmla="*/ 1971884 h 1978172"/>
              <a:gd name="connsiteX170-10455" fmla="*/ 2272130 w 10768629"/>
              <a:gd name="connsiteY170-10456" fmla="*/ 1961162 h 1978172"/>
              <a:gd name="connsiteX171-10457" fmla="*/ 2189404 w 10768629"/>
              <a:gd name="connsiteY171-10458" fmla="*/ 1978172 h 1978172"/>
              <a:gd name="connsiteX172-10459" fmla="*/ 2077704 w 10768629"/>
              <a:gd name="connsiteY172-10460" fmla="*/ 1965002 h 1978172"/>
              <a:gd name="connsiteX173-10461" fmla="*/ 2033299 w 10768629"/>
              <a:gd name="connsiteY173-10462" fmla="*/ 1969042 h 1978172"/>
              <a:gd name="connsiteX174-10463" fmla="*/ 1967996 w 10768629"/>
              <a:gd name="connsiteY174-10464" fmla="*/ 1953187 h 1978172"/>
              <a:gd name="connsiteX175-10465" fmla="*/ 1855805 w 10768629"/>
              <a:gd name="connsiteY175-10466" fmla="*/ 1926082 h 1978172"/>
              <a:gd name="connsiteX176-10467" fmla="*/ 1790957 w 10768629"/>
              <a:gd name="connsiteY176-10468" fmla="*/ 1919460 h 1978172"/>
              <a:gd name="connsiteX177-10469" fmla="*/ 1613978 w 10768629"/>
              <a:gd name="connsiteY177-10470" fmla="*/ 1891581 h 1978172"/>
              <a:gd name="connsiteX178-10471" fmla="*/ 1436831 w 10768629"/>
              <a:gd name="connsiteY178-10472" fmla="*/ 1856201 h 1978172"/>
              <a:gd name="connsiteX179-10473" fmla="*/ 1357365 w 10768629"/>
              <a:gd name="connsiteY179-10474" fmla="*/ 1832140 h 1978172"/>
              <a:gd name="connsiteX180-10475" fmla="*/ 1232341 w 10768629"/>
              <a:gd name="connsiteY180-10476" fmla="*/ 1785942 h 1978172"/>
              <a:gd name="connsiteX181-10477" fmla="*/ 1162595 w 10768629"/>
              <a:gd name="connsiteY181-10478" fmla="*/ 1758337 h 1978172"/>
              <a:gd name="connsiteX182-10479" fmla="*/ 1128523 w 10768629"/>
              <a:gd name="connsiteY182-10480" fmla="*/ 1763621 h 1978172"/>
              <a:gd name="connsiteX183-10481" fmla="*/ 991903 w 10768629"/>
              <a:gd name="connsiteY183-10482" fmla="*/ 1786741 h 1978172"/>
              <a:gd name="connsiteX184-10483" fmla="*/ 883960 w 10768629"/>
              <a:gd name="connsiteY184-10484" fmla="*/ 1822386 h 1978172"/>
              <a:gd name="connsiteX185-10485" fmla="*/ 766531 w 10768629"/>
              <a:gd name="connsiteY185-10486" fmla="*/ 1805053 h 1978172"/>
              <a:gd name="connsiteX186-10487" fmla="*/ 669779 w 10768629"/>
              <a:gd name="connsiteY186-10488" fmla="*/ 1800537 h 1978172"/>
              <a:gd name="connsiteX187-10489" fmla="*/ 523898 w 10768629"/>
              <a:gd name="connsiteY187-10490" fmla="*/ 1811085 h 1978172"/>
              <a:gd name="connsiteX188-10491" fmla="*/ 360251 w 10768629"/>
              <a:gd name="connsiteY188-10492" fmla="*/ 1830735 h 1978172"/>
              <a:gd name="connsiteX189-10493" fmla="*/ 255207 w 10768629"/>
              <a:gd name="connsiteY189-10494" fmla="*/ 1818275 h 1978172"/>
              <a:gd name="connsiteX190-10495" fmla="*/ 101803 w 10768629"/>
              <a:gd name="connsiteY190-10496" fmla="*/ 1870647 h 1978172"/>
              <a:gd name="connsiteX191-10497" fmla="*/ 25397 w 10768629"/>
              <a:gd name="connsiteY191-10498" fmla="*/ 1888443 h 1978172"/>
              <a:gd name="connsiteX192-10499" fmla="*/ 2370 w 10768629"/>
              <a:gd name="connsiteY192-10500" fmla="*/ 1878311 h 1978172"/>
              <a:gd name="connsiteX193-10501" fmla="*/ 0 w 10768629"/>
              <a:gd name="connsiteY193-10502" fmla="*/ 1878785 h 1978172"/>
              <a:gd name="connsiteX194-10503" fmla="*/ 0 w 10768629"/>
              <a:gd name="connsiteY194-10504" fmla="*/ 0 h 1978172"/>
              <a:gd name="connsiteX0-10505" fmla="*/ 0 w 10768629"/>
              <a:gd name="connsiteY0-10506" fmla="*/ 0 h 1978172"/>
              <a:gd name="connsiteX1-10507" fmla="*/ 10768629 w 10768629"/>
              <a:gd name="connsiteY1-10508" fmla="*/ 0 h 1978172"/>
              <a:gd name="connsiteX2-10509" fmla="*/ 10733254 w 10768629"/>
              <a:gd name="connsiteY2-10510" fmla="*/ 31439 h 1978172"/>
              <a:gd name="connsiteX3-10511" fmla="*/ 10727085 w 10768629"/>
              <a:gd name="connsiteY3-10512" fmla="*/ 37910 h 1978172"/>
              <a:gd name="connsiteX4-10513" fmla="*/ 10675953 w 10768629"/>
              <a:gd name="connsiteY4-10514" fmla="*/ 68623 h 1978172"/>
              <a:gd name="connsiteX5-10515" fmla="*/ 10637091 w 10768629"/>
              <a:gd name="connsiteY5-10516" fmla="*/ 90361 h 1978172"/>
              <a:gd name="connsiteX6-10517" fmla="*/ 10610971 w 10768629"/>
              <a:gd name="connsiteY6-10518" fmla="*/ 110764 h 1978172"/>
              <a:gd name="connsiteX7-10519" fmla="*/ 10532872 w 10768629"/>
              <a:gd name="connsiteY7-10520" fmla="*/ 138028 h 1978172"/>
              <a:gd name="connsiteX8-10521" fmla="*/ 10398558 w 10768629"/>
              <a:gd name="connsiteY8-10522" fmla="*/ 172911 h 1978172"/>
              <a:gd name="connsiteX9-10523" fmla="*/ 10371128 w 10768629"/>
              <a:gd name="connsiteY9-10524" fmla="*/ 182609 h 1978172"/>
              <a:gd name="connsiteX10-10525" fmla="*/ 10352178 w 10768629"/>
              <a:gd name="connsiteY10-10526" fmla="*/ 199976 h 1978172"/>
              <a:gd name="connsiteX11-10527" fmla="*/ 10351815 w 10768629"/>
              <a:gd name="connsiteY11-10528" fmla="*/ 211879 h 1978172"/>
              <a:gd name="connsiteX12-10529" fmla="*/ 10337471 w 10768629"/>
              <a:gd name="connsiteY12-10530" fmla="*/ 218661 h 1978172"/>
              <a:gd name="connsiteX13-10531" fmla="*/ 10334625 w 10768629"/>
              <a:gd name="connsiteY13-10532" fmla="*/ 222351 h 1978172"/>
              <a:gd name="connsiteX14-10533" fmla="*/ 10256365 w 10768629"/>
              <a:gd name="connsiteY14-10534" fmla="*/ 235917 h 1978172"/>
              <a:gd name="connsiteX15-10535" fmla="*/ 10201127 w 10768629"/>
              <a:gd name="connsiteY15-10536" fmla="*/ 267448 h 1978172"/>
              <a:gd name="connsiteX16-10537" fmla="*/ 9961218 w 10768629"/>
              <a:gd name="connsiteY16-10538" fmla="*/ 326720 h 1978172"/>
              <a:gd name="connsiteX17-10539" fmla="*/ 9859715 w 10768629"/>
              <a:gd name="connsiteY17-10540" fmla="*/ 355698 h 1978172"/>
              <a:gd name="connsiteX18-10541" fmla="*/ 9679867 w 10768629"/>
              <a:gd name="connsiteY18-10542" fmla="*/ 399081 h 1978172"/>
              <a:gd name="connsiteX19-10543" fmla="*/ 9490654 w 10768629"/>
              <a:gd name="connsiteY19-10544" fmla="*/ 455225 h 1978172"/>
              <a:gd name="connsiteX20-10545" fmla="*/ 9470837 w 10768629"/>
              <a:gd name="connsiteY20-10546" fmla="*/ 452539 h 1978172"/>
              <a:gd name="connsiteX21-10547" fmla="*/ 9469082 w 10768629"/>
              <a:gd name="connsiteY21-10548" fmla="*/ 454891 h 1978172"/>
              <a:gd name="connsiteX22-10549" fmla="*/ 9448038 w 10768629"/>
              <a:gd name="connsiteY22-10550" fmla="*/ 459733 h 1978172"/>
              <a:gd name="connsiteX23-10551" fmla="*/ 9396821 w 10768629"/>
              <a:gd name="connsiteY23-10552" fmla="*/ 455795 h 1978172"/>
              <a:gd name="connsiteX24-10553" fmla="*/ 9392197 w 10768629"/>
              <a:gd name="connsiteY24-10554" fmla="*/ 459796 h 1978172"/>
              <a:gd name="connsiteX25-10555" fmla="*/ 9347994 w 10768629"/>
              <a:gd name="connsiteY25-10556" fmla="*/ 464462 h 1978172"/>
              <a:gd name="connsiteX26-10557" fmla="*/ 9347889 w 10768629"/>
              <a:gd name="connsiteY26-10558" fmla="*/ 466539 h 1978172"/>
              <a:gd name="connsiteX27-10559" fmla="*/ 9337639 w 10768629"/>
              <a:gd name="connsiteY27-10560" fmla="*/ 476654 h 1978172"/>
              <a:gd name="connsiteX28-10561" fmla="*/ 9287964 w 10768629"/>
              <a:gd name="connsiteY28-10562" fmla="*/ 513052 h 1978172"/>
              <a:gd name="connsiteX29-10563" fmla="*/ 9229283 w 10768629"/>
              <a:gd name="connsiteY29-10564" fmla="*/ 555377 h 1978172"/>
              <a:gd name="connsiteX30-10565" fmla="*/ 9220274 w 10768629"/>
              <a:gd name="connsiteY30-10566" fmla="*/ 557502 h 1978172"/>
              <a:gd name="connsiteX31-10567" fmla="*/ 9220202 w 10768629"/>
              <a:gd name="connsiteY31-10568" fmla="*/ 558001 h 1978172"/>
              <a:gd name="connsiteX32-10569" fmla="*/ 9210908 w 10768629"/>
              <a:gd name="connsiteY32-10570" fmla="*/ 561147 h 1978172"/>
              <a:gd name="connsiteX33-10571" fmla="*/ 9186374 w 10768629"/>
              <a:gd name="connsiteY33-10572" fmla="*/ 565502 h 1978172"/>
              <a:gd name="connsiteX34-10573" fmla="*/ 9181058 w 10768629"/>
              <a:gd name="connsiteY34-10574" fmla="*/ 569943 h 1978172"/>
              <a:gd name="connsiteX35-10575" fmla="*/ 9167549 w 10768629"/>
              <a:gd name="connsiteY35-10576" fmla="*/ 584727 h 1978172"/>
              <a:gd name="connsiteX36-10577" fmla="*/ 9149110 w 10768629"/>
              <a:gd name="connsiteY36-10578" fmla="*/ 598906 h 1978172"/>
              <a:gd name="connsiteX37-10579" fmla="*/ 9078556 w 10768629"/>
              <a:gd name="connsiteY37-10580" fmla="*/ 644039 h 1978172"/>
              <a:gd name="connsiteX38-10581" fmla="*/ 8996399 w 10768629"/>
              <a:gd name="connsiteY38-10582" fmla="*/ 690055 h 1978172"/>
              <a:gd name="connsiteX39-10583" fmla="*/ 8803791 w 10768629"/>
              <a:gd name="connsiteY39-10584" fmla="*/ 813860 h 1978172"/>
              <a:gd name="connsiteX40-10585" fmla="*/ 8636202 w 10768629"/>
              <a:gd name="connsiteY40-10586" fmla="*/ 848463 h 1978172"/>
              <a:gd name="connsiteX41-10587" fmla="*/ 8555372 w 10768629"/>
              <a:gd name="connsiteY41-10588" fmla="*/ 883171 h 1978172"/>
              <a:gd name="connsiteX42-10589" fmla="*/ 8507229 w 10768629"/>
              <a:gd name="connsiteY42-10590" fmla="*/ 901665 h 1978172"/>
              <a:gd name="connsiteX43-10591" fmla="*/ 8428473 w 10768629"/>
              <a:gd name="connsiteY43-10592" fmla="*/ 927985 h 1978172"/>
              <a:gd name="connsiteX44-10593" fmla="*/ 8427914 w 10768629"/>
              <a:gd name="connsiteY44-10594" fmla="*/ 933480 h 1978172"/>
              <a:gd name="connsiteX45-10595" fmla="*/ 8420327 w 10768629"/>
              <a:gd name="connsiteY45-10596" fmla="*/ 941984 h 1978172"/>
              <a:gd name="connsiteX46-10597" fmla="*/ 8394729 w 10768629"/>
              <a:gd name="connsiteY46-10598" fmla="*/ 948347 h 1978172"/>
              <a:gd name="connsiteX47-10599" fmla="*/ 8380548 w 10768629"/>
              <a:gd name="connsiteY47-10600" fmla="*/ 987916 h 1978172"/>
              <a:gd name="connsiteX48-10601" fmla="*/ 8375330 w 10768629"/>
              <a:gd name="connsiteY48-10602" fmla="*/ 965444 h 1978172"/>
              <a:gd name="connsiteX49-10603" fmla="*/ 8340796 w 10768629"/>
              <a:gd name="connsiteY49-10604" fmla="*/ 980522 h 1978172"/>
              <a:gd name="connsiteX50-10605" fmla="*/ 8304438 w 10768629"/>
              <a:gd name="connsiteY50-10606" fmla="*/ 996739 h 1978172"/>
              <a:gd name="connsiteX51-10607" fmla="*/ 8280929 w 10768629"/>
              <a:gd name="connsiteY51-10608" fmla="*/ 1023089 h 1978172"/>
              <a:gd name="connsiteX52-10609" fmla="*/ 8275760 w 10768629"/>
              <a:gd name="connsiteY52-10610" fmla="*/ 1027772 h 1978172"/>
              <a:gd name="connsiteX53-10611" fmla="*/ 8275478 w 10768629"/>
              <a:gd name="connsiteY53-10612" fmla="*/ 1027605 h 1978172"/>
              <a:gd name="connsiteX54-10613" fmla="*/ 8269666 w 10768629"/>
              <a:gd name="connsiteY54-10614" fmla="*/ 1032033 h 1978172"/>
              <a:gd name="connsiteX55-10615" fmla="*/ 8203836 w 10768629"/>
              <a:gd name="connsiteY55-10616" fmla="*/ 1037347 h 1978172"/>
              <a:gd name="connsiteX56-10617" fmla="*/ 8122936 w 10768629"/>
              <a:gd name="connsiteY56-10618" fmla="*/ 1063113 h 1978172"/>
              <a:gd name="connsiteX57-10619" fmla="*/ 8043658 w 10768629"/>
              <a:gd name="connsiteY57-10620" fmla="*/ 1092746 h 1978172"/>
              <a:gd name="connsiteX58-10621" fmla="*/ 8015351 w 10768629"/>
              <a:gd name="connsiteY58-10622" fmla="*/ 1105478 h 1978172"/>
              <a:gd name="connsiteX59-10623" fmla="*/ 7963145 w 10768629"/>
              <a:gd name="connsiteY59-10624" fmla="*/ 1119346 h 1978172"/>
              <a:gd name="connsiteX60-10625" fmla="*/ 7938145 w 10768629"/>
              <a:gd name="connsiteY60-10626" fmla="*/ 1120225 h 1978172"/>
              <a:gd name="connsiteX61-10627" fmla="*/ 7937238 w 10768629"/>
              <a:gd name="connsiteY61-10628" fmla="*/ 1121204 h 1978172"/>
              <a:gd name="connsiteX62-10629" fmla="*/ 7934398 w 10768629"/>
              <a:gd name="connsiteY62-10630" fmla="*/ 1118240 h 1978172"/>
              <a:gd name="connsiteX63-10631" fmla="*/ 7918248 w 10768629"/>
              <a:gd name="connsiteY63-10632" fmla="*/ 1124371 h 1978172"/>
              <a:gd name="connsiteX64-10633" fmla="*/ 7914119 w 10768629"/>
              <a:gd name="connsiteY64-10634" fmla="*/ 1127653 h 1978172"/>
              <a:gd name="connsiteX65-10635" fmla="*/ 7907658 w 10768629"/>
              <a:gd name="connsiteY65-10636" fmla="*/ 1130350 h 1978172"/>
              <a:gd name="connsiteX66-10637" fmla="*/ 7907434 w 10768629"/>
              <a:gd name="connsiteY66-10638" fmla="*/ 1130103 h 1978172"/>
              <a:gd name="connsiteX67-10639" fmla="*/ 7901508 w 10768629"/>
              <a:gd name="connsiteY67-10640" fmla="*/ 1133245 h 1978172"/>
              <a:gd name="connsiteX68-10641" fmla="*/ 7873287 w 10768629"/>
              <a:gd name="connsiteY68-10642" fmla="*/ 1152609 h 1978172"/>
              <a:gd name="connsiteX69-10643" fmla="*/ 7834833 w 10768629"/>
              <a:gd name="connsiteY69-10644" fmla="*/ 1153868 h 1978172"/>
              <a:gd name="connsiteX70-10645" fmla="*/ 7828661 w 10768629"/>
              <a:gd name="connsiteY70-10646" fmla="*/ 1139994 h 1978172"/>
              <a:gd name="connsiteX71-10647" fmla="*/ 7823966 w 10768629"/>
              <a:gd name="connsiteY71-10648" fmla="*/ 1143178 h 1978172"/>
              <a:gd name="connsiteX72-10649" fmla="*/ 7815078 w 10768629"/>
              <a:gd name="connsiteY72-10650" fmla="*/ 1151776 h 1978172"/>
              <a:gd name="connsiteX73-10651" fmla="*/ 7812026 w 10768629"/>
              <a:gd name="connsiteY73-10652" fmla="*/ 1151522 h 1978172"/>
              <a:gd name="connsiteX74-10653" fmla="*/ 7782249 w 10768629"/>
              <a:gd name="connsiteY74-10654" fmla="*/ 1160970 h 1978172"/>
              <a:gd name="connsiteX75-10655" fmla="*/ 7773476 w 10768629"/>
              <a:gd name="connsiteY75-10656" fmla="*/ 1157414 h 1978172"/>
              <a:gd name="connsiteX76-10657" fmla="*/ 7769600 w 10768629"/>
              <a:gd name="connsiteY76-10658" fmla="*/ 1157365 h 1978172"/>
              <a:gd name="connsiteX77-10659" fmla="*/ 7752631 w 10768629"/>
              <a:gd name="connsiteY77-10660" fmla="*/ 1172815 h 1978172"/>
              <a:gd name="connsiteX78-10661" fmla="*/ 7743525 w 10768629"/>
              <a:gd name="connsiteY78-10662" fmla="*/ 1179064 h 1978172"/>
              <a:gd name="connsiteX79-10663" fmla="*/ 7685942 w 10768629"/>
              <a:gd name="connsiteY79-10664" fmla="*/ 1233723 h 1978172"/>
              <a:gd name="connsiteX80-10665" fmla="*/ 7586920 w 10768629"/>
              <a:gd name="connsiteY80-10666" fmla="*/ 1261888 h 1978172"/>
              <a:gd name="connsiteX81-10667" fmla="*/ 7486100 w 10768629"/>
              <a:gd name="connsiteY81-10668" fmla="*/ 1292563 h 1978172"/>
              <a:gd name="connsiteX82-10669" fmla="*/ 7407190 w 10768629"/>
              <a:gd name="connsiteY82-10670" fmla="*/ 1314737 h 1978172"/>
              <a:gd name="connsiteX83-10671" fmla="*/ 7240698 w 10768629"/>
              <a:gd name="connsiteY83-10672" fmla="*/ 1438832 h 1978172"/>
              <a:gd name="connsiteX84-10673" fmla="*/ 7197675 w 10768629"/>
              <a:gd name="connsiteY84-10674" fmla="*/ 1447530 h 1978172"/>
              <a:gd name="connsiteX85-10675" fmla="*/ 7164788 w 10768629"/>
              <a:gd name="connsiteY85-10676" fmla="*/ 1480293 h 1978172"/>
              <a:gd name="connsiteX86-10677" fmla="*/ 7147929 w 10768629"/>
              <a:gd name="connsiteY86-10678" fmla="*/ 1477641 h 1978172"/>
              <a:gd name="connsiteX87-10679" fmla="*/ 7144965 w 10768629"/>
              <a:gd name="connsiteY87-10680" fmla="*/ 1476908 h 1978172"/>
              <a:gd name="connsiteX88-10681" fmla="*/ 7134299 w 10768629"/>
              <a:gd name="connsiteY88-10682" fmla="*/ 1479969 h 1978172"/>
              <a:gd name="connsiteX89-10683" fmla="*/ 7129809 w 10768629"/>
              <a:gd name="connsiteY89-10684" fmla="*/ 1473339 h 1978172"/>
              <a:gd name="connsiteX90-10685" fmla="*/ 7112688 w 10768629"/>
              <a:gd name="connsiteY90-10686" fmla="*/ 1472575 h 1978172"/>
              <a:gd name="connsiteX91-10687" fmla="*/ 7093470 w 10768629"/>
              <a:gd name="connsiteY91-10688" fmla="*/ 1480300 h 1978172"/>
              <a:gd name="connsiteX92-10689" fmla="*/ 7025034 w 10768629"/>
              <a:gd name="connsiteY92-10690" fmla="*/ 1506934 h 1978172"/>
              <a:gd name="connsiteX93-10691" fmla="*/ 7014783 w 10768629"/>
              <a:gd name="connsiteY93-10692" fmla="*/ 1515868 h 1978172"/>
              <a:gd name="connsiteX94-10693" fmla="*/ 6979706 w 10768629"/>
              <a:gd name="connsiteY94-10694" fmla="*/ 1523511 h 1978172"/>
              <a:gd name="connsiteX95-10695" fmla="*/ 6977890 w 10768629"/>
              <a:gd name="connsiteY95-10696" fmla="*/ 1525793 h 1978172"/>
              <a:gd name="connsiteX96-10697" fmla="*/ 6944339 w 10768629"/>
              <a:gd name="connsiteY96-10698" fmla="*/ 1536237 h 1978172"/>
              <a:gd name="connsiteX97-10699" fmla="*/ 6886996 w 10768629"/>
              <a:gd name="connsiteY97-10700" fmla="*/ 1563569 h 1978172"/>
              <a:gd name="connsiteX98-10701" fmla="*/ 6874510 w 10768629"/>
              <a:gd name="connsiteY98-10702" fmla="*/ 1558469 h 1978172"/>
              <a:gd name="connsiteX99-10703" fmla="*/ 6871943 w 10768629"/>
              <a:gd name="connsiteY99-10704" fmla="*/ 1554651 h 1978172"/>
              <a:gd name="connsiteX100-10705" fmla="*/ 6856174 w 10768629"/>
              <a:gd name="connsiteY100-10706" fmla="*/ 1562024 h 1978172"/>
              <a:gd name="connsiteX101-10707" fmla="*/ 6842321 w 10768629"/>
              <a:gd name="connsiteY101-10708" fmla="*/ 1560554 h 1978172"/>
              <a:gd name="connsiteX102-10709" fmla="*/ 6832713 w 10768629"/>
              <a:gd name="connsiteY102-10710" fmla="*/ 1569357 h 1978172"/>
              <a:gd name="connsiteX103-10711" fmla="*/ 6816351 w 10768629"/>
              <a:gd name="connsiteY103-10712" fmla="*/ 1571495 h 1978172"/>
              <a:gd name="connsiteX104-10713" fmla="*/ 6795800 w 10768629"/>
              <a:gd name="connsiteY104-10714" fmla="*/ 1572010 h 1978172"/>
              <a:gd name="connsiteX105-10715" fmla="*/ 6777546 w 10768629"/>
              <a:gd name="connsiteY105-10716" fmla="*/ 1568661 h 1978172"/>
              <a:gd name="connsiteX106-10717" fmla="*/ 6751528 w 10768629"/>
              <a:gd name="connsiteY106-10718" fmla="*/ 1574143 h 1978172"/>
              <a:gd name="connsiteX107-10719" fmla="*/ 6691966 w 10768629"/>
              <a:gd name="connsiteY107-10720" fmla="*/ 1582255 h 1978172"/>
              <a:gd name="connsiteX108-10721" fmla="*/ 6646941 w 10768629"/>
              <a:gd name="connsiteY108-10722" fmla="*/ 1588471 h 1978172"/>
              <a:gd name="connsiteX109-10723" fmla="*/ 6568576 w 10768629"/>
              <a:gd name="connsiteY109-10724" fmla="*/ 1606488 h 1978172"/>
              <a:gd name="connsiteX110-10725" fmla="*/ 6554358 w 10768629"/>
              <a:gd name="connsiteY110-10726" fmla="*/ 1621701 h 1978172"/>
              <a:gd name="connsiteX111-10727" fmla="*/ 6516968 w 10768629"/>
              <a:gd name="connsiteY111-10728" fmla="*/ 1617195 h 1978172"/>
              <a:gd name="connsiteX112-10729" fmla="*/ 6506479 w 10768629"/>
              <a:gd name="connsiteY112-10730" fmla="*/ 1602227 h 1978172"/>
              <a:gd name="connsiteX113-10731" fmla="*/ 6458436 w 10768629"/>
              <a:gd name="connsiteY113-10732" fmla="*/ 1607332 h 1978172"/>
              <a:gd name="connsiteX114-10733" fmla="*/ 6414786 w 10768629"/>
              <a:gd name="connsiteY114-10734" fmla="*/ 1628815 h 1978172"/>
              <a:gd name="connsiteX115-10735" fmla="*/ 6357085 w 10768629"/>
              <a:gd name="connsiteY115-10736" fmla="*/ 1640846 h 1978172"/>
              <a:gd name="connsiteX116-10737" fmla="*/ 6322636 w 10768629"/>
              <a:gd name="connsiteY116-10738" fmla="*/ 1648213 h 1978172"/>
              <a:gd name="connsiteX117-10739" fmla="*/ 6226172 w 10768629"/>
              <a:gd name="connsiteY117-10740" fmla="*/ 1654676 h 1978172"/>
              <a:gd name="connsiteX118-10741" fmla="*/ 6221217 w 10768629"/>
              <a:gd name="connsiteY118-10742" fmla="*/ 1654506 h 1978172"/>
              <a:gd name="connsiteX119-10743" fmla="*/ 6204956 w 10768629"/>
              <a:gd name="connsiteY119-10744" fmla="*/ 1664280 h 1978172"/>
              <a:gd name="connsiteX120-10745" fmla="*/ 6204270 w 10768629"/>
              <a:gd name="connsiteY120-10746" fmla="*/ 1666782 h 1978172"/>
              <a:gd name="connsiteX121-10747" fmla="*/ 6143810 w 10768629"/>
              <a:gd name="connsiteY121-10748" fmla="*/ 1661963 h 1978172"/>
              <a:gd name="connsiteX122-10749" fmla="*/ 6136560 w 10768629"/>
              <a:gd name="connsiteY122-10750" fmla="*/ 1665728 h 1978172"/>
              <a:gd name="connsiteX123-10751" fmla="*/ 6096155 w 10768629"/>
              <a:gd name="connsiteY123-10752" fmla="*/ 1656951 h 1978172"/>
              <a:gd name="connsiteX124-10753" fmla="*/ 6075812 w 10768629"/>
              <a:gd name="connsiteY124-10754" fmla="*/ 1655422 h 1978172"/>
              <a:gd name="connsiteX125-10755" fmla="*/ 6039495 w 10768629"/>
              <a:gd name="connsiteY125-10756" fmla="*/ 1649680 h 1978172"/>
              <a:gd name="connsiteX126-10757" fmla="*/ 6036523 w 10768629"/>
              <a:gd name="connsiteY126-10758" fmla="*/ 1652121 h 1978172"/>
              <a:gd name="connsiteX127-10759" fmla="*/ 6029328 w 10768629"/>
              <a:gd name="connsiteY127-10760" fmla="*/ 1649904 h 1978172"/>
              <a:gd name="connsiteX128-10761" fmla="*/ 6024075 w 10768629"/>
              <a:gd name="connsiteY128-10762" fmla="*/ 1652779 h 1978172"/>
              <a:gd name="connsiteX129-10763" fmla="*/ 6018085 w 10768629"/>
              <a:gd name="connsiteY129-10764" fmla="*/ 1652030 h 1978172"/>
              <a:gd name="connsiteX130-10765" fmla="*/ 5955513 w 10768629"/>
              <a:gd name="connsiteY130-10766" fmla="*/ 1663584 h 1978172"/>
              <a:gd name="connsiteX131-10767" fmla="*/ 5941996 w 10768629"/>
              <a:gd name="connsiteY131-10768" fmla="*/ 1661326 h 1978172"/>
              <a:gd name="connsiteX132-10769" fmla="*/ 5931789 w 10768629"/>
              <a:gd name="connsiteY132-10770" fmla="*/ 1669915 h 1978172"/>
              <a:gd name="connsiteX133-10771" fmla="*/ 5888686 w 10768629"/>
              <a:gd name="connsiteY133-10772" fmla="*/ 1672175 h 1978172"/>
              <a:gd name="connsiteX134-10773" fmla="*/ 5873794 w 10768629"/>
              <a:gd name="connsiteY134-10774" fmla="*/ 1665454 h 1978172"/>
              <a:gd name="connsiteX135-10775" fmla="*/ 5860022 w 10768629"/>
              <a:gd name="connsiteY135-10776" fmla="*/ 1660635 h 1978172"/>
              <a:gd name="connsiteX136-10777" fmla="*/ 5858237 w 10768629"/>
              <a:gd name="connsiteY136-10778" fmla="*/ 1660649 h 1978172"/>
              <a:gd name="connsiteX137-10779" fmla="*/ 5840319 w 10768629"/>
              <a:gd name="connsiteY137-10780" fmla="*/ 1660798 h 1978172"/>
              <a:gd name="connsiteX138-10781" fmla="*/ 5806984 w 10768629"/>
              <a:gd name="connsiteY138-10782" fmla="*/ 1661075 h 1978172"/>
              <a:gd name="connsiteX139-10783" fmla="*/ 5742351 w 10768629"/>
              <a:gd name="connsiteY139-10784" fmla="*/ 1667489 h 1978172"/>
              <a:gd name="connsiteX140-10785" fmla="*/ 5521171 w 10768629"/>
              <a:gd name="connsiteY140-10786" fmla="*/ 1671626 h 1978172"/>
              <a:gd name="connsiteX141-10787" fmla="*/ 5457384 w 10768629"/>
              <a:gd name="connsiteY141-10788" fmla="*/ 1683952 h 1978172"/>
              <a:gd name="connsiteX142-10789" fmla="*/ 4950070 w 10768629"/>
              <a:gd name="connsiteY142-10790" fmla="*/ 1748401 h 1978172"/>
              <a:gd name="connsiteX143-10791" fmla="*/ 4872172 w 10768629"/>
              <a:gd name="connsiteY143-10792" fmla="*/ 1757222 h 1978172"/>
              <a:gd name="connsiteX144-10793" fmla="*/ 4809524 w 10768629"/>
              <a:gd name="connsiteY144-10794" fmla="*/ 1761033 h 1978172"/>
              <a:gd name="connsiteX145-10795" fmla="*/ 4759058 w 10768629"/>
              <a:gd name="connsiteY145-10796" fmla="*/ 1766533 h 1978172"/>
              <a:gd name="connsiteX146-10797" fmla="*/ 4719749 w 10768629"/>
              <a:gd name="connsiteY146-10798" fmla="*/ 1771811 h 1978172"/>
              <a:gd name="connsiteX147-10799" fmla="*/ 4568686 w 10768629"/>
              <a:gd name="connsiteY147-10800" fmla="*/ 1786141 h 1978172"/>
              <a:gd name="connsiteX148-10801" fmla="*/ 4418751 w 10768629"/>
              <a:gd name="connsiteY148-10802" fmla="*/ 1796932 h 1978172"/>
              <a:gd name="connsiteX149-10803" fmla="*/ 4378377 w 10768629"/>
              <a:gd name="connsiteY149-10804" fmla="*/ 1815528 h 1978172"/>
              <a:gd name="connsiteX150-10805" fmla="*/ 4320575 w 10768629"/>
              <a:gd name="connsiteY150-10806" fmla="*/ 1832722 h 1978172"/>
              <a:gd name="connsiteX151-10807" fmla="*/ 4220200 w 10768629"/>
              <a:gd name="connsiteY151-10808" fmla="*/ 1873173 h 1978172"/>
              <a:gd name="connsiteX152-10809" fmla="*/ 4105361 w 10768629"/>
              <a:gd name="connsiteY152-10810" fmla="*/ 1894711 h 1978172"/>
              <a:gd name="connsiteX153-10811" fmla="*/ 3973223 w 10768629"/>
              <a:gd name="connsiteY153-10812" fmla="*/ 1881015 h 1978172"/>
              <a:gd name="connsiteX154-10813" fmla="*/ 3900992 w 10768629"/>
              <a:gd name="connsiteY154-10814" fmla="*/ 1880603 h 1978172"/>
              <a:gd name="connsiteX155-10815" fmla="*/ 3662119 w 10768629"/>
              <a:gd name="connsiteY155-10816" fmla="*/ 1889285 h 1978172"/>
              <a:gd name="connsiteX156-10817" fmla="*/ 3496919 w 10768629"/>
              <a:gd name="connsiteY156-10818" fmla="*/ 1873180 h 1978172"/>
              <a:gd name="connsiteX157-10819" fmla="*/ 3449433 w 10768629"/>
              <a:gd name="connsiteY157-10820" fmla="*/ 1889681 h 1978172"/>
              <a:gd name="connsiteX158-10821" fmla="*/ 3369766 w 10768629"/>
              <a:gd name="connsiteY158-10822" fmla="*/ 1916653 h 1978172"/>
              <a:gd name="connsiteX159-10823" fmla="*/ 3269672 w 10768629"/>
              <a:gd name="connsiteY159-10824" fmla="*/ 1938036 h 1978172"/>
              <a:gd name="connsiteX160-10825" fmla="*/ 3224897 w 10768629"/>
              <a:gd name="connsiteY160-10826" fmla="*/ 1943733 h 1978172"/>
              <a:gd name="connsiteX161-10827" fmla="*/ 3161463 w 10768629"/>
              <a:gd name="connsiteY161-10828" fmla="*/ 1946591 h 1978172"/>
              <a:gd name="connsiteX162-10829" fmla="*/ 3112044 w 10768629"/>
              <a:gd name="connsiteY162-10830" fmla="*/ 1935614 h 1978172"/>
              <a:gd name="connsiteX163-10831" fmla="*/ 3069716 w 10768629"/>
              <a:gd name="connsiteY163-10832" fmla="*/ 1930463 h 1978172"/>
              <a:gd name="connsiteX164-10833" fmla="*/ 3005773 w 10768629"/>
              <a:gd name="connsiteY164-10834" fmla="*/ 1915878 h 1978172"/>
              <a:gd name="connsiteX165-10835" fmla="*/ 2897201 w 10768629"/>
              <a:gd name="connsiteY165-10836" fmla="*/ 1926772 h 1978172"/>
              <a:gd name="connsiteX166-10837" fmla="*/ 2783891 w 10768629"/>
              <a:gd name="connsiteY166-10838" fmla="*/ 1931749 h 1978172"/>
              <a:gd name="connsiteX167-10839" fmla="*/ 2712447 w 10768629"/>
              <a:gd name="connsiteY167-10840" fmla="*/ 1933044 h 1978172"/>
              <a:gd name="connsiteX168-10841" fmla="*/ 2560151 w 10768629"/>
              <a:gd name="connsiteY168-10842" fmla="*/ 1963609 h 1978172"/>
              <a:gd name="connsiteX169-10843" fmla="*/ 2367221 w 10768629"/>
              <a:gd name="connsiteY169-10844" fmla="*/ 1971884 h 1978172"/>
              <a:gd name="connsiteX170-10845" fmla="*/ 2272130 w 10768629"/>
              <a:gd name="connsiteY170-10846" fmla="*/ 1961162 h 1978172"/>
              <a:gd name="connsiteX171-10847" fmla="*/ 2189404 w 10768629"/>
              <a:gd name="connsiteY171-10848" fmla="*/ 1978172 h 1978172"/>
              <a:gd name="connsiteX172-10849" fmla="*/ 2077704 w 10768629"/>
              <a:gd name="connsiteY172-10850" fmla="*/ 1965002 h 1978172"/>
              <a:gd name="connsiteX173-10851" fmla="*/ 2033299 w 10768629"/>
              <a:gd name="connsiteY173-10852" fmla="*/ 1969042 h 1978172"/>
              <a:gd name="connsiteX174-10853" fmla="*/ 1967996 w 10768629"/>
              <a:gd name="connsiteY174-10854" fmla="*/ 1953187 h 1978172"/>
              <a:gd name="connsiteX175-10855" fmla="*/ 1855805 w 10768629"/>
              <a:gd name="connsiteY175-10856" fmla="*/ 1926082 h 1978172"/>
              <a:gd name="connsiteX176-10857" fmla="*/ 1790957 w 10768629"/>
              <a:gd name="connsiteY176-10858" fmla="*/ 1919460 h 1978172"/>
              <a:gd name="connsiteX177-10859" fmla="*/ 1613978 w 10768629"/>
              <a:gd name="connsiteY177-10860" fmla="*/ 1891581 h 1978172"/>
              <a:gd name="connsiteX178-10861" fmla="*/ 1436831 w 10768629"/>
              <a:gd name="connsiteY178-10862" fmla="*/ 1856201 h 1978172"/>
              <a:gd name="connsiteX179-10863" fmla="*/ 1357365 w 10768629"/>
              <a:gd name="connsiteY179-10864" fmla="*/ 1832140 h 1978172"/>
              <a:gd name="connsiteX180-10865" fmla="*/ 1232341 w 10768629"/>
              <a:gd name="connsiteY180-10866" fmla="*/ 1785942 h 1978172"/>
              <a:gd name="connsiteX181-10867" fmla="*/ 1162595 w 10768629"/>
              <a:gd name="connsiteY181-10868" fmla="*/ 1758337 h 1978172"/>
              <a:gd name="connsiteX182-10869" fmla="*/ 1128523 w 10768629"/>
              <a:gd name="connsiteY182-10870" fmla="*/ 1763621 h 1978172"/>
              <a:gd name="connsiteX183-10871" fmla="*/ 991903 w 10768629"/>
              <a:gd name="connsiteY183-10872" fmla="*/ 1786741 h 1978172"/>
              <a:gd name="connsiteX184-10873" fmla="*/ 883960 w 10768629"/>
              <a:gd name="connsiteY184-10874" fmla="*/ 1822386 h 1978172"/>
              <a:gd name="connsiteX185-10875" fmla="*/ 766531 w 10768629"/>
              <a:gd name="connsiteY185-10876" fmla="*/ 1805053 h 1978172"/>
              <a:gd name="connsiteX186-10877" fmla="*/ 669779 w 10768629"/>
              <a:gd name="connsiteY186-10878" fmla="*/ 1800537 h 1978172"/>
              <a:gd name="connsiteX187-10879" fmla="*/ 523898 w 10768629"/>
              <a:gd name="connsiteY187-10880" fmla="*/ 1811085 h 1978172"/>
              <a:gd name="connsiteX188-10881" fmla="*/ 360251 w 10768629"/>
              <a:gd name="connsiteY188-10882" fmla="*/ 1830735 h 1978172"/>
              <a:gd name="connsiteX189-10883" fmla="*/ 255207 w 10768629"/>
              <a:gd name="connsiteY189-10884" fmla="*/ 1818275 h 1978172"/>
              <a:gd name="connsiteX190-10885" fmla="*/ 101803 w 10768629"/>
              <a:gd name="connsiteY190-10886" fmla="*/ 1870647 h 1978172"/>
              <a:gd name="connsiteX191-10887" fmla="*/ 25397 w 10768629"/>
              <a:gd name="connsiteY191-10888" fmla="*/ 1888443 h 1978172"/>
              <a:gd name="connsiteX192-10889" fmla="*/ 2370 w 10768629"/>
              <a:gd name="connsiteY192-10890" fmla="*/ 1878311 h 1978172"/>
              <a:gd name="connsiteX193-10891" fmla="*/ 0 w 10768629"/>
              <a:gd name="connsiteY193-10892" fmla="*/ 1878785 h 1978172"/>
              <a:gd name="connsiteX194-10893" fmla="*/ 0 w 10768629"/>
              <a:gd name="connsiteY194-10894" fmla="*/ 0 h 1978172"/>
              <a:gd name="connsiteX0-10895" fmla="*/ 0 w 10768629"/>
              <a:gd name="connsiteY0-10896" fmla="*/ 0 h 1978172"/>
              <a:gd name="connsiteX1-10897" fmla="*/ 10768629 w 10768629"/>
              <a:gd name="connsiteY1-10898" fmla="*/ 0 h 1978172"/>
              <a:gd name="connsiteX2-10899" fmla="*/ 10733254 w 10768629"/>
              <a:gd name="connsiteY2-10900" fmla="*/ 31439 h 1978172"/>
              <a:gd name="connsiteX3-10901" fmla="*/ 10727085 w 10768629"/>
              <a:gd name="connsiteY3-10902" fmla="*/ 37910 h 1978172"/>
              <a:gd name="connsiteX4-10903" fmla="*/ 10675953 w 10768629"/>
              <a:gd name="connsiteY4-10904" fmla="*/ 68623 h 1978172"/>
              <a:gd name="connsiteX5-10905" fmla="*/ 10637091 w 10768629"/>
              <a:gd name="connsiteY5-10906" fmla="*/ 90361 h 1978172"/>
              <a:gd name="connsiteX6-10907" fmla="*/ 10610971 w 10768629"/>
              <a:gd name="connsiteY6-10908" fmla="*/ 110764 h 1978172"/>
              <a:gd name="connsiteX7-10909" fmla="*/ 10532872 w 10768629"/>
              <a:gd name="connsiteY7-10910" fmla="*/ 138028 h 1978172"/>
              <a:gd name="connsiteX8-10911" fmla="*/ 10398558 w 10768629"/>
              <a:gd name="connsiteY8-10912" fmla="*/ 172911 h 1978172"/>
              <a:gd name="connsiteX9-10913" fmla="*/ 10371128 w 10768629"/>
              <a:gd name="connsiteY9-10914" fmla="*/ 182609 h 1978172"/>
              <a:gd name="connsiteX10-10915" fmla="*/ 10352178 w 10768629"/>
              <a:gd name="connsiteY10-10916" fmla="*/ 199976 h 1978172"/>
              <a:gd name="connsiteX11-10917" fmla="*/ 10351815 w 10768629"/>
              <a:gd name="connsiteY11-10918" fmla="*/ 211879 h 1978172"/>
              <a:gd name="connsiteX12-10919" fmla="*/ 10337471 w 10768629"/>
              <a:gd name="connsiteY12-10920" fmla="*/ 218661 h 1978172"/>
              <a:gd name="connsiteX13-10921" fmla="*/ 10334625 w 10768629"/>
              <a:gd name="connsiteY13-10922" fmla="*/ 222351 h 1978172"/>
              <a:gd name="connsiteX14-10923" fmla="*/ 10256365 w 10768629"/>
              <a:gd name="connsiteY14-10924" fmla="*/ 235917 h 1978172"/>
              <a:gd name="connsiteX15-10925" fmla="*/ 10201127 w 10768629"/>
              <a:gd name="connsiteY15-10926" fmla="*/ 267448 h 1978172"/>
              <a:gd name="connsiteX16-10927" fmla="*/ 9961218 w 10768629"/>
              <a:gd name="connsiteY16-10928" fmla="*/ 326720 h 1978172"/>
              <a:gd name="connsiteX17-10929" fmla="*/ 9859715 w 10768629"/>
              <a:gd name="connsiteY17-10930" fmla="*/ 355698 h 1978172"/>
              <a:gd name="connsiteX18-10931" fmla="*/ 9679867 w 10768629"/>
              <a:gd name="connsiteY18-10932" fmla="*/ 399081 h 1978172"/>
              <a:gd name="connsiteX19-10933" fmla="*/ 9490654 w 10768629"/>
              <a:gd name="connsiteY19-10934" fmla="*/ 455225 h 1978172"/>
              <a:gd name="connsiteX20-10935" fmla="*/ 9470837 w 10768629"/>
              <a:gd name="connsiteY20-10936" fmla="*/ 452539 h 1978172"/>
              <a:gd name="connsiteX21-10937" fmla="*/ 9469082 w 10768629"/>
              <a:gd name="connsiteY21-10938" fmla="*/ 454891 h 1978172"/>
              <a:gd name="connsiteX22-10939" fmla="*/ 9448038 w 10768629"/>
              <a:gd name="connsiteY22-10940" fmla="*/ 459733 h 1978172"/>
              <a:gd name="connsiteX23-10941" fmla="*/ 9396821 w 10768629"/>
              <a:gd name="connsiteY23-10942" fmla="*/ 455795 h 1978172"/>
              <a:gd name="connsiteX24-10943" fmla="*/ 9392197 w 10768629"/>
              <a:gd name="connsiteY24-10944" fmla="*/ 459796 h 1978172"/>
              <a:gd name="connsiteX25-10945" fmla="*/ 9347994 w 10768629"/>
              <a:gd name="connsiteY25-10946" fmla="*/ 464462 h 1978172"/>
              <a:gd name="connsiteX26-10947" fmla="*/ 9347889 w 10768629"/>
              <a:gd name="connsiteY26-10948" fmla="*/ 466539 h 1978172"/>
              <a:gd name="connsiteX27-10949" fmla="*/ 9337639 w 10768629"/>
              <a:gd name="connsiteY27-10950" fmla="*/ 476654 h 1978172"/>
              <a:gd name="connsiteX28-10951" fmla="*/ 9287964 w 10768629"/>
              <a:gd name="connsiteY28-10952" fmla="*/ 513052 h 1978172"/>
              <a:gd name="connsiteX29-10953" fmla="*/ 9229283 w 10768629"/>
              <a:gd name="connsiteY29-10954" fmla="*/ 555377 h 1978172"/>
              <a:gd name="connsiteX30-10955" fmla="*/ 9220274 w 10768629"/>
              <a:gd name="connsiteY30-10956" fmla="*/ 557502 h 1978172"/>
              <a:gd name="connsiteX31-10957" fmla="*/ 9220202 w 10768629"/>
              <a:gd name="connsiteY31-10958" fmla="*/ 558001 h 1978172"/>
              <a:gd name="connsiteX32-10959" fmla="*/ 9210908 w 10768629"/>
              <a:gd name="connsiteY32-10960" fmla="*/ 561147 h 1978172"/>
              <a:gd name="connsiteX33-10961" fmla="*/ 9186374 w 10768629"/>
              <a:gd name="connsiteY33-10962" fmla="*/ 565502 h 1978172"/>
              <a:gd name="connsiteX34-10963" fmla="*/ 9181058 w 10768629"/>
              <a:gd name="connsiteY34-10964" fmla="*/ 569943 h 1978172"/>
              <a:gd name="connsiteX35-10965" fmla="*/ 9167549 w 10768629"/>
              <a:gd name="connsiteY35-10966" fmla="*/ 584727 h 1978172"/>
              <a:gd name="connsiteX36-10967" fmla="*/ 9149110 w 10768629"/>
              <a:gd name="connsiteY36-10968" fmla="*/ 598906 h 1978172"/>
              <a:gd name="connsiteX37-10969" fmla="*/ 9078556 w 10768629"/>
              <a:gd name="connsiteY37-10970" fmla="*/ 644039 h 1978172"/>
              <a:gd name="connsiteX38-10971" fmla="*/ 8996399 w 10768629"/>
              <a:gd name="connsiteY38-10972" fmla="*/ 690055 h 1978172"/>
              <a:gd name="connsiteX39-10973" fmla="*/ 8803791 w 10768629"/>
              <a:gd name="connsiteY39-10974" fmla="*/ 813860 h 1978172"/>
              <a:gd name="connsiteX40-10975" fmla="*/ 8636202 w 10768629"/>
              <a:gd name="connsiteY40-10976" fmla="*/ 848463 h 1978172"/>
              <a:gd name="connsiteX41-10977" fmla="*/ 8555372 w 10768629"/>
              <a:gd name="connsiteY41-10978" fmla="*/ 883171 h 1978172"/>
              <a:gd name="connsiteX42-10979" fmla="*/ 8507229 w 10768629"/>
              <a:gd name="connsiteY42-10980" fmla="*/ 901665 h 1978172"/>
              <a:gd name="connsiteX43-10981" fmla="*/ 8428473 w 10768629"/>
              <a:gd name="connsiteY43-10982" fmla="*/ 927985 h 1978172"/>
              <a:gd name="connsiteX44-10983" fmla="*/ 8427914 w 10768629"/>
              <a:gd name="connsiteY44-10984" fmla="*/ 933480 h 1978172"/>
              <a:gd name="connsiteX45-10985" fmla="*/ 8420327 w 10768629"/>
              <a:gd name="connsiteY45-10986" fmla="*/ 941984 h 1978172"/>
              <a:gd name="connsiteX46-10987" fmla="*/ 8394729 w 10768629"/>
              <a:gd name="connsiteY46-10988" fmla="*/ 948347 h 1978172"/>
              <a:gd name="connsiteX47-10989" fmla="*/ 8380548 w 10768629"/>
              <a:gd name="connsiteY47-10990" fmla="*/ 987916 h 1978172"/>
              <a:gd name="connsiteX48-10991" fmla="*/ 8375330 w 10768629"/>
              <a:gd name="connsiteY48-10992" fmla="*/ 965444 h 1978172"/>
              <a:gd name="connsiteX49-10993" fmla="*/ 8340796 w 10768629"/>
              <a:gd name="connsiteY49-10994" fmla="*/ 980522 h 1978172"/>
              <a:gd name="connsiteX50-10995" fmla="*/ 8304438 w 10768629"/>
              <a:gd name="connsiteY50-10996" fmla="*/ 996739 h 1978172"/>
              <a:gd name="connsiteX51-10997" fmla="*/ 8280929 w 10768629"/>
              <a:gd name="connsiteY51-10998" fmla="*/ 1023089 h 1978172"/>
              <a:gd name="connsiteX52-10999" fmla="*/ 8275760 w 10768629"/>
              <a:gd name="connsiteY52-11000" fmla="*/ 1027772 h 1978172"/>
              <a:gd name="connsiteX53-11001" fmla="*/ 8275478 w 10768629"/>
              <a:gd name="connsiteY53-11002" fmla="*/ 1027605 h 1978172"/>
              <a:gd name="connsiteX54-11003" fmla="*/ 8249003 w 10768629"/>
              <a:gd name="connsiteY54-11004" fmla="*/ 1032033 h 1978172"/>
              <a:gd name="connsiteX55-11005" fmla="*/ 8203836 w 10768629"/>
              <a:gd name="connsiteY55-11006" fmla="*/ 1037347 h 1978172"/>
              <a:gd name="connsiteX56-11007" fmla="*/ 8122936 w 10768629"/>
              <a:gd name="connsiteY56-11008" fmla="*/ 1063113 h 1978172"/>
              <a:gd name="connsiteX57-11009" fmla="*/ 8043658 w 10768629"/>
              <a:gd name="connsiteY57-11010" fmla="*/ 1092746 h 1978172"/>
              <a:gd name="connsiteX58-11011" fmla="*/ 8015351 w 10768629"/>
              <a:gd name="connsiteY58-11012" fmla="*/ 1105478 h 1978172"/>
              <a:gd name="connsiteX59-11013" fmla="*/ 7963145 w 10768629"/>
              <a:gd name="connsiteY59-11014" fmla="*/ 1119346 h 1978172"/>
              <a:gd name="connsiteX60-11015" fmla="*/ 7938145 w 10768629"/>
              <a:gd name="connsiteY60-11016" fmla="*/ 1120225 h 1978172"/>
              <a:gd name="connsiteX61-11017" fmla="*/ 7937238 w 10768629"/>
              <a:gd name="connsiteY61-11018" fmla="*/ 1121204 h 1978172"/>
              <a:gd name="connsiteX62-11019" fmla="*/ 7934398 w 10768629"/>
              <a:gd name="connsiteY62-11020" fmla="*/ 1118240 h 1978172"/>
              <a:gd name="connsiteX63-11021" fmla="*/ 7918248 w 10768629"/>
              <a:gd name="connsiteY63-11022" fmla="*/ 1124371 h 1978172"/>
              <a:gd name="connsiteX64-11023" fmla="*/ 7914119 w 10768629"/>
              <a:gd name="connsiteY64-11024" fmla="*/ 1127653 h 1978172"/>
              <a:gd name="connsiteX65-11025" fmla="*/ 7907658 w 10768629"/>
              <a:gd name="connsiteY65-11026" fmla="*/ 1130350 h 1978172"/>
              <a:gd name="connsiteX66-11027" fmla="*/ 7907434 w 10768629"/>
              <a:gd name="connsiteY66-11028" fmla="*/ 1130103 h 1978172"/>
              <a:gd name="connsiteX67-11029" fmla="*/ 7901508 w 10768629"/>
              <a:gd name="connsiteY67-11030" fmla="*/ 1133245 h 1978172"/>
              <a:gd name="connsiteX68-11031" fmla="*/ 7873287 w 10768629"/>
              <a:gd name="connsiteY68-11032" fmla="*/ 1152609 h 1978172"/>
              <a:gd name="connsiteX69-11033" fmla="*/ 7834833 w 10768629"/>
              <a:gd name="connsiteY69-11034" fmla="*/ 1153868 h 1978172"/>
              <a:gd name="connsiteX70-11035" fmla="*/ 7828661 w 10768629"/>
              <a:gd name="connsiteY70-11036" fmla="*/ 1139994 h 1978172"/>
              <a:gd name="connsiteX71-11037" fmla="*/ 7823966 w 10768629"/>
              <a:gd name="connsiteY71-11038" fmla="*/ 1143178 h 1978172"/>
              <a:gd name="connsiteX72-11039" fmla="*/ 7815078 w 10768629"/>
              <a:gd name="connsiteY72-11040" fmla="*/ 1151776 h 1978172"/>
              <a:gd name="connsiteX73-11041" fmla="*/ 7812026 w 10768629"/>
              <a:gd name="connsiteY73-11042" fmla="*/ 1151522 h 1978172"/>
              <a:gd name="connsiteX74-11043" fmla="*/ 7782249 w 10768629"/>
              <a:gd name="connsiteY74-11044" fmla="*/ 1160970 h 1978172"/>
              <a:gd name="connsiteX75-11045" fmla="*/ 7773476 w 10768629"/>
              <a:gd name="connsiteY75-11046" fmla="*/ 1157414 h 1978172"/>
              <a:gd name="connsiteX76-11047" fmla="*/ 7769600 w 10768629"/>
              <a:gd name="connsiteY76-11048" fmla="*/ 1157365 h 1978172"/>
              <a:gd name="connsiteX77-11049" fmla="*/ 7752631 w 10768629"/>
              <a:gd name="connsiteY77-11050" fmla="*/ 1172815 h 1978172"/>
              <a:gd name="connsiteX78-11051" fmla="*/ 7743525 w 10768629"/>
              <a:gd name="connsiteY78-11052" fmla="*/ 1179064 h 1978172"/>
              <a:gd name="connsiteX79-11053" fmla="*/ 7685942 w 10768629"/>
              <a:gd name="connsiteY79-11054" fmla="*/ 1233723 h 1978172"/>
              <a:gd name="connsiteX80-11055" fmla="*/ 7586920 w 10768629"/>
              <a:gd name="connsiteY80-11056" fmla="*/ 1261888 h 1978172"/>
              <a:gd name="connsiteX81-11057" fmla="*/ 7486100 w 10768629"/>
              <a:gd name="connsiteY81-11058" fmla="*/ 1292563 h 1978172"/>
              <a:gd name="connsiteX82-11059" fmla="*/ 7407190 w 10768629"/>
              <a:gd name="connsiteY82-11060" fmla="*/ 1314737 h 1978172"/>
              <a:gd name="connsiteX83-11061" fmla="*/ 7240698 w 10768629"/>
              <a:gd name="connsiteY83-11062" fmla="*/ 1438832 h 1978172"/>
              <a:gd name="connsiteX84-11063" fmla="*/ 7197675 w 10768629"/>
              <a:gd name="connsiteY84-11064" fmla="*/ 1447530 h 1978172"/>
              <a:gd name="connsiteX85-11065" fmla="*/ 7164788 w 10768629"/>
              <a:gd name="connsiteY85-11066" fmla="*/ 1480293 h 1978172"/>
              <a:gd name="connsiteX86-11067" fmla="*/ 7147929 w 10768629"/>
              <a:gd name="connsiteY86-11068" fmla="*/ 1477641 h 1978172"/>
              <a:gd name="connsiteX87-11069" fmla="*/ 7144965 w 10768629"/>
              <a:gd name="connsiteY87-11070" fmla="*/ 1476908 h 1978172"/>
              <a:gd name="connsiteX88-11071" fmla="*/ 7134299 w 10768629"/>
              <a:gd name="connsiteY88-11072" fmla="*/ 1479969 h 1978172"/>
              <a:gd name="connsiteX89-11073" fmla="*/ 7129809 w 10768629"/>
              <a:gd name="connsiteY89-11074" fmla="*/ 1473339 h 1978172"/>
              <a:gd name="connsiteX90-11075" fmla="*/ 7112688 w 10768629"/>
              <a:gd name="connsiteY90-11076" fmla="*/ 1472575 h 1978172"/>
              <a:gd name="connsiteX91-11077" fmla="*/ 7093470 w 10768629"/>
              <a:gd name="connsiteY91-11078" fmla="*/ 1480300 h 1978172"/>
              <a:gd name="connsiteX92-11079" fmla="*/ 7025034 w 10768629"/>
              <a:gd name="connsiteY92-11080" fmla="*/ 1506934 h 1978172"/>
              <a:gd name="connsiteX93-11081" fmla="*/ 7014783 w 10768629"/>
              <a:gd name="connsiteY93-11082" fmla="*/ 1515868 h 1978172"/>
              <a:gd name="connsiteX94-11083" fmla="*/ 6979706 w 10768629"/>
              <a:gd name="connsiteY94-11084" fmla="*/ 1523511 h 1978172"/>
              <a:gd name="connsiteX95-11085" fmla="*/ 6977890 w 10768629"/>
              <a:gd name="connsiteY95-11086" fmla="*/ 1525793 h 1978172"/>
              <a:gd name="connsiteX96-11087" fmla="*/ 6944339 w 10768629"/>
              <a:gd name="connsiteY96-11088" fmla="*/ 1536237 h 1978172"/>
              <a:gd name="connsiteX97-11089" fmla="*/ 6886996 w 10768629"/>
              <a:gd name="connsiteY97-11090" fmla="*/ 1563569 h 1978172"/>
              <a:gd name="connsiteX98-11091" fmla="*/ 6874510 w 10768629"/>
              <a:gd name="connsiteY98-11092" fmla="*/ 1558469 h 1978172"/>
              <a:gd name="connsiteX99-11093" fmla="*/ 6871943 w 10768629"/>
              <a:gd name="connsiteY99-11094" fmla="*/ 1554651 h 1978172"/>
              <a:gd name="connsiteX100-11095" fmla="*/ 6856174 w 10768629"/>
              <a:gd name="connsiteY100-11096" fmla="*/ 1562024 h 1978172"/>
              <a:gd name="connsiteX101-11097" fmla="*/ 6842321 w 10768629"/>
              <a:gd name="connsiteY101-11098" fmla="*/ 1560554 h 1978172"/>
              <a:gd name="connsiteX102-11099" fmla="*/ 6832713 w 10768629"/>
              <a:gd name="connsiteY102-11100" fmla="*/ 1569357 h 1978172"/>
              <a:gd name="connsiteX103-11101" fmla="*/ 6816351 w 10768629"/>
              <a:gd name="connsiteY103-11102" fmla="*/ 1571495 h 1978172"/>
              <a:gd name="connsiteX104-11103" fmla="*/ 6795800 w 10768629"/>
              <a:gd name="connsiteY104-11104" fmla="*/ 1572010 h 1978172"/>
              <a:gd name="connsiteX105-11105" fmla="*/ 6777546 w 10768629"/>
              <a:gd name="connsiteY105-11106" fmla="*/ 1568661 h 1978172"/>
              <a:gd name="connsiteX106-11107" fmla="*/ 6751528 w 10768629"/>
              <a:gd name="connsiteY106-11108" fmla="*/ 1574143 h 1978172"/>
              <a:gd name="connsiteX107-11109" fmla="*/ 6691966 w 10768629"/>
              <a:gd name="connsiteY107-11110" fmla="*/ 1582255 h 1978172"/>
              <a:gd name="connsiteX108-11111" fmla="*/ 6646941 w 10768629"/>
              <a:gd name="connsiteY108-11112" fmla="*/ 1588471 h 1978172"/>
              <a:gd name="connsiteX109-11113" fmla="*/ 6568576 w 10768629"/>
              <a:gd name="connsiteY109-11114" fmla="*/ 1606488 h 1978172"/>
              <a:gd name="connsiteX110-11115" fmla="*/ 6554358 w 10768629"/>
              <a:gd name="connsiteY110-11116" fmla="*/ 1621701 h 1978172"/>
              <a:gd name="connsiteX111-11117" fmla="*/ 6516968 w 10768629"/>
              <a:gd name="connsiteY111-11118" fmla="*/ 1617195 h 1978172"/>
              <a:gd name="connsiteX112-11119" fmla="*/ 6506479 w 10768629"/>
              <a:gd name="connsiteY112-11120" fmla="*/ 1602227 h 1978172"/>
              <a:gd name="connsiteX113-11121" fmla="*/ 6458436 w 10768629"/>
              <a:gd name="connsiteY113-11122" fmla="*/ 1607332 h 1978172"/>
              <a:gd name="connsiteX114-11123" fmla="*/ 6414786 w 10768629"/>
              <a:gd name="connsiteY114-11124" fmla="*/ 1628815 h 1978172"/>
              <a:gd name="connsiteX115-11125" fmla="*/ 6357085 w 10768629"/>
              <a:gd name="connsiteY115-11126" fmla="*/ 1640846 h 1978172"/>
              <a:gd name="connsiteX116-11127" fmla="*/ 6322636 w 10768629"/>
              <a:gd name="connsiteY116-11128" fmla="*/ 1648213 h 1978172"/>
              <a:gd name="connsiteX117-11129" fmla="*/ 6226172 w 10768629"/>
              <a:gd name="connsiteY117-11130" fmla="*/ 1654676 h 1978172"/>
              <a:gd name="connsiteX118-11131" fmla="*/ 6221217 w 10768629"/>
              <a:gd name="connsiteY118-11132" fmla="*/ 1654506 h 1978172"/>
              <a:gd name="connsiteX119-11133" fmla="*/ 6204956 w 10768629"/>
              <a:gd name="connsiteY119-11134" fmla="*/ 1664280 h 1978172"/>
              <a:gd name="connsiteX120-11135" fmla="*/ 6204270 w 10768629"/>
              <a:gd name="connsiteY120-11136" fmla="*/ 1666782 h 1978172"/>
              <a:gd name="connsiteX121-11137" fmla="*/ 6143810 w 10768629"/>
              <a:gd name="connsiteY121-11138" fmla="*/ 1661963 h 1978172"/>
              <a:gd name="connsiteX122-11139" fmla="*/ 6136560 w 10768629"/>
              <a:gd name="connsiteY122-11140" fmla="*/ 1665728 h 1978172"/>
              <a:gd name="connsiteX123-11141" fmla="*/ 6096155 w 10768629"/>
              <a:gd name="connsiteY123-11142" fmla="*/ 1656951 h 1978172"/>
              <a:gd name="connsiteX124-11143" fmla="*/ 6075812 w 10768629"/>
              <a:gd name="connsiteY124-11144" fmla="*/ 1655422 h 1978172"/>
              <a:gd name="connsiteX125-11145" fmla="*/ 6039495 w 10768629"/>
              <a:gd name="connsiteY125-11146" fmla="*/ 1649680 h 1978172"/>
              <a:gd name="connsiteX126-11147" fmla="*/ 6036523 w 10768629"/>
              <a:gd name="connsiteY126-11148" fmla="*/ 1652121 h 1978172"/>
              <a:gd name="connsiteX127-11149" fmla="*/ 6029328 w 10768629"/>
              <a:gd name="connsiteY127-11150" fmla="*/ 1649904 h 1978172"/>
              <a:gd name="connsiteX128-11151" fmla="*/ 6024075 w 10768629"/>
              <a:gd name="connsiteY128-11152" fmla="*/ 1652779 h 1978172"/>
              <a:gd name="connsiteX129-11153" fmla="*/ 6018085 w 10768629"/>
              <a:gd name="connsiteY129-11154" fmla="*/ 1652030 h 1978172"/>
              <a:gd name="connsiteX130-11155" fmla="*/ 5955513 w 10768629"/>
              <a:gd name="connsiteY130-11156" fmla="*/ 1663584 h 1978172"/>
              <a:gd name="connsiteX131-11157" fmla="*/ 5941996 w 10768629"/>
              <a:gd name="connsiteY131-11158" fmla="*/ 1661326 h 1978172"/>
              <a:gd name="connsiteX132-11159" fmla="*/ 5931789 w 10768629"/>
              <a:gd name="connsiteY132-11160" fmla="*/ 1669915 h 1978172"/>
              <a:gd name="connsiteX133-11161" fmla="*/ 5888686 w 10768629"/>
              <a:gd name="connsiteY133-11162" fmla="*/ 1672175 h 1978172"/>
              <a:gd name="connsiteX134-11163" fmla="*/ 5873794 w 10768629"/>
              <a:gd name="connsiteY134-11164" fmla="*/ 1665454 h 1978172"/>
              <a:gd name="connsiteX135-11165" fmla="*/ 5860022 w 10768629"/>
              <a:gd name="connsiteY135-11166" fmla="*/ 1660635 h 1978172"/>
              <a:gd name="connsiteX136-11167" fmla="*/ 5858237 w 10768629"/>
              <a:gd name="connsiteY136-11168" fmla="*/ 1660649 h 1978172"/>
              <a:gd name="connsiteX137-11169" fmla="*/ 5840319 w 10768629"/>
              <a:gd name="connsiteY137-11170" fmla="*/ 1660798 h 1978172"/>
              <a:gd name="connsiteX138-11171" fmla="*/ 5806984 w 10768629"/>
              <a:gd name="connsiteY138-11172" fmla="*/ 1661075 h 1978172"/>
              <a:gd name="connsiteX139-11173" fmla="*/ 5742351 w 10768629"/>
              <a:gd name="connsiteY139-11174" fmla="*/ 1667489 h 1978172"/>
              <a:gd name="connsiteX140-11175" fmla="*/ 5521171 w 10768629"/>
              <a:gd name="connsiteY140-11176" fmla="*/ 1671626 h 1978172"/>
              <a:gd name="connsiteX141-11177" fmla="*/ 5457384 w 10768629"/>
              <a:gd name="connsiteY141-11178" fmla="*/ 1683952 h 1978172"/>
              <a:gd name="connsiteX142-11179" fmla="*/ 4950070 w 10768629"/>
              <a:gd name="connsiteY142-11180" fmla="*/ 1748401 h 1978172"/>
              <a:gd name="connsiteX143-11181" fmla="*/ 4872172 w 10768629"/>
              <a:gd name="connsiteY143-11182" fmla="*/ 1757222 h 1978172"/>
              <a:gd name="connsiteX144-11183" fmla="*/ 4809524 w 10768629"/>
              <a:gd name="connsiteY144-11184" fmla="*/ 1761033 h 1978172"/>
              <a:gd name="connsiteX145-11185" fmla="*/ 4759058 w 10768629"/>
              <a:gd name="connsiteY145-11186" fmla="*/ 1766533 h 1978172"/>
              <a:gd name="connsiteX146-11187" fmla="*/ 4719749 w 10768629"/>
              <a:gd name="connsiteY146-11188" fmla="*/ 1771811 h 1978172"/>
              <a:gd name="connsiteX147-11189" fmla="*/ 4568686 w 10768629"/>
              <a:gd name="connsiteY147-11190" fmla="*/ 1786141 h 1978172"/>
              <a:gd name="connsiteX148-11191" fmla="*/ 4418751 w 10768629"/>
              <a:gd name="connsiteY148-11192" fmla="*/ 1796932 h 1978172"/>
              <a:gd name="connsiteX149-11193" fmla="*/ 4378377 w 10768629"/>
              <a:gd name="connsiteY149-11194" fmla="*/ 1815528 h 1978172"/>
              <a:gd name="connsiteX150-11195" fmla="*/ 4320575 w 10768629"/>
              <a:gd name="connsiteY150-11196" fmla="*/ 1832722 h 1978172"/>
              <a:gd name="connsiteX151-11197" fmla="*/ 4220200 w 10768629"/>
              <a:gd name="connsiteY151-11198" fmla="*/ 1873173 h 1978172"/>
              <a:gd name="connsiteX152-11199" fmla="*/ 4105361 w 10768629"/>
              <a:gd name="connsiteY152-11200" fmla="*/ 1894711 h 1978172"/>
              <a:gd name="connsiteX153-11201" fmla="*/ 3973223 w 10768629"/>
              <a:gd name="connsiteY153-11202" fmla="*/ 1881015 h 1978172"/>
              <a:gd name="connsiteX154-11203" fmla="*/ 3900992 w 10768629"/>
              <a:gd name="connsiteY154-11204" fmla="*/ 1880603 h 1978172"/>
              <a:gd name="connsiteX155-11205" fmla="*/ 3662119 w 10768629"/>
              <a:gd name="connsiteY155-11206" fmla="*/ 1889285 h 1978172"/>
              <a:gd name="connsiteX156-11207" fmla="*/ 3496919 w 10768629"/>
              <a:gd name="connsiteY156-11208" fmla="*/ 1873180 h 1978172"/>
              <a:gd name="connsiteX157-11209" fmla="*/ 3449433 w 10768629"/>
              <a:gd name="connsiteY157-11210" fmla="*/ 1889681 h 1978172"/>
              <a:gd name="connsiteX158-11211" fmla="*/ 3369766 w 10768629"/>
              <a:gd name="connsiteY158-11212" fmla="*/ 1916653 h 1978172"/>
              <a:gd name="connsiteX159-11213" fmla="*/ 3269672 w 10768629"/>
              <a:gd name="connsiteY159-11214" fmla="*/ 1938036 h 1978172"/>
              <a:gd name="connsiteX160-11215" fmla="*/ 3224897 w 10768629"/>
              <a:gd name="connsiteY160-11216" fmla="*/ 1943733 h 1978172"/>
              <a:gd name="connsiteX161-11217" fmla="*/ 3161463 w 10768629"/>
              <a:gd name="connsiteY161-11218" fmla="*/ 1946591 h 1978172"/>
              <a:gd name="connsiteX162-11219" fmla="*/ 3112044 w 10768629"/>
              <a:gd name="connsiteY162-11220" fmla="*/ 1935614 h 1978172"/>
              <a:gd name="connsiteX163-11221" fmla="*/ 3069716 w 10768629"/>
              <a:gd name="connsiteY163-11222" fmla="*/ 1930463 h 1978172"/>
              <a:gd name="connsiteX164-11223" fmla="*/ 3005773 w 10768629"/>
              <a:gd name="connsiteY164-11224" fmla="*/ 1915878 h 1978172"/>
              <a:gd name="connsiteX165-11225" fmla="*/ 2897201 w 10768629"/>
              <a:gd name="connsiteY165-11226" fmla="*/ 1926772 h 1978172"/>
              <a:gd name="connsiteX166-11227" fmla="*/ 2783891 w 10768629"/>
              <a:gd name="connsiteY166-11228" fmla="*/ 1931749 h 1978172"/>
              <a:gd name="connsiteX167-11229" fmla="*/ 2712447 w 10768629"/>
              <a:gd name="connsiteY167-11230" fmla="*/ 1933044 h 1978172"/>
              <a:gd name="connsiteX168-11231" fmla="*/ 2560151 w 10768629"/>
              <a:gd name="connsiteY168-11232" fmla="*/ 1963609 h 1978172"/>
              <a:gd name="connsiteX169-11233" fmla="*/ 2367221 w 10768629"/>
              <a:gd name="connsiteY169-11234" fmla="*/ 1971884 h 1978172"/>
              <a:gd name="connsiteX170-11235" fmla="*/ 2272130 w 10768629"/>
              <a:gd name="connsiteY170-11236" fmla="*/ 1961162 h 1978172"/>
              <a:gd name="connsiteX171-11237" fmla="*/ 2189404 w 10768629"/>
              <a:gd name="connsiteY171-11238" fmla="*/ 1978172 h 1978172"/>
              <a:gd name="connsiteX172-11239" fmla="*/ 2077704 w 10768629"/>
              <a:gd name="connsiteY172-11240" fmla="*/ 1965002 h 1978172"/>
              <a:gd name="connsiteX173-11241" fmla="*/ 2033299 w 10768629"/>
              <a:gd name="connsiteY173-11242" fmla="*/ 1969042 h 1978172"/>
              <a:gd name="connsiteX174-11243" fmla="*/ 1967996 w 10768629"/>
              <a:gd name="connsiteY174-11244" fmla="*/ 1953187 h 1978172"/>
              <a:gd name="connsiteX175-11245" fmla="*/ 1855805 w 10768629"/>
              <a:gd name="connsiteY175-11246" fmla="*/ 1926082 h 1978172"/>
              <a:gd name="connsiteX176-11247" fmla="*/ 1790957 w 10768629"/>
              <a:gd name="connsiteY176-11248" fmla="*/ 1919460 h 1978172"/>
              <a:gd name="connsiteX177-11249" fmla="*/ 1613978 w 10768629"/>
              <a:gd name="connsiteY177-11250" fmla="*/ 1891581 h 1978172"/>
              <a:gd name="connsiteX178-11251" fmla="*/ 1436831 w 10768629"/>
              <a:gd name="connsiteY178-11252" fmla="*/ 1856201 h 1978172"/>
              <a:gd name="connsiteX179-11253" fmla="*/ 1357365 w 10768629"/>
              <a:gd name="connsiteY179-11254" fmla="*/ 1832140 h 1978172"/>
              <a:gd name="connsiteX180-11255" fmla="*/ 1232341 w 10768629"/>
              <a:gd name="connsiteY180-11256" fmla="*/ 1785942 h 1978172"/>
              <a:gd name="connsiteX181-11257" fmla="*/ 1162595 w 10768629"/>
              <a:gd name="connsiteY181-11258" fmla="*/ 1758337 h 1978172"/>
              <a:gd name="connsiteX182-11259" fmla="*/ 1128523 w 10768629"/>
              <a:gd name="connsiteY182-11260" fmla="*/ 1763621 h 1978172"/>
              <a:gd name="connsiteX183-11261" fmla="*/ 991903 w 10768629"/>
              <a:gd name="connsiteY183-11262" fmla="*/ 1786741 h 1978172"/>
              <a:gd name="connsiteX184-11263" fmla="*/ 883960 w 10768629"/>
              <a:gd name="connsiteY184-11264" fmla="*/ 1822386 h 1978172"/>
              <a:gd name="connsiteX185-11265" fmla="*/ 766531 w 10768629"/>
              <a:gd name="connsiteY185-11266" fmla="*/ 1805053 h 1978172"/>
              <a:gd name="connsiteX186-11267" fmla="*/ 669779 w 10768629"/>
              <a:gd name="connsiteY186-11268" fmla="*/ 1800537 h 1978172"/>
              <a:gd name="connsiteX187-11269" fmla="*/ 523898 w 10768629"/>
              <a:gd name="connsiteY187-11270" fmla="*/ 1811085 h 1978172"/>
              <a:gd name="connsiteX188-11271" fmla="*/ 360251 w 10768629"/>
              <a:gd name="connsiteY188-11272" fmla="*/ 1830735 h 1978172"/>
              <a:gd name="connsiteX189-11273" fmla="*/ 255207 w 10768629"/>
              <a:gd name="connsiteY189-11274" fmla="*/ 1818275 h 1978172"/>
              <a:gd name="connsiteX190-11275" fmla="*/ 101803 w 10768629"/>
              <a:gd name="connsiteY190-11276" fmla="*/ 1870647 h 1978172"/>
              <a:gd name="connsiteX191-11277" fmla="*/ 25397 w 10768629"/>
              <a:gd name="connsiteY191-11278" fmla="*/ 1888443 h 1978172"/>
              <a:gd name="connsiteX192-11279" fmla="*/ 2370 w 10768629"/>
              <a:gd name="connsiteY192-11280" fmla="*/ 1878311 h 1978172"/>
              <a:gd name="connsiteX193-11281" fmla="*/ 0 w 10768629"/>
              <a:gd name="connsiteY193-11282" fmla="*/ 1878785 h 1978172"/>
              <a:gd name="connsiteX194-11283" fmla="*/ 0 w 10768629"/>
              <a:gd name="connsiteY194-11284" fmla="*/ 0 h 1978172"/>
              <a:gd name="connsiteX0-11285" fmla="*/ 0 w 10768629"/>
              <a:gd name="connsiteY0-11286" fmla="*/ 0 h 1978172"/>
              <a:gd name="connsiteX1-11287" fmla="*/ 10768629 w 10768629"/>
              <a:gd name="connsiteY1-11288" fmla="*/ 0 h 1978172"/>
              <a:gd name="connsiteX2-11289" fmla="*/ 10733254 w 10768629"/>
              <a:gd name="connsiteY2-11290" fmla="*/ 31439 h 1978172"/>
              <a:gd name="connsiteX3-11291" fmla="*/ 10727085 w 10768629"/>
              <a:gd name="connsiteY3-11292" fmla="*/ 37910 h 1978172"/>
              <a:gd name="connsiteX4-11293" fmla="*/ 10675953 w 10768629"/>
              <a:gd name="connsiteY4-11294" fmla="*/ 68623 h 1978172"/>
              <a:gd name="connsiteX5-11295" fmla="*/ 10637091 w 10768629"/>
              <a:gd name="connsiteY5-11296" fmla="*/ 90361 h 1978172"/>
              <a:gd name="connsiteX6-11297" fmla="*/ 10610971 w 10768629"/>
              <a:gd name="connsiteY6-11298" fmla="*/ 110764 h 1978172"/>
              <a:gd name="connsiteX7-11299" fmla="*/ 10532872 w 10768629"/>
              <a:gd name="connsiteY7-11300" fmla="*/ 138028 h 1978172"/>
              <a:gd name="connsiteX8-11301" fmla="*/ 10398558 w 10768629"/>
              <a:gd name="connsiteY8-11302" fmla="*/ 172911 h 1978172"/>
              <a:gd name="connsiteX9-11303" fmla="*/ 10371128 w 10768629"/>
              <a:gd name="connsiteY9-11304" fmla="*/ 182609 h 1978172"/>
              <a:gd name="connsiteX10-11305" fmla="*/ 10352178 w 10768629"/>
              <a:gd name="connsiteY10-11306" fmla="*/ 199976 h 1978172"/>
              <a:gd name="connsiteX11-11307" fmla="*/ 10351815 w 10768629"/>
              <a:gd name="connsiteY11-11308" fmla="*/ 211879 h 1978172"/>
              <a:gd name="connsiteX12-11309" fmla="*/ 10337471 w 10768629"/>
              <a:gd name="connsiteY12-11310" fmla="*/ 218661 h 1978172"/>
              <a:gd name="connsiteX13-11311" fmla="*/ 10334625 w 10768629"/>
              <a:gd name="connsiteY13-11312" fmla="*/ 222351 h 1978172"/>
              <a:gd name="connsiteX14-11313" fmla="*/ 10256365 w 10768629"/>
              <a:gd name="connsiteY14-11314" fmla="*/ 235917 h 1978172"/>
              <a:gd name="connsiteX15-11315" fmla="*/ 10201127 w 10768629"/>
              <a:gd name="connsiteY15-11316" fmla="*/ 267448 h 1978172"/>
              <a:gd name="connsiteX16-11317" fmla="*/ 9961218 w 10768629"/>
              <a:gd name="connsiteY16-11318" fmla="*/ 326720 h 1978172"/>
              <a:gd name="connsiteX17-11319" fmla="*/ 9859715 w 10768629"/>
              <a:gd name="connsiteY17-11320" fmla="*/ 355698 h 1978172"/>
              <a:gd name="connsiteX18-11321" fmla="*/ 9679867 w 10768629"/>
              <a:gd name="connsiteY18-11322" fmla="*/ 399081 h 1978172"/>
              <a:gd name="connsiteX19-11323" fmla="*/ 9490654 w 10768629"/>
              <a:gd name="connsiteY19-11324" fmla="*/ 455225 h 1978172"/>
              <a:gd name="connsiteX20-11325" fmla="*/ 9470837 w 10768629"/>
              <a:gd name="connsiteY20-11326" fmla="*/ 452539 h 1978172"/>
              <a:gd name="connsiteX21-11327" fmla="*/ 9469082 w 10768629"/>
              <a:gd name="connsiteY21-11328" fmla="*/ 454891 h 1978172"/>
              <a:gd name="connsiteX22-11329" fmla="*/ 9448038 w 10768629"/>
              <a:gd name="connsiteY22-11330" fmla="*/ 459733 h 1978172"/>
              <a:gd name="connsiteX23-11331" fmla="*/ 9396821 w 10768629"/>
              <a:gd name="connsiteY23-11332" fmla="*/ 455795 h 1978172"/>
              <a:gd name="connsiteX24-11333" fmla="*/ 9392197 w 10768629"/>
              <a:gd name="connsiteY24-11334" fmla="*/ 459796 h 1978172"/>
              <a:gd name="connsiteX25-11335" fmla="*/ 9347994 w 10768629"/>
              <a:gd name="connsiteY25-11336" fmla="*/ 464462 h 1978172"/>
              <a:gd name="connsiteX26-11337" fmla="*/ 9347889 w 10768629"/>
              <a:gd name="connsiteY26-11338" fmla="*/ 466539 h 1978172"/>
              <a:gd name="connsiteX27-11339" fmla="*/ 9337639 w 10768629"/>
              <a:gd name="connsiteY27-11340" fmla="*/ 476654 h 1978172"/>
              <a:gd name="connsiteX28-11341" fmla="*/ 9287964 w 10768629"/>
              <a:gd name="connsiteY28-11342" fmla="*/ 513052 h 1978172"/>
              <a:gd name="connsiteX29-11343" fmla="*/ 9229283 w 10768629"/>
              <a:gd name="connsiteY29-11344" fmla="*/ 555377 h 1978172"/>
              <a:gd name="connsiteX30-11345" fmla="*/ 9220274 w 10768629"/>
              <a:gd name="connsiteY30-11346" fmla="*/ 557502 h 1978172"/>
              <a:gd name="connsiteX31-11347" fmla="*/ 9220202 w 10768629"/>
              <a:gd name="connsiteY31-11348" fmla="*/ 558001 h 1978172"/>
              <a:gd name="connsiteX32-11349" fmla="*/ 9210908 w 10768629"/>
              <a:gd name="connsiteY32-11350" fmla="*/ 561147 h 1978172"/>
              <a:gd name="connsiteX33-11351" fmla="*/ 9186374 w 10768629"/>
              <a:gd name="connsiteY33-11352" fmla="*/ 565502 h 1978172"/>
              <a:gd name="connsiteX34-11353" fmla="*/ 9181058 w 10768629"/>
              <a:gd name="connsiteY34-11354" fmla="*/ 569943 h 1978172"/>
              <a:gd name="connsiteX35-11355" fmla="*/ 9167549 w 10768629"/>
              <a:gd name="connsiteY35-11356" fmla="*/ 584727 h 1978172"/>
              <a:gd name="connsiteX36-11357" fmla="*/ 9149110 w 10768629"/>
              <a:gd name="connsiteY36-11358" fmla="*/ 598906 h 1978172"/>
              <a:gd name="connsiteX37-11359" fmla="*/ 9078556 w 10768629"/>
              <a:gd name="connsiteY37-11360" fmla="*/ 644039 h 1978172"/>
              <a:gd name="connsiteX38-11361" fmla="*/ 8996399 w 10768629"/>
              <a:gd name="connsiteY38-11362" fmla="*/ 690055 h 1978172"/>
              <a:gd name="connsiteX39-11363" fmla="*/ 8803791 w 10768629"/>
              <a:gd name="connsiteY39-11364" fmla="*/ 813860 h 1978172"/>
              <a:gd name="connsiteX40-11365" fmla="*/ 8636202 w 10768629"/>
              <a:gd name="connsiteY40-11366" fmla="*/ 848463 h 1978172"/>
              <a:gd name="connsiteX41-11367" fmla="*/ 8555372 w 10768629"/>
              <a:gd name="connsiteY41-11368" fmla="*/ 883171 h 1978172"/>
              <a:gd name="connsiteX42-11369" fmla="*/ 8507229 w 10768629"/>
              <a:gd name="connsiteY42-11370" fmla="*/ 901665 h 1978172"/>
              <a:gd name="connsiteX43-11371" fmla="*/ 8428473 w 10768629"/>
              <a:gd name="connsiteY43-11372" fmla="*/ 927985 h 1978172"/>
              <a:gd name="connsiteX44-11373" fmla="*/ 8427914 w 10768629"/>
              <a:gd name="connsiteY44-11374" fmla="*/ 933480 h 1978172"/>
              <a:gd name="connsiteX45-11375" fmla="*/ 8420327 w 10768629"/>
              <a:gd name="connsiteY45-11376" fmla="*/ 941984 h 1978172"/>
              <a:gd name="connsiteX46-11377" fmla="*/ 8394729 w 10768629"/>
              <a:gd name="connsiteY46-11378" fmla="*/ 948347 h 1978172"/>
              <a:gd name="connsiteX47-11379" fmla="*/ 8380548 w 10768629"/>
              <a:gd name="connsiteY47-11380" fmla="*/ 987916 h 1978172"/>
              <a:gd name="connsiteX48-11381" fmla="*/ 8375330 w 10768629"/>
              <a:gd name="connsiteY48-11382" fmla="*/ 965444 h 1978172"/>
              <a:gd name="connsiteX49-11383" fmla="*/ 8340796 w 10768629"/>
              <a:gd name="connsiteY49-11384" fmla="*/ 980522 h 1978172"/>
              <a:gd name="connsiteX50-11385" fmla="*/ 8304438 w 10768629"/>
              <a:gd name="connsiteY50-11386" fmla="*/ 996739 h 1978172"/>
              <a:gd name="connsiteX51-11387" fmla="*/ 8280929 w 10768629"/>
              <a:gd name="connsiteY51-11388" fmla="*/ 1023089 h 1978172"/>
              <a:gd name="connsiteX52-11389" fmla="*/ 8275760 w 10768629"/>
              <a:gd name="connsiteY52-11390" fmla="*/ 1027772 h 1978172"/>
              <a:gd name="connsiteX53-11391" fmla="*/ 8275478 w 10768629"/>
              <a:gd name="connsiteY53-11392" fmla="*/ 1027605 h 1978172"/>
              <a:gd name="connsiteX54-11393" fmla="*/ 8249003 w 10768629"/>
              <a:gd name="connsiteY54-11394" fmla="*/ 1032033 h 1978172"/>
              <a:gd name="connsiteX55-11395" fmla="*/ 8203836 w 10768629"/>
              <a:gd name="connsiteY55-11396" fmla="*/ 1037347 h 1978172"/>
              <a:gd name="connsiteX56-11397" fmla="*/ 8122936 w 10768629"/>
              <a:gd name="connsiteY56-11398" fmla="*/ 1063113 h 1978172"/>
              <a:gd name="connsiteX57-11399" fmla="*/ 8043658 w 10768629"/>
              <a:gd name="connsiteY57-11400" fmla="*/ 1092746 h 1978172"/>
              <a:gd name="connsiteX58-11401" fmla="*/ 8015351 w 10768629"/>
              <a:gd name="connsiteY58-11402" fmla="*/ 1105478 h 1978172"/>
              <a:gd name="connsiteX59-11403" fmla="*/ 7963145 w 10768629"/>
              <a:gd name="connsiteY59-11404" fmla="*/ 1119346 h 1978172"/>
              <a:gd name="connsiteX60-11405" fmla="*/ 7938145 w 10768629"/>
              <a:gd name="connsiteY60-11406" fmla="*/ 1120225 h 1978172"/>
              <a:gd name="connsiteX61-11407" fmla="*/ 7937238 w 10768629"/>
              <a:gd name="connsiteY61-11408" fmla="*/ 1121204 h 1978172"/>
              <a:gd name="connsiteX62-11409" fmla="*/ 7934398 w 10768629"/>
              <a:gd name="connsiteY62-11410" fmla="*/ 1118240 h 1978172"/>
              <a:gd name="connsiteX63-11411" fmla="*/ 7918248 w 10768629"/>
              <a:gd name="connsiteY63-11412" fmla="*/ 1124371 h 1978172"/>
              <a:gd name="connsiteX64-11413" fmla="*/ 7914119 w 10768629"/>
              <a:gd name="connsiteY64-11414" fmla="*/ 1127653 h 1978172"/>
              <a:gd name="connsiteX65-11415" fmla="*/ 7907658 w 10768629"/>
              <a:gd name="connsiteY65-11416" fmla="*/ 1130350 h 1978172"/>
              <a:gd name="connsiteX66-11417" fmla="*/ 7907434 w 10768629"/>
              <a:gd name="connsiteY66-11418" fmla="*/ 1130103 h 1978172"/>
              <a:gd name="connsiteX67-11419" fmla="*/ 7901508 w 10768629"/>
              <a:gd name="connsiteY67-11420" fmla="*/ 1133245 h 1978172"/>
              <a:gd name="connsiteX68-11421" fmla="*/ 7873287 w 10768629"/>
              <a:gd name="connsiteY68-11422" fmla="*/ 1152609 h 1978172"/>
              <a:gd name="connsiteX69-11423" fmla="*/ 7834833 w 10768629"/>
              <a:gd name="connsiteY69-11424" fmla="*/ 1153868 h 1978172"/>
              <a:gd name="connsiteX70-11425" fmla="*/ 7828661 w 10768629"/>
              <a:gd name="connsiteY70-11426" fmla="*/ 1139994 h 1978172"/>
              <a:gd name="connsiteX71-11427" fmla="*/ 7823966 w 10768629"/>
              <a:gd name="connsiteY71-11428" fmla="*/ 1143178 h 1978172"/>
              <a:gd name="connsiteX72-11429" fmla="*/ 7815078 w 10768629"/>
              <a:gd name="connsiteY72-11430" fmla="*/ 1151776 h 1978172"/>
              <a:gd name="connsiteX73-11431" fmla="*/ 7812026 w 10768629"/>
              <a:gd name="connsiteY73-11432" fmla="*/ 1151522 h 1978172"/>
              <a:gd name="connsiteX74-11433" fmla="*/ 7782249 w 10768629"/>
              <a:gd name="connsiteY74-11434" fmla="*/ 1160970 h 1978172"/>
              <a:gd name="connsiteX75-11435" fmla="*/ 7773476 w 10768629"/>
              <a:gd name="connsiteY75-11436" fmla="*/ 1157414 h 1978172"/>
              <a:gd name="connsiteX76-11437" fmla="*/ 7769600 w 10768629"/>
              <a:gd name="connsiteY76-11438" fmla="*/ 1157365 h 1978172"/>
              <a:gd name="connsiteX77-11439" fmla="*/ 7752631 w 10768629"/>
              <a:gd name="connsiteY77-11440" fmla="*/ 1172815 h 1978172"/>
              <a:gd name="connsiteX78-11441" fmla="*/ 7739392 w 10768629"/>
              <a:gd name="connsiteY78-11442" fmla="*/ 1192062 h 1978172"/>
              <a:gd name="connsiteX79-11443" fmla="*/ 7685942 w 10768629"/>
              <a:gd name="connsiteY79-11444" fmla="*/ 1233723 h 1978172"/>
              <a:gd name="connsiteX80-11445" fmla="*/ 7586920 w 10768629"/>
              <a:gd name="connsiteY80-11446" fmla="*/ 1261888 h 1978172"/>
              <a:gd name="connsiteX81-11447" fmla="*/ 7486100 w 10768629"/>
              <a:gd name="connsiteY81-11448" fmla="*/ 1292563 h 1978172"/>
              <a:gd name="connsiteX82-11449" fmla="*/ 7407190 w 10768629"/>
              <a:gd name="connsiteY82-11450" fmla="*/ 1314737 h 1978172"/>
              <a:gd name="connsiteX83-11451" fmla="*/ 7240698 w 10768629"/>
              <a:gd name="connsiteY83-11452" fmla="*/ 1438832 h 1978172"/>
              <a:gd name="connsiteX84-11453" fmla="*/ 7197675 w 10768629"/>
              <a:gd name="connsiteY84-11454" fmla="*/ 1447530 h 1978172"/>
              <a:gd name="connsiteX85-11455" fmla="*/ 7164788 w 10768629"/>
              <a:gd name="connsiteY85-11456" fmla="*/ 1480293 h 1978172"/>
              <a:gd name="connsiteX86-11457" fmla="*/ 7147929 w 10768629"/>
              <a:gd name="connsiteY86-11458" fmla="*/ 1477641 h 1978172"/>
              <a:gd name="connsiteX87-11459" fmla="*/ 7144965 w 10768629"/>
              <a:gd name="connsiteY87-11460" fmla="*/ 1476908 h 1978172"/>
              <a:gd name="connsiteX88-11461" fmla="*/ 7134299 w 10768629"/>
              <a:gd name="connsiteY88-11462" fmla="*/ 1479969 h 1978172"/>
              <a:gd name="connsiteX89-11463" fmla="*/ 7129809 w 10768629"/>
              <a:gd name="connsiteY89-11464" fmla="*/ 1473339 h 1978172"/>
              <a:gd name="connsiteX90-11465" fmla="*/ 7112688 w 10768629"/>
              <a:gd name="connsiteY90-11466" fmla="*/ 1472575 h 1978172"/>
              <a:gd name="connsiteX91-11467" fmla="*/ 7093470 w 10768629"/>
              <a:gd name="connsiteY91-11468" fmla="*/ 1480300 h 1978172"/>
              <a:gd name="connsiteX92-11469" fmla="*/ 7025034 w 10768629"/>
              <a:gd name="connsiteY92-11470" fmla="*/ 1506934 h 1978172"/>
              <a:gd name="connsiteX93-11471" fmla="*/ 7014783 w 10768629"/>
              <a:gd name="connsiteY93-11472" fmla="*/ 1515868 h 1978172"/>
              <a:gd name="connsiteX94-11473" fmla="*/ 6979706 w 10768629"/>
              <a:gd name="connsiteY94-11474" fmla="*/ 1523511 h 1978172"/>
              <a:gd name="connsiteX95-11475" fmla="*/ 6977890 w 10768629"/>
              <a:gd name="connsiteY95-11476" fmla="*/ 1525793 h 1978172"/>
              <a:gd name="connsiteX96-11477" fmla="*/ 6944339 w 10768629"/>
              <a:gd name="connsiteY96-11478" fmla="*/ 1536237 h 1978172"/>
              <a:gd name="connsiteX97-11479" fmla="*/ 6886996 w 10768629"/>
              <a:gd name="connsiteY97-11480" fmla="*/ 1563569 h 1978172"/>
              <a:gd name="connsiteX98-11481" fmla="*/ 6874510 w 10768629"/>
              <a:gd name="connsiteY98-11482" fmla="*/ 1558469 h 1978172"/>
              <a:gd name="connsiteX99-11483" fmla="*/ 6871943 w 10768629"/>
              <a:gd name="connsiteY99-11484" fmla="*/ 1554651 h 1978172"/>
              <a:gd name="connsiteX100-11485" fmla="*/ 6856174 w 10768629"/>
              <a:gd name="connsiteY100-11486" fmla="*/ 1562024 h 1978172"/>
              <a:gd name="connsiteX101-11487" fmla="*/ 6842321 w 10768629"/>
              <a:gd name="connsiteY101-11488" fmla="*/ 1560554 h 1978172"/>
              <a:gd name="connsiteX102-11489" fmla="*/ 6832713 w 10768629"/>
              <a:gd name="connsiteY102-11490" fmla="*/ 1569357 h 1978172"/>
              <a:gd name="connsiteX103-11491" fmla="*/ 6816351 w 10768629"/>
              <a:gd name="connsiteY103-11492" fmla="*/ 1571495 h 1978172"/>
              <a:gd name="connsiteX104-11493" fmla="*/ 6795800 w 10768629"/>
              <a:gd name="connsiteY104-11494" fmla="*/ 1572010 h 1978172"/>
              <a:gd name="connsiteX105-11495" fmla="*/ 6777546 w 10768629"/>
              <a:gd name="connsiteY105-11496" fmla="*/ 1568661 h 1978172"/>
              <a:gd name="connsiteX106-11497" fmla="*/ 6751528 w 10768629"/>
              <a:gd name="connsiteY106-11498" fmla="*/ 1574143 h 1978172"/>
              <a:gd name="connsiteX107-11499" fmla="*/ 6691966 w 10768629"/>
              <a:gd name="connsiteY107-11500" fmla="*/ 1582255 h 1978172"/>
              <a:gd name="connsiteX108-11501" fmla="*/ 6646941 w 10768629"/>
              <a:gd name="connsiteY108-11502" fmla="*/ 1588471 h 1978172"/>
              <a:gd name="connsiteX109-11503" fmla="*/ 6568576 w 10768629"/>
              <a:gd name="connsiteY109-11504" fmla="*/ 1606488 h 1978172"/>
              <a:gd name="connsiteX110-11505" fmla="*/ 6554358 w 10768629"/>
              <a:gd name="connsiteY110-11506" fmla="*/ 1621701 h 1978172"/>
              <a:gd name="connsiteX111-11507" fmla="*/ 6516968 w 10768629"/>
              <a:gd name="connsiteY111-11508" fmla="*/ 1617195 h 1978172"/>
              <a:gd name="connsiteX112-11509" fmla="*/ 6506479 w 10768629"/>
              <a:gd name="connsiteY112-11510" fmla="*/ 1602227 h 1978172"/>
              <a:gd name="connsiteX113-11511" fmla="*/ 6458436 w 10768629"/>
              <a:gd name="connsiteY113-11512" fmla="*/ 1607332 h 1978172"/>
              <a:gd name="connsiteX114-11513" fmla="*/ 6414786 w 10768629"/>
              <a:gd name="connsiteY114-11514" fmla="*/ 1628815 h 1978172"/>
              <a:gd name="connsiteX115-11515" fmla="*/ 6357085 w 10768629"/>
              <a:gd name="connsiteY115-11516" fmla="*/ 1640846 h 1978172"/>
              <a:gd name="connsiteX116-11517" fmla="*/ 6322636 w 10768629"/>
              <a:gd name="connsiteY116-11518" fmla="*/ 1648213 h 1978172"/>
              <a:gd name="connsiteX117-11519" fmla="*/ 6226172 w 10768629"/>
              <a:gd name="connsiteY117-11520" fmla="*/ 1654676 h 1978172"/>
              <a:gd name="connsiteX118-11521" fmla="*/ 6221217 w 10768629"/>
              <a:gd name="connsiteY118-11522" fmla="*/ 1654506 h 1978172"/>
              <a:gd name="connsiteX119-11523" fmla="*/ 6204956 w 10768629"/>
              <a:gd name="connsiteY119-11524" fmla="*/ 1664280 h 1978172"/>
              <a:gd name="connsiteX120-11525" fmla="*/ 6204270 w 10768629"/>
              <a:gd name="connsiteY120-11526" fmla="*/ 1666782 h 1978172"/>
              <a:gd name="connsiteX121-11527" fmla="*/ 6143810 w 10768629"/>
              <a:gd name="connsiteY121-11528" fmla="*/ 1661963 h 1978172"/>
              <a:gd name="connsiteX122-11529" fmla="*/ 6136560 w 10768629"/>
              <a:gd name="connsiteY122-11530" fmla="*/ 1665728 h 1978172"/>
              <a:gd name="connsiteX123-11531" fmla="*/ 6096155 w 10768629"/>
              <a:gd name="connsiteY123-11532" fmla="*/ 1656951 h 1978172"/>
              <a:gd name="connsiteX124-11533" fmla="*/ 6075812 w 10768629"/>
              <a:gd name="connsiteY124-11534" fmla="*/ 1655422 h 1978172"/>
              <a:gd name="connsiteX125-11535" fmla="*/ 6039495 w 10768629"/>
              <a:gd name="connsiteY125-11536" fmla="*/ 1649680 h 1978172"/>
              <a:gd name="connsiteX126-11537" fmla="*/ 6036523 w 10768629"/>
              <a:gd name="connsiteY126-11538" fmla="*/ 1652121 h 1978172"/>
              <a:gd name="connsiteX127-11539" fmla="*/ 6029328 w 10768629"/>
              <a:gd name="connsiteY127-11540" fmla="*/ 1649904 h 1978172"/>
              <a:gd name="connsiteX128-11541" fmla="*/ 6024075 w 10768629"/>
              <a:gd name="connsiteY128-11542" fmla="*/ 1652779 h 1978172"/>
              <a:gd name="connsiteX129-11543" fmla="*/ 6018085 w 10768629"/>
              <a:gd name="connsiteY129-11544" fmla="*/ 1652030 h 1978172"/>
              <a:gd name="connsiteX130-11545" fmla="*/ 5955513 w 10768629"/>
              <a:gd name="connsiteY130-11546" fmla="*/ 1663584 h 1978172"/>
              <a:gd name="connsiteX131-11547" fmla="*/ 5941996 w 10768629"/>
              <a:gd name="connsiteY131-11548" fmla="*/ 1661326 h 1978172"/>
              <a:gd name="connsiteX132-11549" fmla="*/ 5931789 w 10768629"/>
              <a:gd name="connsiteY132-11550" fmla="*/ 1669915 h 1978172"/>
              <a:gd name="connsiteX133-11551" fmla="*/ 5888686 w 10768629"/>
              <a:gd name="connsiteY133-11552" fmla="*/ 1672175 h 1978172"/>
              <a:gd name="connsiteX134-11553" fmla="*/ 5873794 w 10768629"/>
              <a:gd name="connsiteY134-11554" fmla="*/ 1665454 h 1978172"/>
              <a:gd name="connsiteX135-11555" fmla="*/ 5860022 w 10768629"/>
              <a:gd name="connsiteY135-11556" fmla="*/ 1660635 h 1978172"/>
              <a:gd name="connsiteX136-11557" fmla="*/ 5858237 w 10768629"/>
              <a:gd name="connsiteY136-11558" fmla="*/ 1660649 h 1978172"/>
              <a:gd name="connsiteX137-11559" fmla="*/ 5840319 w 10768629"/>
              <a:gd name="connsiteY137-11560" fmla="*/ 1660798 h 1978172"/>
              <a:gd name="connsiteX138-11561" fmla="*/ 5806984 w 10768629"/>
              <a:gd name="connsiteY138-11562" fmla="*/ 1661075 h 1978172"/>
              <a:gd name="connsiteX139-11563" fmla="*/ 5742351 w 10768629"/>
              <a:gd name="connsiteY139-11564" fmla="*/ 1667489 h 1978172"/>
              <a:gd name="connsiteX140-11565" fmla="*/ 5521171 w 10768629"/>
              <a:gd name="connsiteY140-11566" fmla="*/ 1671626 h 1978172"/>
              <a:gd name="connsiteX141-11567" fmla="*/ 5457384 w 10768629"/>
              <a:gd name="connsiteY141-11568" fmla="*/ 1683952 h 1978172"/>
              <a:gd name="connsiteX142-11569" fmla="*/ 4950070 w 10768629"/>
              <a:gd name="connsiteY142-11570" fmla="*/ 1748401 h 1978172"/>
              <a:gd name="connsiteX143-11571" fmla="*/ 4872172 w 10768629"/>
              <a:gd name="connsiteY143-11572" fmla="*/ 1757222 h 1978172"/>
              <a:gd name="connsiteX144-11573" fmla="*/ 4809524 w 10768629"/>
              <a:gd name="connsiteY144-11574" fmla="*/ 1761033 h 1978172"/>
              <a:gd name="connsiteX145-11575" fmla="*/ 4759058 w 10768629"/>
              <a:gd name="connsiteY145-11576" fmla="*/ 1766533 h 1978172"/>
              <a:gd name="connsiteX146-11577" fmla="*/ 4719749 w 10768629"/>
              <a:gd name="connsiteY146-11578" fmla="*/ 1771811 h 1978172"/>
              <a:gd name="connsiteX147-11579" fmla="*/ 4568686 w 10768629"/>
              <a:gd name="connsiteY147-11580" fmla="*/ 1786141 h 1978172"/>
              <a:gd name="connsiteX148-11581" fmla="*/ 4418751 w 10768629"/>
              <a:gd name="connsiteY148-11582" fmla="*/ 1796932 h 1978172"/>
              <a:gd name="connsiteX149-11583" fmla="*/ 4378377 w 10768629"/>
              <a:gd name="connsiteY149-11584" fmla="*/ 1815528 h 1978172"/>
              <a:gd name="connsiteX150-11585" fmla="*/ 4320575 w 10768629"/>
              <a:gd name="connsiteY150-11586" fmla="*/ 1832722 h 1978172"/>
              <a:gd name="connsiteX151-11587" fmla="*/ 4220200 w 10768629"/>
              <a:gd name="connsiteY151-11588" fmla="*/ 1873173 h 1978172"/>
              <a:gd name="connsiteX152-11589" fmla="*/ 4105361 w 10768629"/>
              <a:gd name="connsiteY152-11590" fmla="*/ 1894711 h 1978172"/>
              <a:gd name="connsiteX153-11591" fmla="*/ 3973223 w 10768629"/>
              <a:gd name="connsiteY153-11592" fmla="*/ 1881015 h 1978172"/>
              <a:gd name="connsiteX154-11593" fmla="*/ 3900992 w 10768629"/>
              <a:gd name="connsiteY154-11594" fmla="*/ 1880603 h 1978172"/>
              <a:gd name="connsiteX155-11595" fmla="*/ 3662119 w 10768629"/>
              <a:gd name="connsiteY155-11596" fmla="*/ 1889285 h 1978172"/>
              <a:gd name="connsiteX156-11597" fmla="*/ 3496919 w 10768629"/>
              <a:gd name="connsiteY156-11598" fmla="*/ 1873180 h 1978172"/>
              <a:gd name="connsiteX157-11599" fmla="*/ 3449433 w 10768629"/>
              <a:gd name="connsiteY157-11600" fmla="*/ 1889681 h 1978172"/>
              <a:gd name="connsiteX158-11601" fmla="*/ 3369766 w 10768629"/>
              <a:gd name="connsiteY158-11602" fmla="*/ 1916653 h 1978172"/>
              <a:gd name="connsiteX159-11603" fmla="*/ 3269672 w 10768629"/>
              <a:gd name="connsiteY159-11604" fmla="*/ 1938036 h 1978172"/>
              <a:gd name="connsiteX160-11605" fmla="*/ 3224897 w 10768629"/>
              <a:gd name="connsiteY160-11606" fmla="*/ 1943733 h 1978172"/>
              <a:gd name="connsiteX161-11607" fmla="*/ 3161463 w 10768629"/>
              <a:gd name="connsiteY161-11608" fmla="*/ 1946591 h 1978172"/>
              <a:gd name="connsiteX162-11609" fmla="*/ 3112044 w 10768629"/>
              <a:gd name="connsiteY162-11610" fmla="*/ 1935614 h 1978172"/>
              <a:gd name="connsiteX163-11611" fmla="*/ 3069716 w 10768629"/>
              <a:gd name="connsiteY163-11612" fmla="*/ 1930463 h 1978172"/>
              <a:gd name="connsiteX164-11613" fmla="*/ 3005773 w 10768629"/>
              <a:gd name="connsiteY164-11614" fmla="*/ 1915878 h 1978172"/>
              <a:gd name="connsiteX165-11615" fmla="*/ 2897201 w 10768629"/>
              <a:gd name="connsiteY165-11616" fmla="*/ 1926772 h 1978172"/>
              <a:gd name="connsiteX166-11617" fmla="*/ 2783891 w 10768629"/>
              <a:gd name="connsiteY166-11618" fmla="*/ 1931749 h 1978172"/>
              <a:gd name="connsiteX167-11619" fmla="*/ 2712447 w 10768629"/>
              <a:gd name="connsiteY167-11620" fmla="*/ 1933044 h 1978172"/>
              <a:gd name="connsiteX168-11621" fmla="*/ 2560151 w 10768629"/>
              <a:gd name="connsiteY168-11622" fmla="*/ 1963609 h 1978172"/>
              <a:gd name="connsiteX169-11623" fmla="*/ 2367221 w 10768629"/>
              <a:gd name="connsiteY169-11624" fmla="*/ 1971884 h 1978172"/>
              <a:gd name="connsiteX170-11625" fmla="*/ 2272130 w 10768629"/>
              <a:gd name="connsiteY170-11626" fmla="*/ 1961162 h 1978172"/>
              <a:gd name="connsiteX171-11627" fmla="*/ 2189404 w 10768629"/>
              <a:gd name="connsiteY171-11628" fmla="*/ 1978172 h 1978172"/>
              <a:gd name="connsiteX172-11629" fmla="*/ 2077704 w 10768629"/>
              <a:gd name="connsiteY172-11630" fmla="*/ 1965002 h 1978172"/>
              <a:gd name="connsiteX173-11631" fmla="*/ 2033299 w 10768629"/>
              <a:gd name="connsiteY173-11632" fmla="*/ 1969042 h 1978172"/>
              <a:gd name="connsiteX174-11633" fmla="*/ 1967996 w 10768629"/>
              <a:gd name="connsiteY174-11634" fmla="*/ 1953187 h 1978172"/>
              <a:gd name="connsiteX175-11635" fmla="*/ 1855805 w 10768629"/>
              <a:gd name="connsiteY175-11636" fmla="*/ 1926082 h 1978172"/>
              <a:gd name="connsiteX176-11637" fmla="*/ 1790957 w 10768629"/>
              <a:gd name="connsiteY176-11638" fmla="*/ 1919460 h 1978172"/>
              <a:gd name="connsiteX177-11639" fmla="*/ 1613978 w 10768629"/>
              <a:gd name="connsiteY177-11640" fmla="*/ 1891581 h 1978172"/>
              <a:gd name="connsiteX178-11641" fmla="*/ 1436831 w 10768629"/>
              <a:gd name="connsiteY178-11642" fmla="*/ 1856201 h 1978172"/>
              <a:gd name="connsiteX179-11643" fmla="*/ 1357365 w 10768629"/>
              <a:gd name="connsiteY179-11644" fmla="*/ 1832140 h 1978172"/>
              <a:gd name="connsiteX180-11645" fmla="*/ 1232341 w 10768629"/>
              <a:gd name="connsiteY180-11646" fmla="*/ 1785942 h 1978172"/>
              <a:gd name="connsiteX181-11647" fmla="*/ 1162595 w 10768629"/>
              <a:gd name="connsiteY181-11648" fmla="*/ 1758337 h 1978172"/>
              <a:gd name="connsiteX182-11649" fmla="*/ 1128523 w 10768629"/>
              <a:gd name="connsiteY182-11650" fmla="*/ 1763621 h 1978172"/>
              <a:gd name="connsiteX183-11651" fmla="*/ 991903 w 10768629"/>
              <a:gd name="connsiteY183-11652" fmla="*/ 1786741 h 1978172"/>
              <a:gd name="connsiteX184-11653" fmla="*/ 883960 w 10768629"/>
              <a:gd name="connsiteY184-11654" fmla="*/ 1822386 h 1978172"/>
              <a:gd name="connsiteX185-11655" fmla="*/ 766531 w 10768629"/>
              <a:gd name="connsiteY185-11656" fmla="*/ 1805053 h 1978172"/>
              <a:gd name="connsiteX186-11657" fmla="*/ 669779 w 10768629"/>
              <a:gd name="connsiteY186-11658" fmla="*/ 1800537 h 1978172"/>
              <a:gd name="connsiteX187-11659" fmla="*/ 523898 w 10768629"/>
              <a:gd name="connsiteY187-11660" fmla="*/ 1811085 h 1978172"/>
              <a:gd name="connsiteX188-11661" fmla="*/ 360251 w 10768629"/>
              <a:gd name="connsiteY188-11662" fmla="*/ 1830735 h 1978172"/>
              <a:gd name="connsiteX189-11663" fmla="*/ 255207 w 10768629"/>
              <a:gd name="connsiteY189-11664" fmla="*/ 1818275 h 1978172"/>
              <a:gd name="connsiteX190-11665" fmla="*/ 101803 w 10768629"/>
              <a:gd name="connsiteY190-11666" fmla="*/ 1870647 h 1978172"/>
              <a:gd name="connsiteX191-11667" fmla="*/ 25397 w 10768629"/>
              <a:gd name="connsiteY191-11668" fmla="*/ 1888443 h 1978172"/>
              <a:gd name="connsiteX192-11669" fmla="*/ 2370 w 10768629"/>
              <a:gd name="connsiteY192-11670" fmla="*/ 1878311 h 1978172"/>
              <a:gd name="connsiteX193-11671" fmla="*/ 0 w 10768629"/>
              <a:gd name="connsiteY193-11672" fmla="*/ 1878785 h 1978172"/>
              <a:gd name="connsiteX194-11673" fmla="*/ 0 w 10768629"/>
              <a:gd name="connsiteY194-11674" fmla="*/ 0 h 1978172"/>
              <a:gd name="connsiteX0-11675" fmla="*/ 0 w 10768629"/>
              <a:gd name="connsiteY0-11676" fmla="*/ 0 h 1978172"/>
              <a:gd name="connsiteX1-11677" fmla="*/ 10768629 w 10768629"/>
              <a:gd name="connsiteY1-11678" fmla="*/ 0 h 1978172"/>
              <a:gd name="connsiteX2-11679" fmla="*/ 10733254 w 10768629"/>
              <a:gd name="connsiteY2-11680" fmla="*/ 31439 h 1978172"/>
              <a:gd name="connsiteX3-11681" fmla="*/ 10727085 w 10768629"/>
              <a:gd name="connsiteY3-11682" fmla="*/ 37910 h 1978172"/>
              <a:gd name="connsiteX4-11683" fmla="*/ 10675953 w 10768629"/>
              <a:gd name="connsiteY4-11684" fmla="*/ 68623 h 1978172"/>
              <a:gd name="connsiteX5-11685" fmla="*/ 10637091 w 10768629"/>
              <a:gd name="connsiteY5-11686" fmla="*/ 90361 h 1978172"/>
              <a:gd name="connsiteX6-11687" fmla="*/ 10610971 w 10768629"/>
              <a:gd name="connsiteY6-11688" fmla="*/ 110764 h 1978172"/>
              <a:gd name="connsiteX7-11689" fmla="*/ 10532872 w 10768629"/>
              <a:gd name="connsiteY7-11690" fmla="*/ 138028 h 1978172"/>
              <a:gd name="connsiteX8-11691" fmla="*/ 10398558 w 10768629"/>
              <a:gd name="connsiteY8-11692" fmla="*/ 172911 h 1978172"/>
              <a:gd name="connsiteX9-11693" fmla="*/ 10371128 w 10768629"/>
              <a:gd name="connsiteY9-11694" fmla="*/ 182609 h 1978172"/>
              <a:gd name="connsiteX10-11695" fmla="*/ 10352178 w 10768629"/>
              <a:gd name="connsiteY10-11696" fmla="*/ 199976 h 1978172"/>
              <a:gd name="connsiteX11-11697" fmla="*/ 10351815 w 10768629"/>
              <a:gd name="connsiteY11-11698" fmla="*/ 211879 h 1978172"/>
              <a:gd name="connsiteX12-11699" fmla="*/ 10337471 w 10768629"/>
              <a:gd name="connsiteY12-11700" fmla="*/ 218661 h 1978172"/>
              <a:gd name="connsiteX13-11701" fmla="*/ 10334625 w 10768629"/>
              <a:gd name="connsiteY13-11702" fmla="*/ 222351 h 1978172"/>
              <a:gd name="connsiteX14-11703" fmla="*/ 10256365 w 10768629"/>
              <a:gd name="connsiteY14-11704" fmla="*/ 235917 h 1978172"/>
              <a:gd name="connsiteX15-11705" fmla="*/ 10201127 w 10768629"/>
              <a:gd name="connsiteY15-11706" fmla="*/ 267448 h 1978172"/>
              <a:gd name="connsiteX16-11707" fmla="*/ 9961218 w 10768629"/>
              <a:gd name="connsiteY16-11708" fmla="*/ 326720 h 1978172"/>
              <a:gd name="connsiteX17-11709" fmla="*/ 9859715 w 10768629"/>
              <a:gd name="connsiteY17-11710" fmla="*/ 355698 h 1978172"/>
              <a:gd name="connsiteX18-11711" fmla="*/ 9679867 w 10768629"/>
              <a:gd name="connsiteY18-11712" fmla="*/ 399081 h 1978172"/>
              <a:gd name="connsiteX19-11713" fmla="*/ 9490654 w 10768629"/>
              <a:gd name="connsiteY19-11714" fmla="*/ 455225 h 1978172"/>
              <a:gd name="connsiteX20-11715" fmla="*/ 9470837 w 10768629"/>
              <a:gd name="connsiteY20-11716" fmla="*/ 452539 h 1978172"/>
              <a:gd name="connsiteX21-11717" fmla="*/ 9469082 w 10768629"/>
              <a:gd name="connsiteY21-11718" fmla="*/ 454891 h 1978172"/>
              <a:gd name="connsiteX22-11719" fmla="*/ 9448038 w 10768629"/>
              <a:gd name="connsiteY22-11720" fmla="*/ 459733 h 1978172"/>
              <a:gd name="connsiteX23-11721" fmla="*/ 9396821 w 10768629"/>
              <a:gd name="connsiteY23-11722" fmla="*/ 455795 h 1978172"/>
              <a:gd name="connsiteX24-11723" fmla="*/ 9392197 w 10768629"/>
              <a:gd name="connsiteY24-11724" fmla="*/ 459796 h 1978172"/>
              <a:gd name="connsiteX25-11725" fmla="*/ 9347994 w 10768629"/>
              <a:gd name="connsiteY25-11726" fmla="*/ 464462 h 1978172"/>
              <a:gd name="connsiteX26-11727" fmla="*/ 9347889 w 10768629"/>
              <a:gd name="connsiteY26-11728" fmla="*/ 466539 h 1978172"/>
              <a:gd name="connsiteX27-11729" fmla="*/ 9337639 w 10768629"/>
              <a:gd name="connsiteY27-11730" fmla="*/ 476654 h 1978172"/>
              <a:gd name="connsiteX28-11731" fmla="*/ 9287964 w 10768629"/>
              <a:gd name="connsiteY28-11732" fmla="*/ 513052 h 1978172"/>
              <a:gd name="connsiteX29-11733" fmla="*/ 9229283 w 10768629"/>
              <a:gd name="connsiteY29-11734" fmla="*/ 555377 h 1978172"/>
              <a:gd name="connsiteX30-11735" fmla="*/ 9220274 w 10768629"/>
              <a:gd name="connsiteY30-11736" fmla="*/ 557502 h 1978172"/>
              <a:gd name="connsiteX31-11737" fmla="*/ 9220202 w 10768629"/>
              <a:gd name="connsiteY31-11738" fmla="*/ 558001 h 1978172"/>
              <a:gd name="connsiteX32-11739" fmla="*/ 9210908 w 10768629"/>
              <a:gd name="connsiteY32-11740" fmla="*/ 561147 h 1978172"/>
              <a:gd name="connsiteX33-11741" fmla="*/ 9186374 w 10768629"/>
              <a:gd name="connsiteY33-11742" fmla="*/ 565502 h 1978172"/>
              <a:gd name="connsiteX34-11743" fmla="*/ 9181058 w 10768629"/>
              <a:gd name="connsiteY34-11744" fmla="*/ 569943 h 1978172"/>
              <a:gd name="connsiteX35-11745" fmla="*/ 9167549 w 10768629"/>
              <a:gd name="connsiteY35-11746" fmla="*/ 584727 h 1978172"/>
              <a:gd name="connsiteX36-11747" fmla="*/ 9149110 w 10768629"/>
              <a:gd name="connsiteY36-11748" fmla="*/ 598906 h 1978172"/>
              <a:gd name="connsiteX37-11749" fmla="*/ 9078556 w 10768629"/>
              <a:gd name="connsiteY37-11750" fmla="*/ 644039 h 1978172"/>
              <a:gd name="connsiteX38-11751" fmla="*/ 8996399 w 10768629"/>
              <a:gd name="connsiteY38-11752" fmla="*/ 690055 h 1978172"/>
              <a:gd name="connsiteX39-11753" fmla="*/ 8803791 w 10768629"/>
              <a:gd name="connsiteY39-11754" fmla="*/ 813860 h 1978172"/>
              <a:gd name="connsiteX40-11755" fmla="*/ 8636202 w 10768629"/>
              <a:gd name="connsiteY40-11756" fmla="*/ 848463 h 1978172"/>
              <a:gd name="connsiteX41-11757" fmla="*/ 8555372 w 10768629"/>
              <a:gd name="connsiteY41-11758" fmla="*/ 883171 h 1978172"/>
              <a:gd name="connsiteX42-11759" fmla="*/ 8507229 w 10768629"/>
              <a:gd name="connsiteY42-11760" fmla="*/ 901665 h 1978172"/>
              <a:gd name="connsiteX43-11761" fmla="*/ 8428473 w 10768629"/>
              <a:gd name="connsiteY43-11762" fmla="*/ 927985 h 1978172"/>
              <a:gd name="connsiteX44-11763" fmla="*/ 8427914 w 10768629"/>
              <a:gd name="connsiteY44-11764" fmla="*/ 933480 h 1978172"/>
              <a:gd name="connsiteX45-11765" fmla="*/ 8420327 w 10768629"/>
              <a:gd name="connsiteY45-11766" fmla="*/ 941984 h 1978172"/>
              <a:gd name="connsiteX46-11767" fmla="*/ 8394729 w 10768629"/>
              <a:gd name="connsiteY46-11768" fmla="*/ 948347 h 1978172"/>
              <a:gd name="connsiteX47-11769" fmla="*/ 8380548 w 10768629"/>
              <a:gd name="connsiteY47-11770" fmla="*/ 987916 h 1978172"/>
              <a:gd name="connsiteX48-11771" fmla="*/ 8375330 w 10768629"/>
              <a:gd name="connsiteY48-11772" fmla="*/ 965444 h 1978172"/>
              <a:gd name="connsiteX49-11773" fmla="*/ 8340796 w 10768629"/>
              <a:gd name="connsiteY49-11774" fmla="*/ 980522 h 1978172"/>
              <a:gd name="connsiteX50-11775" fmla="*/ 8304438 w 10768629"/>
              <a:gd name="connsiteY50-11776" fmla="*/ 996739 h 1978172"/>
              <a:gd name="connsiteX51-11777" fmla="*/ 8280929 w 10768629"/>
              <a:gd name="connsiteY51-11778" fmla="*/ 1023089 h 1978172"/>
              <a:gd name="connsiteX52-11779" fmla="*/ 8275760 w 10768629"/>
              <a:gd name="connsiteY52-11780" fmla="*/ 1027772 h 1978172"/>
              <a:gd name="connsiteX53-11781" fmla="*/ 8275478 w 10768629"/>
              <a:gd name="connsiteY53-11782" fmla="*/ 1027605 h 1978172"/>
              <a:gd name="connsiteX54-11783" fmla="*/ 8249003 w 10768629"/>
              <a:gd name="connsiteY54-11784" fmla="*/ 1032033 h 1978172"/>
              <a:gd name="connsiteX55-11785" fmla="*/ 8203836 w 10768629"/>
              <a:gd name="connsiteY55-11786" fmla="*/ 1037347 h 1978172"/>
              <a:gd name="connsiteX56-11787" fmla="*/ 8122936 w 10768629"/>
              <a:gd name="connsiteY56-11788" fmla="*/ 1063113 h 1978172"/>
              <a:gd name="connsiteX57-11789" fmla="*/ 8043658 w 10768629"/>
              <a:gd name="connsiteY57-11790" fmla="*/ 1092746 h 1978172"/>
              <a:gd name="connsiteX58-11791" fmla="*/ 8015351 w 10768629"/>
              <a:gd name="connsiteY58-11792" fmla="*/ 1105478 h 1978172"/>
              <a:gd name="connsiteX59-11793" fmla="*/ 7963145 w 10768629"/>
              <a:gd name="connsiteY59-11794" fmla="*/ 1119346 h 1978172"/>
              <a:gd name="connsiteX60-11795" fmla="*/ 7938145 w 10768629"/>
              <a:gd name="connsiteY60-11796" fmla="*/ 1120225 h 1978172"/>
              <a:gd name="connsiteX61-11797" fmla="*/ 7937238 w 10768629"/>
              <a:gd name="connsiteY61-11798" fmla="*/ 1121204 h 1978172"/>
              <a:gd name="connsiteX62-11799" fmla="*/ 7934398 w 10768629"/>
              <a:gd name="connsiteY62-11800" fmla="*/ 1118240 h 1978172"/>
              <a:gd name="connsiteX63-11801" fmla="*/ 7918248 w 10768629"/>
              <a:gd name="connsiteY63-11802" fmla="*/ 1124371 h 1978172"/>
              <a:gd name="connsiteX64-11803" fmla="*/ 7914119 w 10768629"/>
              <a:gd name="connsiteY64-11804" fmla="*/ 1127653 h 1978172"/>
              <a:gd name="connsiteX65-11805" fmla="*/ 7907658 w 10768629"/>
              <a:gd name="connsiteY65-11806" fmla="*/ 1130350 h 1978172"/>
              <a:gd name="connsiteX66-11807" fmla="*/ 7907434 w 10768629"/>
              <a:gd name="connsiteY66-11808" fmla="*/ 1130103 h 1978172"/>
              <a:gd name="connsiteX67-11809" fmla="*/ 7901508 w 10768629"/>
              <a:gd name="connsiteY67-11810" fmla="*/ 1133245 h 1978172"/>
              <a:gd name="connsiteX68-11811" fmla="*/ 7873287 w 10768629"/>
              <a:gd name="connsiteY68-11812" fmla="*/ 1152609 h 1978172"/>
              <a:gd name="connsiteX69-11813" fmla="*/ 7834833 w 10768629"/>
              <a:gd name="connsiteY69-11814" fmla="*/ 1153868 h 1978172"/>
              <a:gd name="connsiteX70-11815" fmla="*/ 7828661 w 10768629"/>
              <a:gd name="connsiteY70-11816" fmla="*/ 1139994 h 1978172"/>
              <a:gd name="connsiteX71-11817" fmla="*/ 7823966 w 10768629"/>
              <a:gd name="connsiteY71-11818" fmla="*/ 1143178 h 1978172"/>
              <a:gd name="connsiteX72-11819" fmla="*/ 7815078 w 10768629"/>
              <a:gd name="connsiteY72-11820" fmla="*/ 1151776 h 1978172"/>
              <a:gd name="connsiteX73-11821" fmla="*/ 7812026 w 10768629"/>
              <a:gd name="connsiteY73-11822" fmla="*/ 1151522 h 1978172"/>
              <a:gd name="connsiteX74-11823" fmla="*/ 7782249 w 10768629"/>
              <a:gd name="connsiteY74-11824" fmla="*/ 1160970 h 1978172"/>
              <a:gd name="connsiteX75-11825" fmla="*/ 7773476 w 10768629"/>
              <a:gd name="connsiteY75-11826" fmla="*/ 1157414 h 1978172"/>
              <a:gd name="connsiteX76-11827" fmla="*/ 7769600 w 10768629"/>
              <a:gd name="connsiteY76-11828" fmla="*/ 1157365 h 1978172"/>
              <a:gd name="connsiteX77-11829" fmla="*/ 7752631 w 10768629"/>
              <a:gd name="connsiteY77-11830" fmla="*/ 1172815 h 1978172"/>
              <a:gd name="connsiteX78-11831" fmla="*/ 7739392 w 10768629"/>
              <a:gd name="connsiteY78-11832" fmla="*/ 1192062 h 1978172"/>
              <a:gd name="connsiteX79-11833" fmla="*/ 7677677 w 10768629"/>
              <a:gd name="connsiteY79-11834" fmla="*/ 1216394 h 1978172"/>
              <a:gd name="connsiteX80-11835" fmla="*/ 7586920 w 10768629"/>
              <a:gd name="connsiteY80-11836" fmla="*/ 1261888 h 1978172"/>
              <a:gd name="connsiteX81-11837" fmla="*/ 7486100 w 10768629"/>
              <a:gd name="connsiteY81-11838" fmla="*/ 1292563 h 1978172"/>
              <a:gd name="connsiteX82-11839" fmla="*/ 7407190 w 10768629"/>
              <a:gd name="connsiteY82-11840" fmla="*/ 1314737 h 1978172"/>
              <a:gd name="connsiteX83-11841" fmla="*/ 7240698 w 10768629"/>
              <a:gd name="connsiteY83-11842" fmla="*/ 1438832 h 1978172"/>
              <a:gd name="connsiteX84-11843" fmla="*/ 7197675 w 10768629"/>
              <a:gd name="connsiteY84-11844" fmla="*/ 1447530 h 1978172"/>
              <a:gd name="connsiteX85-11845" fmla="*/ 7164788 w 10768629"/>
              <a:gd name="connsiteY85-11846" fmla="*/ 1480293 h 1978172"/>
              <a:gd name="connsiteX86-11847" fmla="*/ 7147929 w 10768629"/>
              <a:gd name="connsiteY86-11848" fmla="*/ 1477641 h 1978172"/>
              <a:gd name="connsiteX87-11849" fmla="*/ 7144965 w 10768629"/>
              <a:gd name="connsiteY87-11850" fmla="*/ 1476908 h 1978172"/>
              <a:gd name="connsiteX88-11851" fmla="*/ 7134299 w 10768629"/>
              <a:gd name="connsiteY88-11852" fmla="*/ 1479969 h 1978172"/>
              <a:gd name="connsiteX89-11853" fmla="*/ 7129809 w 10768629"/>
              <a:gd name="connsiteY89-11854" fmla="*/ 1473339 h 1978172"/>
              <a:gd name="connsiteX90-11855" fmla="*/ 7112688 w 10768629"/>
              <a:gd name="connsiteY90-11856" fmla="*/ 1472575 h 1978172"/>
              <a:gd name="connsiteX91-11857" fmla="*/ 7093470 w 10768629"/>
              <a:gd name="connsiteY91-11858" fmla="*/ 1480300 h 1978172"/>
              <a:gd name="connsiteX92-11859" fmla="*/ 7025034 w 10768629"/>
              <a:gd name="connsiteY92-11860" fmla="*/ 1506934 h 1978172"/>
              <a:gd name="connsiteX93-11861" fmla="*/ 7014783 w 10768629"/>
              <a:gd name="connsiteY93-11862" fmla="*/ 1515868 h 1978172"/>
              <a:gd name="connsiteX94-11863" fmla="*/ 6979706 w 10768629"/>
              <a:gd name="connsiteY94-11864" fmla="*/ 1523511 h 1978172"/>
              <a:gd name="connsiteX95-11865" fmla="*/ 6977890 w 10768629"/>
              <a:gd name="connsiteY95-11866" fmla="*/ 1525793 h 1978172"/>
              <a:gd name="connsiteX96-11867" fmla="*/ 6944339 w 10768629"/>
              <a:gd name="connsiteY96-11868" fmla="*/ 1536237 h 1978172"/>
              <a:gd name="connsiteX97-11869" fmla="*/ 6886996 w 10768629"/>
              <a:gd name="connsiteY97-11870" fmla="*/ 1563569 h 1978172"/>
              <a:gd name="connsiteX98-11871" fmla="*/ 6874510 w 10768629"/>
              <a:gd name="connsiteY98-11872" fmla="*/ 1558469 h 1978172"/>
              <a:gd name="connsiteX99-11873" fmla="*/ 6871943 w 10768629"/>
              <a:gd name="connsiteY99-11874" fmla="*/ 1554651 h 1978172"/>
              <a:gd name="connsiteX100-11875" fmla="*/ 6856174 w 10768629"/>
              <a:gd name="connsiteY100-11876" fmla="*/ 1562024 h 1978172"/>
              <a:gd name="connsiteX101-11877" fmla="*/ 6842321 w 10768629"/>
              <a:gd name="connsiteY101-11878" fmla="*/ 1560554 h 1978172"/>
              <a:gd name="connsiteX102-11879" fmla="*/ 6832713 w 10768629"/>
              <a:gd name="connsiteY102-11880" fmla="*/ 1569357 h 1978172"/>
              <a:gd name="connsiteX103-11881" fmla="*/ 6816351 w 10768629"/>
              <a:gd name="connsiteY103-11882" fmla="*/ 1571495 h 1978172"/>
              <a:gd name="connsiteX104-11883" fmla="*/ 6795800 w 10768629"/>
              <a:gd name="connsiteY104-11884" fmla="*/ 1572010 h 1978172"/>
              <a:gd name="connsiteX105-11885" fmla="*/ 6777546 w 10768629"/>
              <a:gd name="connsiteY105-11886" fmla="*/ 1568661 h 1978172"/>
              <a:gd name="connsiteX106-11887" fmla="*/ 6751528 w 10768629"/>
              <a:gd name="connsiteY106-11888" fmla="*/ 1574143 h 1978172"/>
              <a:gd name="connsiteX107-11889" fmla="*/ 6691966 w 10768629"/>
              <a:gd name="connsiteY107-11890" fmla="*/ 1582255 h 1978172"/>
              <a:gd name="connsiteX108-11891" fmla="*/ 6646941 w 10768629"/>
              <a:gd name="connsiteY108-11892" fmla="*/ 1588471 h 1978172"/>
              <a:gd name="connsiteX109-11893" fmla="*/ 6568576 w 10768629"/>
              <a:gd name="connsiteY109-11894" fmla="*/ 1606488 h 1978172"/>
              <a:gd name="connsiteX110-11895" fmla="*/ 6554358 w 10768629"/>
              <a:gd name="connsiteY110-11896" fmla="*/ 1621701 h 1978172"/>
              <a:gd name="connsiteX111-11897" fmla="*/ 6516968 w 10768629"/>
              <a:gd name="connsiteY111-11898" fmla="*/ 1617195 h 1978172"/>
              <a:gd name="connsiteX112-11899" fmla="*/ 6506479 w 10768629"/>
              <a:gd name="connsiteY112-11900" fmla="*/ 1602227 h 1978172"/>
              <a:gd name="connsiteX113-11901" fmla="*/ 6458436 w 10768629"/>
              <a:gd name="connsiteY113-11902" fmla="*/ 1607332 h 1978172"/>
              <a:gd name="connsiteX114-11903" fmla="*/ 6414786 w 10768629"/>
              <a:gd name="connsiteY114-11904" fmla="*/ 1628815 h 1978172"/>
              <a:gd name="connsiteX115-11905" fmla="*/ 6357085 w 10768629"/>
              <a:gd name="connsiteY115-11906" fmla="*/ 1640846 h 1978172"/>
              <a:gd name="connsiteX116-11907" fmla="*/ 6322636 w 10768629"/>
              <a:gd name="connsiteY116-11908" fmla="*/ 1648213 h 1978172"/>
              <a:gd name="connsiteX117-11909" fmla="*/ 6226172 w 10768629"/>
              <a:gd name="connsiteY117-11910" fmla="*/ 1654676 h 1978172"/>
              <a:gd name="connsiteX118-11911" fmla="*/ 6221217 w 10768629"/>
              <a:gd name="connsiteY118-11912" fmla="*/ 1654506 h 1978172"/>
              <a:gd name="connsiteX119-11913" fmla="*/ 6204956 w 10768629"/>
              <a:gd name="connsiteY119-11914" fmla="*/ 1664280 h 1978172"/>
              <a:gd name="connsiteX120-11915" fmla="*/ 6204270 w 10768629"/>
              <a:gd name="connsiteY120-11916" fmla="*/ 1666782 h 1978172"/>
              <a:gd name="connsiteX121-11917" fmla="*/ 6143810 w 10768629"/>
              <a:gd name="connsiteY121-11918" fmla="*/ 1661963 h 1978172"/>
              <a:gd name="connsiteX122-11919" fmla="*/ 6136560 w 10768629"/>
              <a:gd name="connsiteY122-11920" fmla="*/ 1665728 h 1978172"/>
              <a:gd name="connsiteX123-11921" fmla="*/ 6096155 w 10768629"/>
              <a:gd name="connsiteY123-11922" fmla="*/ 1656951 h 1978172"/>
              <a:gd name="connsiteX124-11923" fmla="*/ 6075812 w 10768629"/>
              <a:gd name="connsiteY124-11924" fmla="*/ 1655422 h 1978172"/>
              <a:gd name="connsiteX125-11925" fmla="*/ 6039495 w 10768629"/>
              <a:gd name="connsiteY125-11926" fmla="*/ 1649680 h 1978172"/>
              <a:gd name="connsiteX126-11927" fmla="*/ 6036523 w 10768629"/>
              <a:gd name="connsiteY126-11928" fmla="*/ 1652121 h 1978172"/>
              <a:gd name="connsiteX127-11929" fmla="*/ 6029328 w 10768629"/>
              <a:gd name="connsiteY127-11930" fmla="*/ 1649904 h 1978172"/>
              <a:gd name="connsiteX128-11931" fmla="*/ 6024075 w 10768629"/>
              <a:gd name="connsiteY128-11932" fmla="*/ 1652779 h 1978172"/>
              <a:gd name="connsiteX129-11933" fmla="*/ 6018085 w 10768629"/>
              <a:gd name="connsiteY129-11934" fmla="*/ 1652030 h 1978172"/>
              <a:gd name="connsiteX130-11935" fmla="*/ 5955513 w 10768629"/>
              <a:gd name="connsiteY130-11936" fmla="*/ 1663584 h 1978172"/>
              <a:gd name="connsiteX131-11937" fmla="*/ 5941996 w 10768629"/>
              <a:gd name="connsiteY131-11938" fmla="*/ 1661326 h 1978172"/>
              <a:gd name="connsiteX132-11939" fmla="*/ 5931789 w 10768629"/>
              <a:gd name="connsiteY132-11940" fmla="*/ 1669915 h 1978172"/>
              <a:gd name="connsiteX133-11941" fmla="*/ 5888686 w 10768629"/>
              <a:gd name="connsiteY133-11942" fmla="*/ 1672175 h 1978172"/>
              <a:gd name="connsiteX134-11943" fmla="*/ 5873794 w 10768629"/>
              <a:gd name="connsiteY134-11944" fmla="*/ 1665454 h 1978172"/>
              <a:gd name="connsiteX135-11945" fmla="*/ 5860022 w 10768629"/>
              <a:gd name="connsiteY135-11946" fmla="*/ 1660635 h 1978172"/>
              <a:gd name="connsiteX136-11947" fmla="*/ 5858237 w 10768629"/>
              <a:gd name="connsiteY136-11948" fmla="*/ 1660649 h 1978172"/>
              <a:gd name="connsiteX137-11949" fmla="*/ 5840319 w 10768629"/>
              <a:gd name="connsiteY137-11950" fmla="*/ 1660798 h 1978172"/>
              <a:gd name="connsiteX138-11951" fmla="*/ 5806984 w 10768629"/>
              <a:gd name="connsiteY138-11952" fmla="*/ 1661075 h 1978172"/>
              <a:gd name="connsiteX139-11953" fmla="*/ 5742351 w 10768629"/>
              <a:gd name="connsiteY139-11954" fmla="*/ 1667489 h 1978172"/>
              <a:gd name="connsiteX140-11955" fmla="*/ 5521171 w 10768629"/>
              <a:gd name="connsiteY140-11956" fmla="*/ 1671626 h 1978172"/>
              <a:gd name="connsiteX141-11957" fmla="*/ 5457384 w 10768629"/>
              <a:gd name="connsiteY141-11958" fmla="*/ 1683952 h 1978172"/>
              <a:gd name="connsiteX142-11959" fmla="*/ 4950070 w 10768629"/>
              <a:gd name="connsiteY142-11960" fmla="*/ 1748401 h 1978172"/>
              <a:gd name="connsiteX143-11961" fmla="*/ 4872172 w 10768629"/>
              <a:gd name="connsiteY143-11962" fmla="*/ 1757222 h 1978172"/>
              <a:gd name="connsiteX144-11963" fmla="*/ 4809524 w 10768629"/>
              <a:gd name="connsiteY144-11964" fmla="*/ 1761033 h 1978172"/>
              <a:gd name="connsiteX145-11965" fmla="*/ 4759058 w 10768629"/>
              <a:gd name="connsiteY145-11966" fmla="*/ 1766533 h 1978172"/>
              <a:gd name="connsiteX146-11967" fmla="*/ 4719749 w 10768629"/>
              <a:gd name="connsiteY146-11968" fmla="*/ 1771811 h 1978172"/>
              <a:gd name="connsiteX147-11969" fmla="*/ 4568686 w 10768629"/>
              <a:gd name="connsiteY147-11970" fmla="*/ 1786141 h 1978172"/>
              <a:gd name="connsiteX148-11971" fmla="*/ 4418751 w 10768629"/>
              <a:gd name="connsiteY148-11972" fmla="*/ 1796932 h 1978172"/>
              <a:gd name="connsiteX149-11973" fmla="*/ 4378377 w 10768629"/>
              <a:gd name="connsiteY149-11974" fmla="*/ 1815528 h 1978172"/>
              <a:gd name="connsiteX150-11975" fmla="*/ 4320575 w 10768629"/>
              <a:gd name="connsiteY150-11976" fmla="*/ 1832722 h 1978172"/>
              <a:gd name="connsiteX151-11977" fmla="*/ 4220200 w 10768629"/>
              <a:gd name="connsiteY151-11978" fmla="*/ 1873173 h 1978172"/>
              <a:gd name="connsiteX152-11979" fmla="*/ 4105361 w 10768629"/>
              <a:gd name="connsiteY152-11980" fmla="*/ 1894711 h 1978172"/>
              <a:gd name="connsiteX153-11981" fmla="*/ 3973223 w 10768629"/>
              <a:gd name="connsiteY153-11982" fmla="*/ 1881015 h 1978172"/>
              <a:gd name="connsiteX154-11983" fmla="*/ 3900992 w 10768629"/>
              <a:gd name="connsiteY154-11984" fmla="*/ 1880603 h 1978172"/>
              <a:gd name="connsiteX155-11985" fmla="*/ 3662119 w 10768629"/>
              <a:gd name="connsiteY155-11986" fmla="*/ 1889285 h 1978172"/>
              <a:gd name="connsiteX156-11987" fmla="*/ 3496919 w 10768629"/>
              <a:gd name="connsiteY156-11988" fmla="*/ 1873180 h 1978172"/>
              <a:gd name="connsiteX157-11989" fmla="*/ 3449433 w 10768629"/>
              <a:gd name="connsiteY157-11990" fmla="*/ 1889681 h 1978172"/>
              <a:gd name="connsiteX158-11991" fmla="*/ 3369766 w 10768629"/>
              <a:gd name="connsiteY158-11992" fmla="*/ 1916653 h 1978172"/>
              <a:gd name="connsiteX159-11993" fmla="*/ 3269672 w 10768629"/>
              <a:gd name="connsiteY159-11994" fmla="*/ 1938036 h 1978172"/>
              <a:gd name="connsiteX160-11995" fmla="*/ 3224897 w 10768629"/>
              <a:gd name="connsiteY160-11996" fmla="*/ 1943733 h 1978172"/>
              <a:gd name="connsiteX161-11997" fmla="*/ 3161463 w 10768629"/>
              <a:gd name="connsiteY161-11998" fmla="*/ 1946591 h 1978172"/>
              <a:gd name="connsiteX162-11999" fmla="*/ 3112044 w 10768629"/>
              <a:gd name="connsiteY162-12000" fmla="*/ 1935614 h 1978172"/>
              <a:gd name="connsiteX163-12001" fmla="*/ 3069716 w 10768629"/>
              <a:gd name="connsiteY163-12002" fmla="*/ 1930463 h 1978172"/>
              <a:gd name="connsiteX164-12003" fmla="*/ 3005773 w 10768629"/>
              <a:gd name="connsiteY164-12004" fmla="*/ 1915878 h 1978172"/>
              <a:gd name="connsiteX165-12005" fmla="*/ 2897201 w 10768629"/>
              <a:gd name="connsiteY165-12006" fmla="*/ 1926772 h 1978172"/>
              <a:gd name="connsiteX166-12007" fmla="*/ 2783891 w 10768629"/>
              <a:gd name="connsiteY166-12008" fmla="*/ 1931749 h 1978172"/>
              <a:gd name="connsiteX167-12009" fmla="*/ 2712447 w 10768629"/>
              <a:gd name="connsiteY167-12010" fmla="*/ 1933044 h 1978172"/>
              <a:gd name="connsiteX168-12011" fmla="*/ 2560151 w 10768629"/>
              <a:gd name="connsiteY168-12012" fmla="*/ 1963609 h 1978172"/>
              <a:gd name="connsiteX169-12013" fmla="*/ 2367221 w 10768629"/>
              <a:gd name="connsiteY169-12014" fmla="*/ 1971884 h 1978172"/>
              <a:gd name="connsiteX170-12015" fmla="*/ 2272130 w 10768629"/>
              <a:gd name="connsiteY170-12016" fmla="*/ 1961162 h 1978172"/>
              <a:gd name="connsiteX171-12017" fmla="*/ 2189404 w 10768629"/>
              <a:gd name="connsiteY171-12018" fmla="*/ 1978172 h 1978172"/>
              <a:gd name="connsiteX172-12019" fmla="*/ 2077704 w 10768629"/>
              <a:gd name="connsiteY172-12020" fmla="*/ 1965002 h 1978172"/>
              <a:gd name="connsiteX173-12021" fmla="*/ 2033299 w 10768629"/>
              <a:gd name="connsiteY173-12022" fmla="*/ 1969042 h 1978172"/>
              <a:gd name="connsiteX174-12023" fmla="*/ 1967996 w 10768629"/>
              <a:gd name="connsiteY174-12024" fmla="*/ 1953187 h 1978172"/>
              <a:gd name="connsiteX175-12025" fmla="*/ 1855805 w 10768629"/>
              <a:gd name="connsiteY175-12026" fmla="*/ 1926082 h 1978172"/>
              <a:gd name="connsiteX176-12027" fmla="*/ 1790957 w 10768629"/>
              <a:gd name="connsiteY176-12028" fmla="*/ 1919460 h 1978172"/>
              <a:gd name="connsiteX177-12029" fmla="*/ 1613978 w 10768629"/>
              <a:gd name="connsiteY177-12030" fmla="*/ 1891581 h 1978172"/>
              <a:gd name="connsiteX178-12031" fmla="*/ 1436831 w 10768629"/>
              <a:gd name="connsiteY178-12032" fmla="*/ 1856201 h 1978172"/>
              <a:gd name="connsiteX179-12033" fmla="*/ 1357365 w 10768629"/>
              <a:gd name="connsiteY179-12034" fmla="*/ 1832140 h 1978172"/>
              <a:gd name="connsiteX180-12035" fmla="*/ 1232341 w 10768629"/>
              <a:gd name="connsiteY180-12036" fmla="*/ 1785942 h 1978172"/>
              <a:gd name="connsiteX181-12037" fmla="*/ 1162595 w 10768629"/>
              <a:gd name="connsiteY181-12038" fmla="*/ 1758337 h 1978172"/>
              <a:gd name="connsiteX182-12039" fmla="*/ 1128523 w 10768629"/>
              <a:gd name="connsiteY182-12040" fmla="*/ 1763621 h 1978172"/>
              <a:gd name="connsiteX183-12041" fmla="*/ 991903 w 10768629"/>
              <a:gd name="connsiteY183-12042" fmla="*/ 1786741 h 1978172"/>
              <a:gd name="connsiteX184-12043" fmla="*/ 883960 w 10768629"/>
              <a:gd name="connsiteY184-12044" fmla="*/ 1822386 h 1978172"/>
              <a:gd name="connsiteX185-12045" fmla="*/ 766531 w 10768629"/>
              <a:gd name="connsiteY185-12046" fmla="*/ 1805053 h 1978172"/>
              <a:gd name="connsiteX186-12047" fmla="*/ 669779 w 10768629"/>
              <a:gd name="connsiteY186-12048" fmla="*/ 1800537 h 1978172"/>
              <a:gd name="connsiteX187-12049" fmla="*/ 523898 w 10768629"/>
              <a:gd name="connsiteY187-12050" fmla="*/ 1811085 h 1978172"/>
              <a:gd name="connsiteX188-12051" fmla="*/ 360251 w 10768629"/>
              <a:gd name="connsiteY188-12052" fmla="*/ 1830735 h 1978172"/>
              <a:gd name="connsiteX189-12053" fmla="*/ 255207 w 10768629"/>
              <a:gd name="connsiteY189-12054" fmla="*/ 1818275 h 1978172"/>
              <a:gd name="connsiteX190-12055" fmla="*/ 101803 w 10768629"/>
              <a:gd name="connsiteY190-12056" fmla="*/ 1870647 h 1978172"/>
              <a:gd name="connsiteX191-12057" fmla="*/ 25397 w 10768629"/>
              <a:gd name="connsiteY191-12058" fmla="*/ 1888443 h 1978172"/>
              <a:gd name="connsiteX192-12059" fmla="*/ 2370 w 10768629"/>
              <a:gd name="connsiteY192-12060" fmla="*/ 1878311 h 1978172"/>
              <a:gd name="connsiteX193-12061" fmla="*/ 0 w 10768629"/>
              <a:gd name="connsiteY193-12062" fmla="*/ 1878785 h 1978172"/>
              <a:gd name="connsiteX194-12063" fmla="*/ 0 w 10768629"/>
              <a:gd name="connsiteY194-12064" fmla="*/ 0 h 1978172"/>
              <a:gd name="connsiteX0-12065" fmla="*/ 0 w 10768629"/>
              <a:gd name="connsiteY0-12066" fmla="*/ 0 h 1978172"/>
              <a:gd name="connsiteX1-12067" fmla="*/ 10768629 w 10768629"/>
              <a:gd name="connsiteY1-12068" fmla="*/ 0 h 1978172"/>
              <a:gd name="connsiteX2-12069" fmla="*/ 10733254 w 10768629"/>
              <a:gd name="connsiteY2-12070" fmla="*/ 31439 h 1978172"/>
              <a:gd name="connsiteX3-12071" fmla="*/ 10727085 w 10768629"/>
              <a:gd name="connsiteY3-12072" fmla="*/ 37910 h 1978172"/>
              <a:gd name="connsiteX4-12073" fmla="*/ 10675953 w 10768629"/>
              <a:gd name="connsiteY4-12074" fmla="*/ 68623 h 1978172"/>
              <a:gd name="connsiteX5-12075" fmla="*/ 10637091 w 10768629"/>
              <a:gd name="connsiteY5-12076" fmla="*/ 90361 h 1978172"/>
              <a:gd name="connsiteX6-12077" fmla="*/ 10610971 w 10768629"/>
              <a:gd name="connsiteY6-12078" fmla="*/ 110764 h 1978172"/>
              <a:gd name="connsiteX7-12079" fmla="*/ 10532872 w 10768629"/>
              <a:gd name="connsiteY7-12080" fmla="*/ 138028 h 1978172"/>
              <a:gd name="connsiteX8-12081" fmla="*/ 10398558 w 10768629"/>
              <a:gd name="connsiteY8-12082" fmla="*/ 172911 h 1978172"/>
              <a:gd name="connsiteX9-12083" fmla="*/ 10371128 w 10768629"/>
              <a:gd name="connsiteY9-12084" fmla="*/ 182609 h 1978172"/>
              <a:gd name="connsiteX10-12085" fmla="*/ 10352178 w 10768629"/>
              <a:gd name="connsiteY10-12086" fmla="*/ 199976 h 1978172"/>
              <a:gd name="connsiteX11-12087" fmla="*/ 10351815 w 10768629"/>
              <a:gd name="connsiteY11-12088" fmla="*/ 211879 h 1978172"/>
              <a:gd name="connsiteX12-12089" fmla="*/ 10337471 w 10768629"/>
              <a:gd name="connsiteY12-12090" fmla="*/ 218661 h 1978172"/>
              <a:gd name="connsiteX13-12091" fmla="*/ 10334625 w 10768629"/>
              <a:gd name="connsiteY13-12092" fmla="*/ 222351 h 1978172"/>
              <a:gd name="connsiteX14-12093" fmla="*/ 10256365 w 10768629"/>
              <a:gd name="connsiteY14-12094" fmla="*/ 235917 h 1978172"/>
              <a:gd name="connsiteX15-12095" fmla="*/ 10201127 w 10768629"/>
              <a:gd name="connsiteY15-12096" fmla="*/ 267448 h 1978172"/>
              <a:gd name="connsiteX16-12097" fmla="*/ 9961218 w 10768629"/>
              <a:gd name="connsiteY16-12098" fmla="*/ 326720 h 1978172"/>
              <a:gd name="connsiteX17-12099" fmla="*/ 9859715 w 10768629"/>
              <a:gd name="connsiteY17-12100" fmla="*/ 355698 h 1978172"/>
              <a:gd name="connsiteX18-12101" fmla="*/ 9679867 w 10768629"/>
              <a:gd name="connsiteY18-12102" fmla="*/ 399081 h 1978172"/>
              <a:gd name="connsiteX19-12103" fmla="*/ 9490654 w 10768629"/>
              <a:gd name="connsiteY19-12104" fmla="*/ 455225 h 1978172"/>
              <a:gd name="connsiteX20-12105" fmla="*/ 9470837 w 10768629"/>
              <a:gd name="connsiteY20-12106" fmla="*/ 452539 h 1978172"/>
              <a:gd name="connsiteX21-12107" fmla="*/ 9469082 w 10768629"/>
              <a:gd name="connsiteY21-12108" fmla="*/ 454891 h 1978172"/>
              <a:gd name="connsiteX22-12109" fmla="*/ 9448038 w 10768629"/>
              <a:gd name="connsiteY22-12110" fmla="*/ 459733 h 1978172"/>
              <a:gd name="connsiteX23-12111" fmla="*/ 9396821 w 10768629"/>
              <a:gd name="connsiteY23-12112" fmla="*/ 455795 h 1978172"/>
              <a:gd name="connsiteX24-12113" fmla="*/ 9392197 w 10768629"/>
              <a:gd name="connsiteY24-12114" fmla="*/ 459796 h 1978172"/>
              <a:gd name="connsiteX25-12115" fmla="*/ 9347994 w 10768629"/>
              <a:gd name="connsiteY25-12116" fmla="*/ 464462 h 1978172"/>
              <a:gd name="connsiteX26-12117" fmla="*/ 9347889 w 10768629"/>
              <a:gd name="connsiteY26-12118" fmla="*/ 466539 h 1978172"/>
              <a:gd name="connsiteX27-12119" fmla="*/ 9337639 w 10768629"/>
              <a:gd name="connsiteY27-12120" fmla="*/ 476654 h 1978172"/>
              <a:gd name="connsiteX28-12121" fmla="*/ 9287964 w 10768629"/>
              <a:gd name="connsiteY28-12122" fmla="*/ 513052 h 1978172"/>
              <a:gd name="connsiteX29-12123" fmla="*/ 9229283 w 10768629"/>
              <a:gd name="connsiteY29-12124" fmla="*/ 555377 h 1978172"/>
              <a:gd name="connsiteX30-12125" fmla="*/ 9220274 w 10768629"/>
              <a:gd name="connsiteY30-12126" fmla="*/ 557502 h 1978172"/>
              <a:gd name="connsiteX31-12127" fmla="*/ 9220202 w 10768629"/>
              <a:gd name="connsiteY31-12128" fmla="*/ 558001 h 1978172"/>
              <a:gd name="connsiteX32-12129" fmla="*/ 9210908 w 10768629"/>
              <a:gd name="connsiteY32-12130" fmla="*/ 561147 h 1978172"/>
              <a:gd name="connsiteX33-12131" fmla="*/ 9186374 w 10768629"/>
              <a:gd name="connsiteY33-12132" fmla="*/ 565502 h 1978172"/>
              <a:gd name="connsiteX34-12133" fmla="*/ 9181058 w 10768629"/>
              <a:gd name="connsiteY34-12134" fmla="*/ 569943 h 1978172"/>
              <a:gd name="connsiteX35-12135" fmla="*/ 9167549 w 10768629"/>
              <a:gd name="connsiteY35-12136" fmla="*/ 584727 h 1978172"/>
              <a:gd name="connsiteX36-12137" fmla="*/ 9149110 w 10768629"/>
              <a:gd name="connsiteY36-12138" fmla="*/ 598906 h 1978172"/>
              <a:gd name="connsiteX37-12139" fmla="*/ 9078556 w 10768629"/>
              <a:gd name="connsiteY37-12140" fmla="*/ 644039 h 1978172"/>
              <a:gd name="connsiteX38-12141" fmla="*/ 8996399 w 10768629"/>
              <a:gd name="connsiteY38-12142" fmla="*/ 690055 h 1978172"/>
              <a:gd name="connsiteX39-12143" fmla="*/ 8803791 w 10768629"/>
              <a:gd name="connsiteY39-12144" fmla="*/ 813860 h 1978172"/>
              <a:gd name="connsiteX40-12145" fmla="*/ 8636202 w 10768629"/>
              <a:gd name="connsiteY40-12146" fmla="*/ 848463 h 1978172"/>
              <a:gd name="connsiteX41-12147" fmla="*/ 8555372 w 10768629"/>
              <a:gd name="connsiteY41-12148" fmla="*/ 883171 h 1978172"/>
              <a:gd name="connsiteX42-12149" fmla="*/ 8507229 w 10768629"/>
              <a:gd name="connsiteY42-12150" fmla="*/ 901665 h 1978172"/>
              <a:gd name="connsiteX43-12151" fmla="*/ 8428473 w 10768629"/>
              <a:gd name="connsiteY43-12152" fmla="*/ 927985 h 1978172"/>
              <a:gd name="connsiteX44-12153" fmla="*/ 8427914 w 10768629"/>
              <a:gd name="connsiteY44-12154" fmla="*/ 933480 h 1978172"/>
              <a:gd name="connsiteX45-12155" fmla="*/ 8420327 w 10768629"/>
              <a:gd name="connsiteY45-12156" fmla="*/ 941984 h 1978172"/>
              <a:gd name="connsiteX46-12157" fmla="*/ 8394729 w 10768629"/>
              <a:gd name="connsiteY46-12158" fmla="*/ 948347 h 1978172"/>
              <a:gd name="connsiteX47-12159" fmla="*/ 8380548 w 10768629"/>
              <a:gd name="connsiteY47-12160" fmla="*/ 987916 h 1978172"/>
              <a:gd name="connsiteX48-12161" fmla="*/ 8375330 w 10768629"/>
              <a:gd name="connsiteY48-12162" fmla="*/ 965444 h 1978172"/>
              <a:gd name="connsiteX49-12163" fmla="*/ 8340796 w 10768629"/>
              <a:gd name="connsiteY49-12164" fmla="*/ 980522 h 1978172"/>
              <a:gd name="connsiteX50-12165" fmla="*/ 8304438 w 10768629"/>
              <a:gd name="connsiteY50-12166" fmla="*/ 996739 h 1978172"/>
              <a:gd name="connsiteX51-12167" fmla="*/ 8280929 w 10768629"/>
              <a:gd name="connsiteY51-12168" fmla="*/ 1023089 h 1978172"/>
              <a:gd name="connsiteX52-12169" fmla="*/ 8275760 w 10768629"/>
              <a:gd name="connsiteY52-12170" fmla="*/ 1027772 h 1978172"/>
              <a:gd name="connsiteX53-12171" fmla="*/ 8275478 w 10768629"/>
              <a:gd name="connsiteY53-12172" fmla="*/ 1027605 h 1978172"/>
              <a:gd name="connsiteX54-12173" fmla="*/ 8249003 w 10768629"/>
              <a:gd name="connsiteY54-12174" fmla="*/ 1032033 h 1978172"/>
              <a:gd name="connsiteX55-12175" fmla="*/ 8203836 w 10768629"/>
              <a:gd name="connsiteY55-12176" fmla="*/ 1037347 h 1978172"/>
              <a:gd name="connsiteX56-12177" fmla="*/ 8122936 w 10768629"/>
              <a:gd name="connsiteY56-12178" fmla="*/ 1063113 h 1978172"/>
              <a:gd name="connsiteX57-12179" fmla="*/ 8043658 w 10768629"/>
              <a:gd name="connsiteY57-12180" fmla="*/ 1092746 h 1978172"/>
              <a:gd name="connsiteX58-12181" fmla="*/ 8015351 w 10768629"/>
              <a:gd name="connsiteY58-12182" fmla="*/ 1105478 h 1978172"/>
              <a:gd name="connsiteX59-12183" fmla="*/ 7963145 w 10768629"/>
              <a:gd name="connsiteY59-12184" fmla="*/ 1119346 h 1978172"/>
              <a:gd name="connsiteX60-12185" fmla="*/ 7938145 w 10768629"/>
              <a:gd name="connsiteY60-12186" fmla="*/ 1120225 h 1978172"/>
              <a:gd name="connsiteX61-12187" fmla="*/ 7937238 w 10768629"/>
              <a:gd name="connsiteY61-12188" fmla="*/ 1121204 h 1978172"/>
              <a:gd name="connsiteX62-12189" fmla="*/ 7934398 w 10768629"/>
              <a:gd name="connsiteY62-12190" fmla="*/ 1118240 h 1978172"/>
              <a:gd name="connsiteX63-12191" fmla="*/ 7918248 w 10768629"/>
              <a:gd name="connsiteY63-12192" fmla="*/ 1124371 h 1978172"/>
              <a:gd name="connsiteX64-12193" fmla="*/ 7914119 w 10768629"/>
              <a:gd name="connsiteY64-12194" fmla="*/ 1127653 h 1978172"/>
              <a:gd name="connsiteX65-12195" fmla="*/ 7907658 w 10768629"/>
              <a:gd name="connsiteY65-12196" fmla="*/ 1130350 h 1978172"/>
              <a:gd name="connsiteX66-12197" fmla="*/ 7907434 w 10768629"/>
              <a:gd name="connsiteY66-12198" fmla="*/ 1130103 h 1978172"/>
              <a:gd name="connsiteX67-12199" fmla="*/ 7901508 w 10768629"/>
              <a:gd name="connsiteY67-12200" fmla="*/ 1133245 h 1978172"/>
              <a:gd name="connsiteX68-12201" fmla="*/ 7873287 w 10768629"/>
              <a:gd name="connsiteY68-12202" fmla="*/ 1152609 h 1978172"/>
              <a:gd name="connsiteX69-12203" fmla="*/ 7834833 w 10768629"/>
              <a:gd name="connsiteY69-12204" fmla="*/ 1153868 h 1978172"/>
              <a:gd name="connsiteX70-12205" fmla="*/ 7828661 w 10768629"/>
              <a:gd name="connsiteY70-12206" fmla="*/ 1139994 h 1978172"/>
              <a:gd name="connsiteX71-12207" fmla="*/ 7823966 w 10768629"/>
              <a:gd name="connsiteY71-12208" fmla="*/ 1143178 h 1978172"/>
              <a:gd name="connsiteX72-12209" fmla="*/ 7815078 w 10768629"/>
              <a:gd name="connsiteY72-12210" fmla="*/ 1151776 h 1978172"/>
              <a:gd name="connsiteX73-12211" fmla="*/ 7812026 w 10768629"/>
              <a:gd name="connsiteY73-12212" fmla="*/ 1151522 h 1978172"/>
              <a:gd name="connsiteX74-12213" fmla="*/ 7782249 w 10768629"/>
              <a:gd name="connsiteY74-12214" fmla="*/ 1160970 h 1978172"/>
              <a:gd name="connsiteX75-12215" fmla="*/ 7773476 w 10768629"/>
              <a:gd name="connsiteY75-12216" fmla="*/ 1157414 h 1978172"/>
              <a:gd name="connsiteX76-12217" fmla="*/ 7769600 w 10768629"/>
              <a:gd name="connsiteY76-12218" fmla="*/ 1157365 h 1978172"/>
              <a:gd name="connsiteX77-12219" fmla="*/ 7752631 w 10768629"/>
              <a:gd name="connsiteY77-12220" fmla="*/ 1172815 h 1978172"/>
              <a:gd name="connsiteX78-12221" fmla="*/ 7739392 w 10768629"/>
              <a:gd name="connsiteY78-12222" fmla="*/ 1192062 h 1978172"/>
              <a:gd name="connsiteX79-12223" fmla="*/ 7677677 w 10768629"/>
              <a:gd name="connsiteY79-12224" fmla="*/ 1216394 h 1978172"/>
              <a:gd name="connsiteX80-12225" fmla="*/ 7586920 w 10768629"/>
              <a:gd name="connsiteY80-12226" fmla="*/ 1261888 h 1978172"/>
              <a:gd name="connsiteX81-12227" fmla="*/ 7486100 w 10768629"/>
              <a:gd name="connsiteY81-12228" fmla="*/ 1292563 h 1978172"/>
              <a:gd name="connsiteX82-12229" fmla="*/ 7411323 w 10768629"/>
              <a:gd name="connsiteY82-12230" fmla="*/ 1340732 h 1978172"/>
              <a:gd name="connsiteX83-12231" fmla="*/ 7240698 w 10768629"/>
              <a:gd name="connsiteY83-12232" fmla="*/ 1438832 h 1978172"/>
              <a:gd name="connsiteX84-12233" fmla="*/ 7197675 w 10768629"/>
              <a:gd name="connsiteY84-12234" fmla="*/ 1447530 h 1978172"/>
              <a:gd name="connsiteX85-12235" fmla="*/ 7164788 w 10768629"/>
              <a:gd name="connsiteY85-12236" fmla="*/ 1480293 h 1978172"/>
              <a:gd name="connsiteX86-12237" fmla="*/ 7147929 w 10768629"/>
              <a:gd name="connsiteY86-12238" fmla="*/ 1477641 h 1978172"/>
              <a:gd name="connsiteX87-12239" fmla="*/ 7144965 w 10768629"/>
              <a:gd name="connsiteY87-12240" fmla="*/ 1476908 h 1978172"/>
              <a:gd name="connsiteX88-12241" fmla="*/ 7134299 w 10768629"/>
              <a:gd name="connsiteY88-12242" fmla="*/ 1479969 h 1978172"/>
              <a:gd name="connsiteX89-12243" fmla="*/ 7129809 w 10768629"/>
              <a:gd name="connsiteY89-12244" fmla="*/ 1473339 h 1978172"/>
              <a:gd name="connsiteX90-12245" fmla="*/ 7112688 w 10768629"/>
              <a:gd name="connsiteY90-12246" fmla="*/ 1472575 h 1978172"/>
              <a:gd name="connsiteX91-12247" fmla="*/ 7093470 w 10768629"/>
              <a:gd name="connsiteY91-12248" fmla="*/ 1480300 h 1978172"/>
              <a:gd name="connsiteX92-12249" fmla="*/ 7025034 w 10768629"/>
              <a:gd name="connsiteY92-12250" fmla="*/ 1506934 h 1978172"/>
              <a:gd name="connsiteX93-12251" fmla="*/ 7014783 w 10768629"/>
              <a:gd name="connsiteY93-12252" fmla="*/ 1515868 h 1978172"/>
              <a:gd name="connsiteX94-12253" fmla="*/ 6979706 w 10768629"/>
              <a:gd name="connsiteY94-12254" fmla="*/ 1523511 h 1978172"/>
              <a:gd name="connsiteX95-12255" fmla="*/ 6977890 w 10768629"/>
              <a:gd name="connsiteY95-12256" fmla="*/ 1525793 h 1978172"/>
              <a:gd name="connsiteX96-12257" fmla="*/ 6944339 w 10768629"/>
              <a:gd name="connsiteY96-12258" fmla="*/ 1536237 h 1978172"/>
              <a:gd name="connsiteX97-12259" fmla="*/ 6886996 w 10768629"/>
              <a:gd name="connsiteY97-12260" fmla="*/ 1563569 h 1978172"/>
              <a:gd name="connsiteX98-12261" fmla="*/ 6874510 w 10768629"/>
              <a:gd name="connsiteY98-12262" fmla="*/ 1558469 h 1978172"/>
              <a:gd name="connsiteX99-12263" fmla="*/ 6871943 w 10768629"/>
              <a:gd name="connsiteY99-12264" fmla="*/ 1554651 h 1978172"/>
              <a:gd name="connsiteX100-12265" fmla="*/ 6856174 w 10768629"/>
              <a:gd name="connsiteY100-12266" fmla="*/ 1562024 h 1978172"/>
              <a:gd name="connsiteX101-12267" fmla="*/ 6842321 w 10768629"/>
              <a:gd name="connsiteY101-12268" fmla="*/ 1560554 h 1978172"/>
              <a:gd name="connsiteX102-12269" fmla="*/ 6832713 w 10768629"/>
              <a:gd name="connsiteY102-12270" fmla="*/ 1569357 h 1978172"/>
              <a:gd name="connsiteX103-12271" fmla="*/ 6816351 w 10768629"/>
              <a:gd name="connsiteY103-12272" fmla="*/ 1571495 h 1978172"/>
              <a:gd name="connsiteX104-12273" fmla="*/ 6795800 w 10768629"/>
              <a:gd name="connsiteY104-12274" fmla="*/ 1572010 h 1978172"/>
              <a:gd name="connsiteX105-12275" fmla="*/ 6777546 w 10768629"/>
              <a:gd name="connsiteY105-12276" fmla="*/ 1568661 h 1978172"/>
              <a:gd name="connsiteX106-12277" fmla="*/ 6751528 w 10768629"/>
              <a:gd name="connsiteY106-12278" fmla="*/ 1574143 h 1978172"/>
              <a:gd name="connsiteX107-12279" fmla="*/ 6691966 w 10768629"/>
              <a:gd name="connsiteY107-12280" fmla="*/ 1582255 h 1978172"/>
              <a:gd name="connsiteX108-12281" fmla="*/ 6646941 w 10768629"/>
              <a:gd name="connsiteY108-12282" fmla="*/ 1588471 h 1978172"/>
              <a:gd name="connsiteX109-12283" fmla="*/ 6568576 w 10768629"/>
              <a:gd name="connsiteY109-12284" fmla="*/ 1606488 h 1978172"/>
              <a:gd name="connsiteX110-12285" fmla="*/ 6554358 w 10768629"/>
              <a:gd name="connsiteY110-12286" fmla="*/ 1621701 h 1978172"/>
              <a:gd name="connsiteX111-12287" fmla="*/ 6516968 w 10768629"/>
              <a:gd name="connsiteY111-12288" fmla="*/ 1617195 h 1978172"/>
              <a:gd name="connsiteX112-12289" fmla="*/ 6506479 w 10768629"/>
              <a:gd name="connsiteY112-12290" fmla="*/ 1602227 h 1978172"/>
              <a:gd name="connsiteX113-12291" fmla="*/ 6458436 w 10768629"/>
              <a:gd name="connsiteY113-12292" fmla="*/ 1607332 h 1978172"/>
              <a:gd name="connsiteX114-12293" fmla="*/ 6414786 w 10768629"/>
              <a:gd name="connsiteY114-12294" fmla="*/ 1628815 h 1978172"/>
              <a:gd name="connsiteX115-12295" fmla="*/ 6357085 w 10768629"/>
              <a:gd name="connsiteY115-12296" fmla="*/ 1640846 h 1978172"/>
              <a:gd name="connsiteX116-12297" fmla="*/ 6322636 w 10768629"/>
              <a:gd name="connsiteY116-12298" fmla="*/ 1648213 h 1978172"/>
              <a:gd name="connsiteX117-12299" fmla="*/ 6226172 w 10768629"/>
              <a:gd name="connsiteY117-12300" fmla="*/ 1654676 h 1978172"/>
              <a:gd name="connsiteX118-12301" fmla="*/ 6221217 w 10768629"/>
              <a:gd name="connsiteY118-12302" fmla="*/ 1654506 h 1978172"/>
              <a:gd name="connsiteX119-12303" fmla="*/ 6204956 w 10768629"/>
              <a:gd name="connsiteY119-12304" fmla="*/ 1664280 h 1978172"/>
              <a:gd name="connsiteX120-12305" fmla="*/ 6204270 w 10768629"/>
              <a:gd name="connsiteY120-12306" fmla="*/ 1666782 h 1978172"/>
              <a:gd name="connsiteX121-12307" fmla="*/ 6143810 w 10768629"/>
              <a:gd name="connsiteY121-12308" fmla="*/ 1661963 h 1978172"/>
              <a:gd name="connsiteX122-12309" fmla="*/ 6136560 w 10768629"/>
              <a:gd name="connsiteY122-12310" fmla="*/ 1665728 h 1978172"/>
              <a:gd name="connsiteX123-12311" fmla="*/ 6096155 w 10768629"/>
              <a:gd name="connsiteY123-12312" fmla="*/ 1656951 h 1978172"/>
              <a:gd name="connsiteX124-12313" fmla="*/ 6075812 w 10768629"/>
              <a:gd name="connsiteY124-12314" fmla="*/ 1655422 h 1978172"/>
              <a:gd name="connsiteX125-12315" fmla="*/ 6039495 w 10768629"/>
              <a:gd name="connsiteY125-12316" fmla="*/ 1649680 h 1978172"/>
              <a:gd name="connsiteX126-12317" fmla="*/ 6036523 w 10768629"/>
              <a:gd name="connsiteY126-12318" fmla="*/ 1652121 h 1978172"/>
              <a:gd name="connsiteX127-12319" fmla="*/ 6029328 w 10768629"/>
              <a:gd name="connsiteY127-12320" fmla="*/ 1649904 h 1978172"/>
              <a:gd name="connsiteX128-12321" fmla="*/ 6024075 w 10768629"/>
              <a:gd name="connsiteY128-12322" fmla="*/ 1652779 h 1978172"/>
              <a:gd name="connsiteX129-12323" fmla="*/ 6018085 w 10768629"/>
              <a:gd name="connsiteY129-12324" fmla="*/ 1652030 h 1978172"/>
              <a:gd name="connsiteX130-12325" fmla="*/ 5955513 w 10768629"/>
              <a:gd name="connsiteY130-12326" fmla="*/ 1663584 h 1978172"/>
              <a:gd name="connsiteX131-12327" fmla="*/ 5941996 w 10768629"/>
              <a:gd name="connsiteY131-12328" fmla="*/ 1661326 h 1978172"/>
              <a:gd name="connsiteX132-12329" fmla="*/ 5931789 w 10768629"/>
              <a:gd name="connsiteY132-12330" fmla="*/ 1669915 h 1978172"/>
              <a:gd name="connsiteX133-12331" fmla="*/ 5888686 w 10768629"/>
              <a:gd name="connsiteY133-12332" fmla="*/ 1672175 h 1978172"/>
              <a:gd name="connsiteX134-12333" fmla="*/ 5873794 w 10768629"/>
              <a:gd name="connsiteY134-12334" fmla="*/ 1665454 h 1978172"/>
              <a:gd name="connsiteX135-12335" fmla="*/ 5860022 w 10768629"/>
              <a:gd name="connsiteY135-12336" fmla="*/ 1660635 h 1978172"/>
              <a:gd name="connsiteX136-12337" fmla="*/ 5858237 w 10768629"/>
              <a:gd name="connsiteY136-12338" fmla="*/ 1660649 h 1978172"/>
              <a:gd name="connsiteX137-12339" fmla="*/ 5840319 w 10768629"/>
              <a:gd name="connsiteY137-12340" fmla="*/ 1660798 h 1978172"/>
              <a:gd name="connsiteX138-12341" fmla="*/ 5806984 w 10768629"/>
              <a:gd name="connsiteY138-12342" fmla="*/ 1661075 h 1978172"/>
              <a:gd name="connsiteX139-12343" fmla="*/ 5742351 w 10768629"/>
              <a:gd name="connsiteY139-12344" fmla="*/ 1667489 h 1978172"/>
              <a:gd name="connsiteX140-12345" fmla="*/ 5521171 w 10768629"/>
              <a:gd name="connsiteY140-12346" fmla="*/ 1671626 h 1978172"/>
              <a:gd name="connsiteX141-12347" fmla="*/ 5457384 w 10768629"/>
              <a:gd name="connsiteY141-12348" fmla="*/ 1683952 h 1978172"/>
              <a:gd name="connsiteX142-12349" fmla="*/ 4950070 w 10768629"/>
              <a:gd name="connsiteY142-12350" fmla="*/ 1748401 h 1978172"/>
              <a:gd name="connsiteX143-12351" fmla="*/ 4872172 w 10768629"/>
              <a:gd name="connsiteY143-12352" fmla="*/ 1757222 h 1978172"/>
              <a:gd name="connsiteX144-12353" fmla="*/ 4809524 w 10768629"/>
              <a:gd name="connsiteY144-12354" fmla="*/ 1761033 h 1978172"/>
              <a:gd name="connsiteX145-12355" fmla="*/ 4759058 w 10768629"/>
              <a:gd name="connsiteY145-12356" fmla="*/ 1766533 h 1978172"/>
              <a:gd name="connsiteX146-12357" fmla="*/ 4719749 w 10768629"/>
              <a:gd name="connsiteY146-12358" fmla="*/ 1771811 h 1978172"/>
              <a:gd name="connsiteX147-12359" fmla="*/ 4568686 w 10768629"/>
              <a:gd name="connsiteY147-12360" fmla="*/ 1786141 h 1978172"/>
              <a:gd name="connsiteX148-12361" fmla="*/ 4418751 w 10768629"/>
              <a:gd name="connsiteY148-12362" fmla="*/ 1796932 h 1978172"/>
              <a:gd name="connsiteX149-12363" fmla="*/ 4378377 w 10768629"/>
              <a:gd name="connsiteY149-12364" fmla="*/ 1815528 h 1978172"/>
              <a:gd name="connsiteX150-12365" fmla="*/ 4320575 w 10768629"/>
              <a:gd name="connsiteY150-12366" fmla="*/ 1832722 h 1978172"/>
              <a:gd name="connsiteX151-12367" fmla="*/ 4220200 w 10768629"/>
              <a:gd name="connsiteY151-12368" fmla="*/ 1873173 h 1978172"/>
              <a:gd name="connsiteX152-12369" fmla="*/ 4105361 w 10768629"/>
              <a:gd name="connsiteY152-12370" fmla="*/ 1894711 h 1978172"/>
              <a:gd name="connsiteX153-12371" fmla="*/ 3973223 w 10768629"/>
              <a:gd name="connsiteY153-12372" fmla="*/ 1881015 h 1978172"/>
              <a:gd name="connsiteX154-12373" fmla="*/ 3900992 w 10768629"/>
              <a:gd name="connsiteY154-12374" fmla="*/ 1880603 h 1978172"/>
              <a:gd name="connsiteX155-12375" fmla="*/ 3662119 w 10768629"/>
              <a:gd name="connsiteY155-12376" fmla="*/ 1889285 h 1978172"/>
              <a:gd name="connsiteX156-12377" fmla="*/ 3496919 w 10768629"/>
              <a:gd name="connsiteY156-12378" fmla="*/ 1873180 h 1978172"/>
              <a:gd name="connsiteX157-12379" fmla="*/ 3449433 w 10768629"/>
              <a:gd name="connsiteY157-12380" fmla="*/ 1889681 h 1978172"/>
              <a:gd name="connsiteX158-12381" fmla="*/ 3369766 w 10768629"/>
              <a:gd name="connsiteY158-12382" fmla="*/ 1916653 h 1978172"/>
              <a:gd name="connsiteX159-12383" fmla="*/ 3269672 w 10768629"/>
              <a:gd name="connsiteY159-12384" fmla="*/ 1938036 h 1978172"/>
              <a:gd name="connsiteX160-12385" fmla="*/ 3224897 w 10768629"/>
              <a:gd name="connsiteY160-12386" fmla="*/ 1943733 h 1978172"/>
              <a:gd name="connsiteX161-12387" fmla="*/ 3161463 w 10768629"/>
              <a:gd name="connsiteY161-12388" fmla="*/ 1946591 h 1978172"/>
              <a:gd name="connsiteX162-12389" fmla="*/ 3112044 w 10768629"/>
              <a:gd name="connsiteY162-12390" fmla="*/ 1935614 h 1978172"/>
              <a:gd name="connsiteX163-12391" fmla="*/ 3069716 w 10768629"/>
              <a:gd name="connsiteY163-12392" fmla="*/ 1930463 h 1978172"/>
              <a:gd name="connsiteX164-12393" fmla="*/ 3005773 w 10768629"/>
              <a:gd name="connsiteY164-12394" fmla="*/ 1915878 h 1978172"/>
              <a:gd name="connsiteX165-12395" fmla="*/ 2897201 w 10768629"/>
              <a:gd name="connsiteY165-12396" fmla="*/ 1926772 h 1978172"/>
              <a:gd name="connsiteX166-12397" fmla="*/ 2783891 w 10768629"/>
              <a:gd name="connsiteY166-12398" fmla="*/ 1931749 h 1978172"/>
              <a:gd name="connsiteX167-12399" fmla="*/ 2712447 w 10768629"/>
              <a:gd name="connsiteY167-12400" fmla="*/ 1933044 h 1978172"/>
              <a:gd name="connsiteX168-12401" fmla="*/ 2560151 w 10768629"/>
              <a:gd name="connsiteY168-12402" fmla="*/ 1963609 h 1978172"/>
              <a:gd name="connsiteX169-12403" fmla="*/ 2367221 w 10768629"/>
              <a:gd name="connsiteY169-12404" fmla="*/ 1971884 h 1978172"/>
              <a:gd name="connsiteX170-12405" fmla="*/ 2272130 w 10768629"/>
              <a:gd name="connsiteY170-12406" fmla="*/ 1961162 h 1978172"/>
              <a:gd name="connsiteX171-12407" fmla="*/ 2189404 w 10768629"/>
              <a:gd name="connsiteY171-12408" fmla="*/ 1978172 h 1978172"/>
              <a:gd name="connsiteX172-12409" fmla="*/ 2077704 w 10768629"/>
              <a:gd name="connsiteY172-12410" fmla="*/ 1965002 h 1978172"/>
              <a:gd name="connsiteX173-12411" fmla="*/ 2033299 w 10768629"/>
              <a:gd name="connsiteY173-12412" fmla="*/ 1969042 h 1978172"/>
              <a:gd name="connsiteX174-12413" fmla="*/ 1967996 w 10768629"/>
              <a:gd name="connsiteY174-12414" fmla="*/ 1953187 h 1978172"/>
              <a:gd name="connsiteX175-12415" fmla="*/ 1855805 w 10768629"/>
              <a:gd name="connsiteY175-12416" fmla="*/ 1926082 h 1978172"/>
              <a:gd name="connsiteX176-12417" fmla="*/ 1790957 w 10768629"/>
              <a:gd name="connsiteY176-12418" fmla="*/ 1919460 h 1978172"/>
              <a:gd name="connsiteX177-12419" fmla="*/ 1613978 w 10768629"/>
              <a:gd name="connsiteY177-12420" fmla="*/ 1891581 h 1978172"/>
              <a:gd name="connsiteX178-12421" fmla="*/ 1436831 w 10768629"/>
              <a:gd name="connsiteY178-12422" fmla="*/ 1856201 h 1978172"/>
              <a:gd name="connsiteX179-12423" fmla="*/ 1357365 w 10768629"/>
              <a:gd name="connsiteY179-12424" fmla="*/ 1832140 h 1978172"/>
              <a:gd name="connsiteX180-12425" fmla="*/ 1232341 w 10768629"/>
              <a:gd name="connsiteY180-12426" fmla="*/ 1785942 h 1978172"/>
              <a:gd name="connsiteX181-12427" fmla="*/ 1162595 w 10768629"/>
              <a:gd name="connsiteY181-12428" fmla="*/ 1758337 h 1978172"/>
              <a:gd name="connsiteX182-12429" fmla="*/ 1128523 w 10768629"/>
              <a:gd name="connsiteY182-12430" fmla="*/ 1763621 h 1978172"/>
              <a:gd name="connsiteX183-12431" fmla="*/ 991903 w 10768629"/>
              <a:gd name="connsiteY183-12432" fmla="*/ 1786741 h 1978172"/>
              <a:gd name="connsiteX184-12433" fmla="*/ 883960 w 10768629"/>
              <a:gd name="connsiteY184-12434" fmla="*/ 1822386 h 1978172"/>
              <a:gd name="connsiteX185-12435" fmla="*/ 766531 w 10768629"/>
              <a:gd name="connsiteY185-12436" fmla="*/ 1805053 h 1978172"/>
              <a:gd name="connsiteX186-12437" fmla="*/ 669779 w 10768629"/>
              <a:gd name="connsiteY186-12438" fmla="*/ 1800537 h 1978172"/>
              <a:gd name="connsiteX187-12439" fmla="*/ 523898 w 10768629"/>
              <a:gd name="connsiteY187-12440" fmla="*/ 1811085 h 1978172"/>
              <a:gd name="connsiteX188-12441" fmla="*/ 360251 w 10768629"/>
              <a:gd name="connsiteY188-12442" fmla="*/ 1830735 h 1978172"/>
              <a:gd name="connsiteX189-12443" fmla="*/ 255207 w 10768629"/>
              <a:gd name="connsiteY189-12444" fmla="*/ 1818275 h 1978172"/>
              <a:gd name="connsiteX190-12445" fmla="*/ 101803 w 10768629"/>
              <a:gd name="connsiteY190-12446" fmla="*/ 1870647 h 1978172"/>
              <a:gd name="connsiteX191-12447" fmla="*/ 25397 w 10768629"/>
              <a:gd name="connsiteY191-12448" fmla="*/ 1888443 h 1978172"/>
              <a:gd name="connsiteX192-12449" fmla="*/ 2370 w 10768629"/>
              <a:gd name="connsiteY192-12450" fmla="*/ 1878311 h 1978172"/>
              <a:gd name="connsiteX193-12451" fmla="*/ 0 w 10768629"/>
              <a:gd name="connsiteY193-12452" fmla="*/ 1878785 h 1978172"/>
              <a:gd name="connsiteX194-12453" fmla="*/ 0 w 10768629"/>
              <a:gd name="connsiteY194-12454" fmla="*/ 0 h 1978172"/>
              <a:gd name="connsiteX0-12455" fmla="*/ 0 w 10768629"/>
              <a:gd name="connsiteY0-12456" fmla="*/ 0 h 1978172"/>
              <a:gd name="connsiteX1-12457" fmla="*/ 10768629 w 10768629"/>
              <a:gd name="connsiteY1-12458" fmla="*/ 0 h 1978172"/>
              <a:gd name="connsiteX2-12459" fmla="*/ 10733254 w 10768629"/>
              <a:gd name="connsiteY2-12460" fmla="*/ 31439 h 1978172"/>
              <a:gd name="connsiteX3-12461" fmla="*/ 10727085 w 10768629"/>
              <a:gd name="connsiteY3-12462" fmla="*/ 37910 h 1978172"/>
              <a:gd name="connsiteX4-12463" fmla="*/ 10675953 w 10768629"/>
              <a:gd name="connsiteY4-12464" fmla="*/ 68623 h 1978172"/>
              <a:gd name="connsiteX5-12465" fmla="*/ 10637091 w 10768629"/>
              <a:gd name="connsiteY5-12466" fmla="*/ 90361 h 1978172"/>
              <a:gd name="connsiteX6-12467" fmla="*/ 10610971 w 10768629"/>
              <a:gd name="connsiteY6-12468" fmla="*/ 110764 h 1978172"/>
              <a:gd name="connsiteX7-12469" fmla="*/ 10532872 w 10768629"/>
              <a:gd name="connsiteY7-12470" fmla="*/ 138028 h 1978172"/>
              <a:gd name="connsiteX8-12471" fmla="*/ 10398558 w 10768629"/>
              <a:gd name="connsiteY8-12472" fmla="*/ 172911 h 1978172"/>
              <a:gd name="connsiteX9-12473" fmla="*/ 10371128 w 10768629"/>
              <a:gd name="connsiteY9-12474" fmla="*/ 182609 h 1978172"/>
              <a:gd name="connsiteX10-12475" fmla="*/ 10352178 w 10768629"/>
              <a:gd name="connsiteY10-12476" fmla="*/ 199976 h 1978172"/>
              <a:gd name="connsiteX11-12477" fmla="*/ 10351815 w 10768629"/>
              <a:gd name="connsiteY11-12478" fmla="*/ 211879 h 1978172"/>
              <a:gd name="connsiteX12-12479" fmla="*/ 10337471 w 10768629"/>
              <a:gd name="connsiteY12-12480" fmla="*/ 218661 h 1978172"/>
              <a:gd name="connsiteX13-12481" fmla="*/ 10334625 w 10768629"/>
              <a:gd name="connsiteY13-12482" fmla="*/ 222351 h 1978172"/>
              <a:gd name="connsiteX14-12483" fmla="*/ 10256365 w 10768629"/>
              <a:gd name="connsiteY14-12484" fmla="*/ 235917 h 1978172"/>
              <a:gd name="connsiteX15-12485" fmla="*/ 10201127 w 10768629"/>
              <a:gd name="connsiteY15-12486" fmla="*/ 267448 h 1978172"/>
              <a:gd name="connsiteX16-12487" fmla="*/ 9961218 w 10768629"/>
              <a:gd name="connsiteY16-12488" fmla="*/ 326720 h 1978172"/>
              <a:gd name="connsiteX17-12489" fmla="*/ 9859715 w 10768629"/>
              <a:gd name="connsiteY17-12490" fmla="*/ 355698 h 1978172"/>
              <a:gd name="connsiteX18-12491" fmla="*/ 9679867 w 10768629"/>
              <a:gd name="connsiteY18-12492" fmla="*/ 399081 h 1978172"/>
              <a:gd name="connsiteX19-12493" fmla="*/ 9490654 w 10768629"/>
              <a:gd name="connsiteY19-12494" fmla="*/ 455225 h 1978172"/>
              <a:gd name="connsiteX20-12495" fmla="*/ 9470837 w 10768629"/>
              <a:gd name="connsiteY20-12496" fmla="*/ 452539 h 1978172"/>
              <a:gd name="connsiteX21-12497" fmla="*/ 9469082 w 10768629"/>
              <a:gd name="connsiteY21-12498" fmla="*/ 454891 h 1978172"/>
              <a:gd name="connsiteX22-12499" fmla="*/ 9448038 w 10768629"/>
              <a:gd name="connsiteY22-12500" fmla="*/ 459733 h 1978172"/>
              <a:gd name="connsiteX23-12501" fmla="*/ 9396821 w 10768629"/>
              <a:gd name="connsiteY23-12502" fmla="*/ 455795 h 1978172"/>
              <a:gd name="connsiteX24-12503" fmla="*/ 9392197 w 10768629"/>
              <a:gd name="connsiteY24-12504" fmla="*/ 459796 h 1978172"/>
              <a:gd name="connsiteX25-12505" fmla="*/ 9347994 w 10768629"/>
              <a:gd name="connsiteY25-12506" fmla="*/ 464462 h 1978172"/>
              <a:gd name="connsiteX26-12507" fmla="*/ 9347889 w 10768629"/>
              <a:gd name="connsiteY26-12508" fmla="*/ 466539 h 1978172"/>
              <a:gd name="connsiteX27-12509" fmla="*/ 9337639 w 10768629"/>
              <a:gd name="connsiteY27-12510" fmla="*/ 476654 h 1978172"/>
              <a:gd name="connsiteX28-12511" fmla="*/ 9287964 w 10768629"/>
              <a:gd name="connsiteY28-12512" fmla="*/ 513052 h 1978172"/>
              <a:gd name="connsiteX29-12513" fmla="*/ 9229283 w 10768629"/>
              <a:gd name="connsiteY29-12514" fmla="*/ 555377 h 1978172"/>
              <a:gd name="connsiteX30-12515" fmla="*/ 9220274 w 10768629"/>
              <a:gd name="connsiteY30-12516" fmla="*/ 557502 h 1978172"/>
              <a:gd name="connsiteX31-12517" fmla="*/ 9220202 w 10768629"/>
              <a:gd name="connsiteY31-12518" fmla="*/ 558001 h 1978172"/>
              <a:gd name="connsiteX32-12519" fmla="*/ 9210908 w 10768629"/>
              <a:gd name="connsiteY32-12520" fmla="*/ 561147 h 1978172"/>
              <a:gd name="connsiteX33-12521" fmla="*/ 9186374 w 10768629"/>
              <a:gd name="connsiteY33-12522" fmla="*/ 565502 h 1978172"/>
              <a:gd name="connsiteX34-12523" fmla="*/ 9181058 w 10768629"/>
              <a:gd name="connsiteY34-12524" fmla="*/ 569943 h 1978172"/>
              <a:gd name="connsiteX35-12525" fmla="*/ 9167549 w 10768629"/>
              <a:gd name="connsiteY35-12526" fmla="*/ 584727 h 1978172"/>
              <a:gd name="connsiteX36-12527" fmla="*/ 9149110 w 10768629"/>
              <a:gd name="connsiteY36-12528" fmla="*/ 598906 h 1978172"/>
              <a:gd name="connsiteX37-12529" fmla="*/ 9078556 w 10768629"/>
              <a:gd name="connsiteY37-12530" fmla="*/ 644039 h 1978172"/>
              <a:gd name="connsiteX38-12531" fmla="*/ 8996399 w 10768629"/>
              <a:gd name="connsiteY38-12532" fmla="*/ 690055 h 1978172"/>
              <a:gd name="connsiteX39-12533" fmla="*/ 8803791 w 10768629"/>
              <a:gd name="connsiteY39-12534" fmla="*/ 813860 h 1978172"/>
              <a:gd name="connsiteX40-12535" fmla="*/ 8636202 w 10768629"/>
              <a:gd name="connsiteY40-12536" fmla="*/ 848463 h 1978172"/>
              <a:gd name="connsiteX41-12537" fmla="*/ 8555372 w 10768629"/>
              <a:gd name="connsiteY41-12538" fmla="*/ 883171 h 1978172"/>
              <a:gd name="connsiteX42-12539" fmla="*/ 8507229 w 10768629"/>
              <a:gd name="connsiteY42-12540" fmla="*/ 901665 h 1978172"/>
              <a:gd name="connsiteX43-12541" fmla="*/ 8428473 w 10768629"/>
              <a:gd name="connsiteY43-12542" fmla="*/ 927985 h 1978172"/>
              <a:gd name="connsiteX44-12543" fmla="*/ 8427914 w 10768629"/>
              <a:gd name="connsiteY44-12544" fmla="*/ 933480 h 1978172"/>
              <a:gd name="connsiteX45-12545" fmla="*/ 8420327 w 10768629"/>
              <a:gd name="connsiteY45-12546" fmla="*/ 941984 h 1978172"/>
              <a:gd name="connsiteX46-12547" fmla="*/ 8394729 w 10768629"/>
              <a:gd name="connsiteY46-12548" fmla="*/ 948347 h 1978172"/>
              <a:gd name="connsiteX47-12549" fmla="*/ 8380548 w 10768629"/>
              <a:gd name="connsiteY47-12550" fmla="*/ 987916 h 1978172"/>
              <a:gd name="connsiteX48-12551" fmla="*/ 8375330 w 10768629"/>
              <a:gd name="connsiteY48-12552" fmla="*/ 965444 h 1978172"/>
              <a:gd name="connsiteX49-12553" fmla="*/ 8340796 w 10768629"/>
              <a:gd name="connsiteY49-12554" fmla="*/ 980522 h 1978172"/>
              <a:gd name="connsiteX50-12555" fmla="*/ 8304438 w 10768629"/>
              <a:gd name="connsiteY50-12556" fmla="*/ 996739 h 1978172"/>
              <a:gd name="connsiteX51-12557" fmla="*/ 8280929 w 10768629"/>
              <a:gd name="connsiteY51-12558" fmla="*/ 1023089 h 1978172"/>
              <a:gd name="connsiteX52-12559" fmla="*/ 8275760 w 10768629"/>
              <a:gd name="connsiteY52-12560" fmla="*/ 1027772 h 1978172"/>
              <a:gd name="connsiteX53-12561" fmla="*/ 8275478 w 10768629"/>
              <a:gd name="connsiteY53-12562" fmla="*/ 1027605 h 1978172"/>
              <a:gd name="connsiteX54-12563" fmla="*/ 8249003 w 10768629"/>
              <a:gd name="connsiteY54-12564" fmla="*/ 1032033 h 1978172"/>
              <a:gd name="connsiteX55-12565" fmla="*/ 8203836 w 10768629"/>
              <a:gd name="connsiteY55-12566" fmla="*/ 1037347 h 1978172"/>
              <a:gd name="connsiteX56-12567" fmla="*/ 8122936 w 10768629"/>
              <a:gd name="connsiteY56-12568" fmla="*/ 1063113 h 1978172"/>
              <a:gd name="connsiteX57-12569" fmla="*/ 8043658 w 10768629"/>
              <a:gd name="connsiteY57-12570" fmla="*/ 1092746 h 1978172"/>
              <a:gd name="connsiteX58-12571" fmla="*/ 8015351 w 10768629"/>
              <a:gd name="connsiteY58-12572" fmla="*/ 1105478 h 1978172"/>
              <a:gd name="connsiteX59-12573" fmla="*/ 7963145 w 10768629"/>
              <a:gd name="connsiteY59-12574" fmla="*/ 1119346 h 1978172"/>
              <a:gd name="connsiteX60-12575" fmla="*/ 7938145 w 10768629"/>
              <a:gd name="connsiteY60-12576" fmla="*/ 1120225 h 1978172"/>
              <a:gd name="connsiteX61-12577" fmla="*/ 7937238 w 10768629"/>
              <a:gd name="connsiteY61-12578" fmla="*/ 1121204 h 1978172"/>
              <a:gd name="connsiteX62-12579" fmla="*/ 7934398 w 10768629"/>
              <a:gd name="connsiteY62-12580" fmla="*/ 1118240 h 1978172"/>
              <a:gd name="connsiteX63-12581" fmla="*/ 7918248 w 10768629"/>
              <a:gd name="connsiteY63-12582" fmla="*/ 1124371 h 1978172"/>
              <a:gd name="connsiteX64-12583" fmla="*/ 7914119 w 10768629"/>
              <a:gd name="connsiteY64-12584" fmla="*/ 1127653 h 1978172"/>
              <a:gd name="connsiteX65-12585" fmla="*/ 7907658 w 10768629"/>
              <a:gd name="connsiteY65-12586" fmla="*/ 1130350 h 1978172"/>
              <a:gd name="connsiteX66-12587" fmla="*/ 7907434 w 10768629"/>
              <a:gd name="connsiteY66-12588" fmla="*/ 1130103 h 1978172"/>
              <a:gd name="connsiteX67-12589" fmla="*/ 7901508 w 10768629"/>
              <a:gd name="connsiteY67-12590" fmla="*/ 1133245 h 1978172"/>
              <a:gd name="connsiteX68-12591" fmla="*/ 7873287 w 10768629"/>
              <a:gd name="connsiteY68-12592" fmla="*/ 1152609 h 1978172"/>
              <a:gd name="connsiteX69-12593" fmla="*/ 7834833 w 10768629"/>
              <a:gd name="connsiteY69-12594" fmla="*/ 1153868 h 1978172"/>
              <a:gd name="connsiteX70-12595" fmla="*/ 7828661 w 10768629"/>
              <a:gd name="connsiteY70-12596" fmla="*/ 1139994 h 1978172"/>
              <a:gd name="connsiteX71-12597" fmla="*/ 7823966 w 10768629"/>
              <a:gd name="connsiteY71-12598" fmla="*/ 1143178 h 1978172"/>
              <a:gd name="connsiteX72-12599" fmla="*/ 7815078 w 10768629"/>
              <a:gd name="connsiteY72-12600" fmla="*/ 1151776 h 1978172"/>
              <a:gd name="connsiteX73-12601" fmla="*/ 7812026 w 10768629"/>
              <a:gd name="connsiteY73-12602" fmla="*/ 1151522 h 1978172"/>
              <a:gd name="connsiteX74-12603" fmla="*/ 7782249 w 10768629"/>
              <a:gd name="connsiteY74-12604" fmla="*/ 1160970 h 1978172"/>
              <a:gd name="connsiteX75-12605" fmla="*/ 7773476 w 10768629"/>
              <a:gd name="connsiteY75-12606" fmla="*/ 1157414 h 1978172"/>
              <a:gd name="connsiteX76-12607" fmla="*/ 7769600 w 10768629"/>
              <a:gd name="connsiteY76-12608" fmla="*/ 1157365 h 1978172"/>
              <a:gd name="connsiteX77-12609" fmla="*/ 7752631 w 10768629"/>
              <a:gd name="connsiteY77-12610" fmla="*/ 1172815 h 1978172"/>
              <a:gd name="connsiteX78-12611" fmla="*/ 7739392 w 10768629"/>
              <a:gd name="connsiteY78-12612" fmla="*/ 1192062 h 1978172"/>
              <a:gd name="connsiteX79-12613" fmla="*/ 7677677 w 10768629"/>
              <a:gd name="connsiteY79-12614" fmla="*/ 1216394 h 1978172"/>
              <a:gd name="connsiteX80-12615" fmla="*/ 7586920 w 10768629"/>
              <a:gd name="connsiteY80-12616" fmla="*/ 1261888 h 1978172"/>
              <a:gd name="connsiteX81-12617" fmla="*/ 7486100 w 10768629"/>
              <a:gd name="connsiteY81-12618" fmla="*/ 1292563 h 1978172"/>
              <a:gd name="connsiteX82-12619" fmla="*/ 7411323 w 10768629"/>
              <a:gd name="connsiteY82-12620" fmla="*/ 1340732 h 1978172"/>
              <a:gd name="connsiteX83-12621" fmla="*/ 7240698 w 10768629"/>
              <a:gd name="connsiteY83-12622" fmla="*/ 1438832 h 1978172"/>
              <a:gd name="connsiteX84-12623" fmla="*/ 7197675 w 10768629"/>
              <a:gd name="connsiteY84-12624" fmla="*/ 1447530 h 1978172"/>
              <a:gd name="connsiteX85-12625" fmla="*/ 7164788 w 10768629"/>
              <a:gd name="connsiteY85-12626" fmla="*/ 1480293 h 1978172"/>
              <a:gd name="connsiteX86-12627" fmla="*/ 7147929 w 10768629"/>
              <a:gd name="connsiteY86-12628" fmla="*/ 1477641 h 1978172"/>
              <a:gd name="connsiteX87-12629" fmla="*/ 7144965 w 10768629"/>
              <a:gd name="connsiteY87-12630" fmla="*/ 1476908 h 1978172"/>
              <a:gd name="connsiteX88-12631" fmla="*/ 7134299 w 10768629"/>
              <a:gd name="connsiteY88-12632" fmla="*/ 1479969 h 1978172"/>
              <a:gd name="connsiteX89-12633" fmla="*/ 7129809 w 10768629"/>
              <a:gd name="connsiteY89-12634" fmla="*/ 1473339 h 1978172"/>
              <a:gd name="connsiteX90-12635" fmla="*/ 7112688 w 10768629"/>
              <a:gd name="connsiteY90-12636" fmla="*/ 1472575 h 1978172"/>
              <a:gd name="connsiteX91-12637" fmla="*/ 7093470 w 10768629"/>
              <a:gd name="connsiteY91-12638" fmla="*/ 1480300 h 1978172"/>
              <a:gd name="connsiteX92-12639" fmla="*/ 7025034 w 10768629"/>
              <a:gd name="connsiteY92-12640" fmla="*/ 1506934 h 1978172"/>
              <a:gd name="connsiteX93-12641" fmla="*/ 7014783 w 10768629"/>
              <a:gd name="connsiteY93-12642" fmla="*/ 1515868 h 1978172"/>
              <a:gd name="connsiteX94-12643" fmla="*/ 6979706 w 10768629"/>
              <a:gd name="connsiteY94-12644" fmla="*/ 1523511 h 1978172"/>
              <a:gd name="connsiteX95-12645" fmla="*/ 6977890 w 10768629"/>
              <a:gd name="connsiteY95-12646" fmla="*/ 1525793 h 1978172"/>
              <a:gd name="connsiteX96-12647" fmla="*/ 6944339 w 10768629"/>
              <a:gd name="connsiteY96-12648" fmla="*/ 1536237 h 1978172"/>
              <a:gd name="connsiteX97-12649" fmla="*/ 6886996 w 10768629"/>
              <a:gd name="connsiteY97-12650" fmla="*/ 1563569 h 1978172"/>
              <a:gd name="connsiteX98-12651" fmla="*/ 6874510 w 10768629"/>
              <a:gd name="connsiteY98-12652" fmla="*/ 1558469 h 1978172"/>
              <a:gd name="connsiteX99-12653" fmla="*/ 6871943 w 10768629"/>
              <a:gd name="connsiteY99-12654" fmla="*/ 1554651 h 1978172"/>
              <a:gd name="connsiteX100-12655" fmla="*/ 6856174 w 10768629"/>
              <a:gd name="connsiteY100-12656" fmla="*/ 1562024 h 1978172"/>
              <a:gd name="connsiteX101-12657" fmla="*/ 6842321 w 10768629"/>
              <a:gd name="connsiteY101-12658" fmla="*/ 1560554 h 1978172"/>
              <a:gd name="connsiteX102-12659" fmla="*/ 6832713 w 10768629"/>
              <a:gd name="connsiteY102-12660" fmla="*/ 1569357 h 1978172"/>
              <a:gd name="connsiteX103-12661" fmla="*/ 6816351 w 10768629"/>
              <a:gd name="connsiteY103-12662" fmla="*/ 1571495 h 1978172"/>
              <a:gd name="connsiteX104-12663" fmla="*/ 6795800 w 10768629"/>
              <a:gd name="connsiteY104-12664" fmla="*/ 1572010 h 1978172"/>
              <a:gd name="connsiteX105-12665" fmla="*/ 6777546 w 10768629"/>
              <a:gd name="connsiteY105-12666" fmla="*/ 1568661 h 1978172"/>
              <a:gd name="connsiteX106-12667" fmla="*/ 6751528 w 10768629"/>
              <a:gd name="connsiteY106-12668" fmla="*/ 1574143 h 1978172"/>
              <a:gd name="connsiteX107-12669" fmla="*/ 6691966 w 10768629"/>
              <a:gd name="connsiteY107-12670" fmla="*/ 1582255 h 1978172"/>
              <a:gd name="connsiteX108-12671" fmla="*/ 6646941 w 10768629"/>
              <a:gd name="connsiteY108-12672" fmla="*/ 1588471 h 1978172"/>
              <a:gd name="connsiteX109-12673" fmla="*/ 6568576 w 10768629"/>
              <a:gd name="connsiteY109-12674" fmla="*/ 1606488 h 1978172"/>
              <a:gd name="connsiteX110-12675" fmla="*/ 6554358 w 10768629"/>
              <a:gd name="connsiteY110-12676" fmla="*/ 1621701 h 1978172"/>
              <a:gd name="connsiteX111-12677" fmla="*/ 6516968 w 10768629"/>
              <a:gd name="connsiteY111-12678" fmla="*/ 1617195 h 1978172"/>
              <a:gd name="connsiteX112-12679" fmla="*/ 6506479 w 10768629"/>
              <a:gd name="connsiteY112-12680" fmla="*/ 1602227 h 1978172"/>
              <a:gd name="connsiteX113-12681" fmla="*/ 6458436 w 10768629"/>
              <a:gd name="connsiteY113-12682" fmla="*/ 1607332 h 1978172"/>
              <a:gd name="connsiteX114-12683" fmla="*/ 6414786 w 10768629"/>
              <a:gd name="connsiteY114-12684" fmla="*/ 1628815 h 1978172"/>
              <a:gd name="connsiteX115-12685" fmla="*/ 6357085 w 10768629"/>
              <a:gd name="connsiteY115-12686" fmla="*/ 1640846 h 1978172"/>
              <a:gd name="connsiteX116-12687" fmla="*/ 6322636 w 10768629"/>
              <a:gd name="connsiteY116-12688" fmla="*/ 1648213 h 1978172"/>
              <a:gd name="connsiteX117-12689" fmla="*/ 6226172 w 10768629"/>
              <a:gd name="connsiteY117-12690" fmla="*/ 1654676 h 1978172"/>
              <a:gd name="connsiteX118-12691" fmla="*/ 6221217 w 10768629"/>
              <a:gd name="connsiteY118-12692" fmla="*/ 1654506 h 1978172"/>
              <a:gd name="connsiteX119-12693" fmla="*/ 6204956 w 10768629"/>
              <a:gd name="connsiteY119-12694" fmla="*/ 1664280 h 1978172"/>
              <a:gd name="connsiteX120-12695" fmla="*/ 6204270 w 10768629"/>
              <a:gd name="connsiteY120-12696" fmla="*/ 1666782 h 1978172"/>
              <a:gd name="connsiteX121-12697" fmla="*/ 6143810 w 10768629"/>
              <a:gd name="connsiteY121-12698" fmla="*/ 1661963 h 1978172"/>
              <a:gd name="connsiteX122-12699" fmla="*/ 6136560 w 10768629"/>
              <a:gd name="connsiteY122-12700" fmla="*/ 1665728 h 1978172"/>
              <a:gd name="connsiteX123-12701" fmla="*/ 6096155 w 10768629"/>
              <a:gd name="connsiteY123-12702" fmla="*/ 1656951 h 1978172"/>
              <a:gd name="connsiteX124-12703" fmla="*/ 6075812 w 10768629"/>
              <a:gd name="connsiteY124-12704" fmla="*/ 1655422 h 1978172"/>
              <a:gd name="connsiteX125-12705" fmla="*/ 6039495 w 10768629"/>
              <a:gd name="connsiteY125-12706" fmla="*/ 1649680 h 1978172"/>
              <a:gd name="connsiteX126-12707" fmla="*/ 6036523 w 10768629"/>
              <a:gd name="connsiteY126-12708" fmla="*/ 1652121 h 1978172"/>
              <a:gd name="connsiteX127-12709" fmla="*/ 6029328 w 10768629"/>
              <a:gd name="connsiteY127-12710" fmla="*/ 1649904 h 1978172"/>
              <a:gd name="connsiteX128-12711" fmla="*/ 6024075 w 10768629"/>
              <a:gd name="connsiteY128-12712" fmla="*/ 1652779 h 1978172"/>
              <a:gd name="connsiteX129-12713" fmla="*/ 6018085 w 10768629"/>
              <a:gd name="connsiteY129-12714" fmla="*/ 1652030 h 1978172"/>
              <a:gd name="connsiteX130-12715" fmla="*/ 5955513 w 10768629"/>
              <a:gd name="connsiteY130-12716" fmla="*/ 1663584 h 1978172"/>
              <a:gd name="connsiteX131-12717" fmla="*/ 5941996 w 10768629"/>
              <a:gd name="connsiteY131-12718" fmla="*/ 1661326 h 1978172"/>
              <a:gd name="connsiteX132-12719" fmla="*/ 5931789 w 10768629"/>
              <a:gd name="connsiteY132-12720" fmla="*/ 1669915 h 1978172"/>
              <a:gd name="connsiteX133-12721" fmla="*/ 5888686 w 10768629"/>
              <a:gd name="connsiteY133-12722" fmla="*/ 1672175 h 1978172"/>
              <a:gd name="connsiteX134-12723" fmla="*/ 5873794 w 10768629"/>
              <a:gd name="connsiteY134-12724" fmla="*/ 1665454 h 1978172"/>
              <a:gd name="connsiteX135-12725" fmla="*/ 5860022 w 10768629"/>
              <a:gd name="connsiteY135-12726" fmla="*/ 1660635 h 1978172"/>
              <a:gd name="connsiteX136-12727" fmla="*/ 5858237 w 10768629"/>
              <a:gd name="connsiteY136-12728" fmla="*/ 1660649 h 1978172"/>
              <a:gd name="connsiteX137-12729" fmla="*/ 5840319 w 10768629"/>
              <a:gd name="connsiteY137-12730" fmla="*/ 1660798 h 1978172"/>
              <a:gd name="connsiteX138-12731" fmla="*/ 5806984 w 10768629"/>
              <a:gd name="connsiteY138-12732" fmla="*/ 1661075 h 1978172"/>
              <a:gd name="connsiteX139-12733" fmla="*/ 5742351 w 10768629"/>
              <a:gd name="connsiteY139-12734" fmla="*/ 1667489 h 1978172"/>
              <a:gd name="connsiteX140-12735" fmla="*/ 5521171 w 10768629"/>
              <a:gd name="connsiteY140-12736" fmla="*/ 1671626 h 1978172"/>
              <a:gd name="connsiteX141-12737" fmla="*/ 5457384 w 10768629"/>
              <a:gd name="connsiteY141-12738" fmla="*/ 1683952 h 1978172"/>
              <a:gd name="connsiteX142-12739" fmla="*/ 4950070 w 10768629"/>
              <a:gd name="connsiteY142-12740" fmla="*/ 1748401 h 1978172"/>
              <a:gd name="connsiteX143-12741" fmla="*/ 4872172 w 10768629"/>
              <a:gd name="connsiteY143-12742" fmla="*/ 1757222 h 1978172"/>
              <a:gd name="connsiteX144-12743" fmla="*/ 4809524 w 10768629"/>
              <a:gd name="connsiteY144-12744" fmla="*/ 1761033 h 1978172"/>
              <a:gd name="connsiteX145-12745" fmla="*/ 4759058 w 10768629"/>
              <a:gd name="connsiteY145-12746" fmla="*/ 1766533 h 1978172"/>
              <a:gd name="connsiteX146-12747" fmla="*/ 4719749 w 10768629"/>
              <a:gd name="connsiteY146-12748" fmla="*/ 1771811 h 1978172"/>
              <a:gd name="connsiteX147-12749" fmla="*/ 4568686 w 10768629"/>
              <a:gd name="connsiteY147-12750" fmla="*/ 1786141 h 1978172"/>
              <a:gd name="connsiteX148-12751" fmla="*/ 4418751 w 10768629"/>
              <a:gd name="connsiteY148-12752" fmla="*/ 1796932 h 1978172"/>
              <a:gd name="connsiteX149-12753" fmla="*/ 4378377 w 10768629"/>
              <a:gd name="connsiteY149-12754" fmla="*/ 1815528 h 1978172"/>
              <a:gd name="connsiteX150-12755" fmla="*/ 4320575 w 10768629"/>
              <a:gd name="connsiteY150-12756" fmla="*/ 1832722 h 1978172"/>
              <a:gd name="connsiteX151-12757" fmla="*/ 4220200 w 10768629"/>
              <a:gd name="connsiteY151-12758" fmla="*/ 1873173 h 1978172"/>
              <a:gd name="connsiteX152-12759" fmla="*/ 4105361 w 10768629"/>
              <a:gd name="connsiteY152-12760" fmla="*/ 1894711 h 1978172"/>
              <a:gd name="connsiteX153-12761" fmla="*/ 3973223 w 10768629"/>
              <a:gd name="connsiteY153-12762" fmla="*/ 1881015 h 1978172"/>
              <a:gd name="connsiteX154-12763" fmla="*/ 3900992 w 10768629"/>
              <a:gd name="connsiteY154-12764" fmla="*/ 1880603 h 1978172"/>
              <a:gd name="connsiteX155-12765" fmla="*/ 3662119 w 10768629"/>
              <a:gd name="connsiteY155-12766" fmla="*/ 1889285 h 1978172"/>
              <a:gd name="connsiteX156-12767" fmla="*/ 3496919 w 10768629"/>
              <a:gd name="connsiteY156-12768" fmla="*/ 1873180 h 1978172"/>
              <a:gd name="connsiteX157-12769" fmla="*/ 3449433 w 10768629"/>
              <a:gd name="connsiteY157-12770" fmla="*/ 1889681 h 1978172"/>
              <a:gd name="connsiteX158-12771" fmla="*/ 3369766 w 10768629"/>
              <a:gd name="connsiteY158-12772" fmla="*/ 1916653 h 1978172"/>
              <a:gd name="connsiteX159-12773" fmla="*/ 3269672 w 10768629"/>
              <a:gd name="connsiteY159-12774" fmla="*/ 1938036 h 1978172"/>
              <a:gd name="connsiteX160-12775" fmla="*/ 3224897 w 10768629"/>
              <a:gd name="connsiteY160-12776" fmla="*/ 1943733 h 1978172"/>
              <a:gd name="connsiteX161-12777" fmla="*/ 3161463 w 10768629"/>
              <a:gd name="connsiteY161-12778" fmla="*/ 1946591 h 1978172"/>
              <a:gd name="connsiteX162-12779" fmla="*/ 3112044 w 10768629"/>
              <a:gd name="connsiteY162-12780" fmla="*/ 1935614 h 1978172"/>
              <a:gd name="connsiteX163-12781" fmla="*/ 3069716 w 10768629"/>
              <a:gd name="connsiteY163-12782" fmla="*/ 1930463 h 1978172"/>
              <a:gd name="connsiteX164-12783" fmla="*/ 3005773 w 10768629"/>
              <a:gd name="connsiteY164-12784" fmla="*/ 1915878 h 1978172"/>
              <a:gd name="connsiteX165-12785" fmla="*/ 2897201 w 10768629"/>
              <a:gd name="connsiteY165-12786" fmla="*/ 1926772 h 1978172"/>
              <a:gd name="connsiteX166-12787" fmla="*/ 2783891 w 10768629"/>
              <a:gd name="connsiteY166-12788" fmla="*/ 1931749 h 1978172"/>
              <a:gd name="connsiteX167-12789" fmla="*/ 2712447 w 10768629"/>
              <a:gd name="connsiteY167-12790" fmla="*/ 1933044 h 1978172"/>
              <a:gd name="connsiteX168-12791" fmla="*/ 2560151 w 10768629"/>
              <a:gd name="connsiteY168-12792" fmla="*/ 1963609 h 1978172"/>
              <a:gd name="connsiteX169-12793" fmla="*/ 2367221 w 10768629"/>
              <a:gd name="connsiteY169-12794" fmla="*/ 1971884 h 1978172"/>
              <a:gd name="connsiteX170-12795" fmla="*/ 2272130 w 10768629"/>
              <a:gd name="connsiteY170-12796" fmla="*/ 1961162 h 1978172"/>
              <a:gd name="connsiteX171-12797" fmla="*/ 2189404 w 10768629"/>
              <a:gd name="connsiteY171-12798" fmla="*/ 1978172 h 1978172"/>
              <a:gd name="connsiteX172-12799" fmla="*/ 2077704 w 10768629"/>
              <a:gd name="connsiteY172-12800" fmla="*/ 1965002 h 1978172"/>
              <a:gd name="connsiteX173-12801" fmla="*/ 2033299 w 10768629"/>
              <a:gd name="connsiteY173-12802" fmla="*/ 1969042 h 1978172"/>
              <a:gd name="connsiteX174-12803" fmla="*/ 1967996 w 10768629"/>
              <a:gd name="connsiteY174-12804" fmla="*/ 1953187 h 1978172"/>
              <a:gd name="connsiteX175-12805" fmla="*/ 1855805 w 10768629"/>
              <a:gd name="connsiteY175-12806" fmla="*/ 1926082 h 1978172"/>
              <a:gd name="connsiteX176-12807" fmla="*/ 1790957 w 10768629"/>
              <a:gd name="connsiteY176-12808" fmla="*/ 1919460 h 1978172"/>
              <a:gd name="connsiteX177-12809" fmla="*/ 1613978 w 10768629"/>
              <a:gd name="connsiteY177-12810" fmla="*/ 1891581 h 1978172"/>
              <a:gd name="connsiteX178-12811" fmla="*/ 1436831 w 10768629"/>
              <a:gd name="connsiteY178-12812" fmla="*/ 1856201 h 1978172"/>
              <a:gd name="connsiteX179-12813" fmla="*/ 1357365 w 10768629"/>
              <a:gd name="connsiteY179-12814" fmla="*/ 1832140 h 1978172"/>
              <a:gd name="connsiteX180-12815" fmla="*/ 1232341 w 10768629"/>
              <a:gd name="connsiteY180-12816" fmla="*/ 1785942 h 1978172"/>
              <a:gd name="connsiteX181-12817" fmla="*/ 1162595 w 10768629"/>
              <a:gd name="connsiteY181-12818" fmla="*/ 1758337 h 1978172"/>
              <a:gd name="connsiteX182-12819" fmla="*/ 1128523 w 10768629"/>
              <a:gd name="connsiteY182-12820" fmla="*/ 1763621 h 1978172"/>
              <a:gd name="connsiteX183-12821" fmla="*/ 991903 w 10768629"/>
              <a:gd name="connsiteY183-12822" fmla="*/ 1786741 h 1978172"/>
              <a:gd name="connsiteX184-12823" fmla="*/ 883960 w 10768629"/>
              <a:gd name="connsiteY184-12824" fmla="*/ 1822386 h 1978172"/>
              <a:gd name="connsiteX185-12825" fmla="*/ 766531 w 10768629"/>
              <a:gd name="connsiteY185-12826" fmla="*/ 1805053 h 1978172"/>
              <a:gd name="connsiteX186-12827" fmla="*/ 669779 w 10768629"/>
              <a:gd name="connsiteY186-12828" fmla="*/ 1800537 h 1978172"/>
              <a:gd name="connsiteX187-12829" fmla="*/ 523898 w 10768629"/>
              <a:gd name="connsiteY187-12830" fmla="*/ 1811085 h 1978172"/>
              <a:gd name="connsiteX188-12831" fmla="*/ 360251 w 10768629"/>
              <a:gd name="connsiteY188-12832" fmla="*/ 1830735 h 1978172"/>
              <a:gd name="connsiteX189-12833" fmla="*/ 255207 w 10768629"/>
              <a:gd name="connsiteY189-12834" fmla="*/ 1818275 h 1978172"/>
              <a:gd name="connsiteX190-12835" fmla="*/ 101803 w 10768629"/>
              <a:gd name="connsiteY190-12836" fmla="*/ 1870647 h 1978172"/>
              <a:gd name="connsiteX191-12837" fmla="*/ 25397 w 10768629"/>
              <a:gd name="connsiteY191-12838" fmla="*/ 1888443 h 1978172"/>
              <a:gd name="connsiteX192-12839" fmla="*/ 2370 w 10768629"/>
              <a:gd name="connsiteY192-12840" fmla="*/ 1878311 h 1978172"/>
              <a:gd name="connsiteX193-12841" fmla="*/ 0 w 10768629"/>
              <a:gd name="connsiteY193-12842" fmla="*/ 1878785 h 1978172"/>
              <a:gd name="connsiteX194-12843" fmla="*/ 0 w 10768629"/>
              <a:gd name="connsiteY194-12844" fmla="*/ 0 h 1978172"/>
              <a:gd name="connsiteX0-12845" fmla="*/ 0 w 10768629"/>
              <a:gd name="connsiteY0-12846" fmla="*/ 0 h 1978172"/>
              <a:gd name="connsiteX1-12847" fmla="*/ 10768629 w 10768629"/>
              <a:gd name="connsiteY1-12848" fmla="*/ 0 h 1978172"/>
              <a:gd name="connsiteX2-12849" fmla="*/ 10733254 w 10768629"/>
              <a:gd name="connsiteY2-12850" fmla="*/ 31439 h 1978172"/>
              <a:gd name="connsiteX3-12851" fmla="*/ 10727085 w 10768629"/>
              <a:gd name="connsiteY3-12852" fmla="*/ 37910 h 1978172"/>
              <a:gd name="connsiteX4-12853" fmla="*/ 10675953 w 10768629"/>
              <a:gd name="connsiteY4-12854" fmla="*/ 68623 h 1978172"/>
              <a:gd name="connsiteX5-12855" fmla="*/ 10637091 w 10768629"/>
              <a:gd name="connsiteY5-12856" fmla="*/ 90361 h 1978172"/>
              <a:gd name="connsiteX6-12857" fmla="*/ 10610971 w 10768629"/>
              <a:gd name="connsiteY6-12858" fmla="*/ 110764 h 1978172"/>
              <a:gd name="connsiteX7-12859" fmla="*/ 10532872 w 10768629"/>
              <a:gd name="connsiteY7-12860" fmla="*/ 138028 h 1978172"/>
              <a:gd name="connsiteX8-12861" fmla="*/ 10398558 w 10768629"/>
              <a:gd name="connsiteY8-12862" fmla="*/ 172911 h 1978172"/>
              <a:gd name="connsiteX9-12863" fmla="*/ 10371128 w 10768629"/>
              <a:gd name="connsiteY9-12864" fmla="*/ 182609 h 1978172"/>
              <a:gd name="connsiteX10-12865" fmla="*/ 10352178 w 10768629"/>
              <a:gd name="connsiteY10-12866" fmla="*/ 199976 h 1978172"/>
              <a:gd name="connsiteX11-12867" fmla="*/ 10351815 w 10768629"/>
              <a:gd name="connsiteY11-12868" fmla="*/ 211879 h 1978172"/>
              <a:gd name="connsiteX12-12869" fmla="*/ 10337471 w 10768629"/>
              <a:gd name="connsiteY12-12870" fmla="*/ 218661 h 1978172"/>
              <a:gd name="connsiteX13-12871" fmla="*/ 10334625 w 10768629"/>
              <a:gd name="connsiteY13-12872" fmla="*/ 222351 h 1978172"/>
              <a:gd name="connsiteX14-12873" fmla="*/ 10256365 w 10768629"/>
              <a:gd name="connsiteY14-12874" fmla="*/ 235917 h 1978172"/>
              <a:gd name="connsiteX15-12875" fmla="*/ 10201127 w 10768629"/>
              <a:gd name="connsiteY15-12876" fmla="*/ 267448 h 1978172"/>
              <a:gd name="connsiteX16-12877" fmla="*/ 9961218 w 10768629"/>
              <a:gd name="connsiteY16-12878" fmla="*/ 326720 h 1978172"/>
              <a:gd name="connsiteX17-12879" fmla="*/ 9859715 w 10768629"/>
              <a:gd name="connsiteY17-12880" fmla="*/ 355698 h 1978172"/>
              <a:gd name="connsiteX18-12881" fmla="*/ 9679867 w 10768629"/>
              <a:gd name="connsiteY18-12882" fmla="*/ 399081 h 1978172"/>
              <a:gd name="connsiteX19-12883" fmla="*/ 9490654 w 10768629"/>
              <a:gd name="connsiteY19-12884" fmla="*/ 455225 h 1978172"/>
              <a:gd name="connsiteX20-12885" fmla="*/ 9470837 w 10768629"/>
              <a:gd name="connsiteY20-12886" fmla="*/ 452539 h 1978172"/>
              <a:gd name="connsiteX21-12887" fmla="*/ 9469082 w 10768629"/>
              <a:gd name="connsiteY21-12888" fmla="*/ 454891 h 1978172"/>
              <a:gd name="connsiteX22-12889" fmla="*/ 9448038 w 10768629"/>
              <a:gd name="connsiteY22-12890" fmla="*/ 459733 h 1978172"/>
              <a:gd name="connsiteX23-12891" fmla="*/ 9396821 w 10768629"/>
              <a:gd name="connsiteY23-12892" fmla="*/ 455795 h 1978172"/>
              <a:gd name="connsiteX24-12893" fmla="*/ 9392197 w 10768629"/>
              <a:gd name="connsiteY24-12894" fmla="*/ 459796 h 1978172"/>
              <a:gd name="connsiteX25-12895" fmla="*/ 9347994 w 10768629"/>
              <a:gd name="connsiteY25-12896" fmla="*/ 464462 h 1978172"/>
              <a:gd name="connsiteX26-12897" fmla="*/ 9347889 w 10768629"/>
              <a:gd name="connsiteY26-12898" fmla="*/ 466539 h 1978172"/>
              <a:gd name="connsiteX27-12899" fmla="*/ 9337639 w 10768629"/>
              <a:gd name="connsiteY27-12900" fmla="*/ 476654 h 1978172"/>
              <a:gd name="connsiteX28-12901" fmla="*/ 9287964 w 10768629"/>
              <a:gd name="connsiteY28-12902" fmla="*/ 513052 h 1978172"/>
              <a:gd name="connsiteX29-12903" fmla="*/ 9229283 w 10768629"/>
              <a:gd name="connsiteY29-12904" fmla="*/ 555377 h 1978172"/>
              <a:gd name="connsiteX30-12905" fmla="*/ 9220274 w 10768629"/>
              <a:gd name="connsiteY30-12906" fmla="*/ 557502 h 1978172"/>
              <a:gd name="connsiteX31-12907" fmla="*/ 9220202 w 10768629"/>
              <a:gd name="connsiteY31-12908" fmla="*/ 558001 h 1978172"/>
              <a:gd name="connsiteX32-12909" fmla="*/ 9210908 w 10768629"/>
              <a:gd name="connsiteY32-12910" fmla="*/ 561147 h 1978172"/>
              <a:gd name="connsiteX33-12911" fmla="*/ 9186374 w 10768629"/>
              <a:gd name="connsiteY33-12912" fmla="*/ 565502 h 1978172"/>
              <a:gd name="connsiteX34-12913" fmla="*/ 9181058 w 10768629"/>
              <a:gd name="connsiteY34-12914" fmla="*/ 569943 h 1978172"/>
              <a:gd name="connsiteX35-12915" fmla="*/ 9167549 w 10768629"/>
              <a:gd name="connsiteY35-12916" fmla="*/ 584727 h 1978172"/>
              <a:gd name="connsiteX36-12917" fmla="*/ 9149110 w 10768629"/>
              <a:gd name="connsiteY36-12918" fmla="*/ 598906 h 1978172"/>
              <a:gd name="connsiteX37-12919" fmla="*/ 9078556 w 10768629"/>
              <a:gd name="connsiteY37-12920" fmla="*/ 644039 h 1978172"/>
              <a:gd name="connsiteX38-12921" fmla="*/ 8996399 w 10768629"/>
              <a:gd name="connsiteY38-12922" fmla="*/ 690055 h 1978172"/>
              <a:gd name="connsiteX39-12923" fmla="*/ 8803791 w 10768629"/>
              <a:gd name="connsiteY39-12924" fmla="*/ 813860 h 1978172"/>
              <a:gd name="connsiteX40-12925" fmla="*/ 8636202 w 10768629"/>
              <a:gd name="connsiteY40-12926" fmla="*/ 848463 h 1978172"/>
              <a:gd name="connsiteX41-12927" fmla="*/ 8555372 w 10768629"/>
              <a:gd name="connsiteY41-12928" fmla="*/ 883171 h 1978172"/>
              <a:gd name="connsiteX42-12929" fmla="*/ 8507229 w 10768629"/>
              <a:gd name="connsiteY42-12930" fmla="*/ 901665 h 1978172"/>
              <a:gd name="connsiteX43-12931" fmla="*/ 8428473 w 10768629"/>
              <a:gd name="connsiteY43-12932" fmla="*/ 927985 h 1978172"/>
              <a:gd name="connsiteX44-12933" fmla="*/ 8427914 w 10768629"/>
              <a:gd name="connsiteY44-12934" fmla="*/ 933480 h 1978172"/>
              <a:gd name="connsiteX45-12935" fmla="*/ 8420327 w 10768629"/>
              <a:gd name="connsiteY45-12936" fmla="*/ 941984 h 1978172"/>
              <a:gd name="connsiteX46-12937" fmla="*/ 8394729 w 10768629"/>
              <a:gd name="connsiteY46-12938" fmla="*/ 948347 h 1978172"/>
              <a:gd name="connsiteX47-12939" fmla="*/ 8380548 w 10768629"/>
              <a:gd name="connsiteY47-12940" fmla="*/ 987916 h 1978172"/>
              <a:gd name="connsiteX48-12941" fmla="*/ 8375330 w 10768629"/>
              <a:gd name="connsiteY48-12942" fmla="*/ 965444 h 1978172"/>
              <a:gd name="connsiteX49-12943" fmla="*/ 8340796 w 10768629"/>
              <a:gd name="connsiteY49-12944" fmla="*/ 980522 h 1978172"/>
              <a:gd name="connsiteX50-12945" fmla="*/ 8304438 w 10768629"/>
              <a:gd name="connsiteY50-12946" fmla="*/ 996739 h 1978172"/>
              <a:gd name="connsiteX51-12947" fmla="*/ 8280929 w 10768629"/>
              <a:gd name="connsiteY51-12948" fmla="*/ 1023089 h 1978172"/>
              <a:gd name="connsiteX52-12949" fmla="*/ 8275760 w 10768629"/>
              <a:gd name="connsiteY52-12950" fmla="*/ 1027772 h 1978172"/>
              <a:gd name="connsiteX53-12951" fmla="*/ 8275478 w 10768629"/>
              <a:gd name="connsiteY53-12952" fmla="*/ 1027605 h 1978172"/>
              <a:gd name="connsiteX54-12953" fmla="*/ 8249003 w 10768629"/>
              <a:gd name="connsiteY54-12954" fmla="*/ 1032033 h 1978172"/>
              <a:gd name="connsiteX55-12955" fmla="*/ 8203836 w 10768629"/>
              <a:gd name="connsiteY55-12956" fmla="*/ 1037347 h 1978172"/>
              <a:gd name="connsiteX56-12957" fmla="*/ 8122936 w 10768629"/>
              <a:gd name="connsiteY56-12958" fmla="*/ 1063113 h 1978172"/>
              <a:gd name="connsiteX57-12959" fmla="*/ 8043658 w 10768629"/>
              <a:gd name="connsiteY57-12960" fmla="*/ 1092746 h 1978172"/>
              <a:gd name="connsiteX58-12961" fmla="*/ 8015351 w 10768629"/>
              <a:gd name="connsiteY58-12962" fmla="*/ 1105478 h 1978172"/>
              <a:gd name="connsiteX59-12963" fmla="*/ 7963145 w 10768629"/>
              <a:gd name="connsiteY59-12964" fmla="*/ 1119346 h 1978172"/>
              <a:gd name="connsiteX60-12965" fmla="*/ 7938145 w 10768629"/>
              <a:gd name="connsiteY60-12966" fmla="*/ 1120225 h 1978172"/>
              <a:gd name="connsiteX61-12967" fmla="*/ 7937238 w 10768629"/>
              <a:gd name="connsiteY61-12968" fmla="*/ 1121204 h 1978172"/>
              <a:gd name="connsiteX62-12969" fmla="*/ 7934398 w 10768629"/>
              <a:gd name="connsiteY62-12970" fmla="*/ 1118240 h 1978172"/>
              <a:gd name="connsiteX63-12971" fmla="*/ 7918248 w 10768629"/>
              <a:gd name="connsiteY63-12972" fmla="*/ 1124371 h 1978172"/>
              <a:gd name="connsiteX64-12973" fmla="*/ 7914119 w 10768629"/>
              <a:gd name="connsiteY64-12974" fmla="*/ 1127653 h 1978172"/>
              <a:gd name="connsiteX65-12975" fmla="*/ 7907658 w 10768629"/>
              <a:gd name="connsiteY65-12976" fmla="*/ 1130350 h 1978172"/>
              <a:gd name="connsiteX66-12977" fmla="*/ 7907434 w 10768629"/>
              <a:gd name="connsiteY66-12978" fmla="*/ 1130103 h 1978172"/>
              <a:gd name="connsiteX67-12979" fmla="*/ 7901508 w 10768629"/>
              <a:gd name="connsiteY67-12980" fmla="*/ 1133245 h 1978172"/>
              <a:gd name="connsiteX68-12981" fmla="*/ 7873287 w 10768629"/>
              <a:gd name="connsiteY68-12982" fmla="*/ 1152609 h 1978172"/>
              <a:gd name="connsiteX69-12983" fmla="*/ 7834833 w 10768629"/>
              <a:gd name="connsiteY69-12984" fmla="*/ 1153868 h 1978172"/>
              <a:gd name="connsiteX70-12985" fmla="*/ 7828661 w 10768629"/>
              <a:gd name="connsiteY70-12986" fmla="*/ 1139994 h 1978172"/>
              <a:gd name="connsiteX71-12987" fmla="*/ 7823966 w 10768629"/>
              <a:gd name="connsiteY71-12988" fmla="*/ 1143178 h 1978172"/>
              <a:gd name="connsiteX72-12989" fmla="*/ 7815078 w 10768629"/>
              <a:gd name="connsiteY72-12990" fmla="*/ 1151776 h 1978172"/>
              <a:gd name="connsiteX73-12991" fmla="*/ 7812026 w 10768629"/>
              <a:gd name="connsiteY73-12992" fmla="*/ 1151522 h 1978172"/>
              <a:gd name="connsiteX74-12993" fmla="*/ 7782249 w 10768629"/>
              <a:gd name="connsiteY74-12994" fmla="*/ 1160970 h 1978172"/>
              <a:gd name="connsiteX75-12995" fmla="*/ 7773476 w 10768629"/>
              <a:gd name="connsiteY75-12996" fmla="*/ 1157414 h 1978172"/>
              <a:gd name="connsiteX76-12997" fmla="*/ 7769600 w 10768629"/>
              <a:gd name="connsiteY76-12998" fmla="*/ 1157365 h 1978172"/>
              <a:gd name="connsiteX77-12999" fmla="*/ 7752631 w 10768629"/>
              <a:gd name="connsiteY77-13000" fmla="*/ 1172815 h 1978172"/>
              <a:gd name="connsiteX78-13001" fmla="*/ 7739392 w 10768629"/>
              <a:gd name="connsiteY78-13002" fmla="*/ 1192062 h 1978172"/>
              <a:gd name="connsiteX79-13003" fmla="*/ 7677677 w 10768629"/>
              <a:gd name="connsiteY79-13004" fmla="*/ 1216394 h 1978172"/>
              <a:gd name="connsiteX80-13005" fmla="*/ 7586920 w 10768629"/>
              <a:gd name="connsiteY80-13006" fmla="*/ 1261888 h 1978172"/>
              <a:gd name="connsiteX81-13007" fmla="*/ 7486100 w 10768629"/>
              <a:gd name="connsiteY81-13008" fmla="*/ 1292563 h 1978172"/>
              <a:gd name="connsiteX82-13009" fmla="*/ 7411323 w 10768629"/>
              <a:gd name="connsiteY82-13010" fmla="*/ 1340732 h 1978172"/>
              <a:gd name="connsiteX83-13011" fmla="*/ 7240698 w 10768629"/>
              <a:gd name="connsiteY83-13012" fmla="*/ 1438832 h 1978172"/>
              <a:gd name="connsiteX84-13013" fmla="*/ 7197675 w 10768629"/>
              <a:gd name="connsiteY84-13014" fmla="*/ 1447530 h 1978172"/>
              <a:gd name="connsiteX85-13015" fmla="*/ 7164788 w 10768629"/>
              <a:gd name="connsiteY85-13016" fmla="*/ 1480293 h 1978172"/>
              <a:gd name="connsiteX86-13017" fmla="*/ 7147929 w 10768629"/>
              <a:gd name="connsiteY86-13018" fmla="*/ 1477641 h 1978172"/>
              <a:gd name="connsiteX87-13019" fmla="*/ 7144965 w 10768629"/>
              <a:gd name="connsiteY87-13020" fmla="*/ 1476908 h 1978172"/>
              <a:gd name="connsiteX88-13021" fmla="*/ 7134299 w 10768629"/>
              <a:gd name="connsiteY88-13022" fmla="*/ 1479969 h 1978172"/>
              <a:gd name="connsiteX89-13023" fmla="*/ 7129809 w 10768629"/>
              <a:gd name="connsiteY89-13024" fmla="*/ 1473339 h 1978172"/>
              <a:gd name="connsiteX90-13025" fmla="*/ 7112688 w 10768629"/>
              <a:gd name="connsiteY90-13026" fmla="*/ 1472575 h 1978172"/>
              <a:gd name="connsiteX91-13027" fmla="*/ 7093470 w 10768629"/>
              <a:gd name="connsiteY91-13028" fmla="*/ 1480300 h 1978172"/>
              <a:gd name="connsiteX92-13029" fmla="*/ 7025034 w 10768629"/>
              <a:gd name="connsiteY92-13030" fmla="*/ 1506934 h 1978172"/>
              <a:gd name="connsiteX93-13031" fmla="*/ 7014783 w 10768629"/>
              <a:gd name="connsiteY93-13032" fmla="*/ 1515868 h 1978172"/>
              <a:gd name="connsiteX94-13033" fmla="*/ 6979706 w 10768629"/>
              <a:gd name="connsiteY94-13034" fmla="*/ 1523511 h 1978172"/>
              <a:gd name="connsiteX95-13035" fmla="*/ 6977890 w 10768629"/>
              <a:gd name="connsiteY95-13036" fmla="*/ 1525793 h 1978172"/>
              <a:gd name="connsiteX96-13037" fmla="*/ 6944339 w 10768629"/>
              <a:gd name="connsiteY96-13038" fmla="*/ 1536237 h 1978172"/>
              <a:gd name="connsiteX97-13039" fmla="*/ 6886996 w 10768629"/>
              <a:gd name="connsiteY97-13040" fmla="*/ 1563569 h 1978172"/>
              <a:gd name="connsiteX98-13041" fmla="*/ 6874510 w 10768629"/>
              <a:gd name="connsiteY98-13042" fmla="*/ 1558469 h 1978172"/>
              <a:gd name="connsiteX99-13043" fmla="*/ 6871943 w 10768629"/>
              <a:gd name="connsiteY99-13044" fmla="*/ 1554651 h 1978172"/>
              <a:gd name="connsiteX100-13045" fmla="*/ 6856174 w 10768629"/>
              <a:gd name="connsiteY100-13046" fmla="*/ 1562024 h 1978172"/>
              <a:gd name="connsiteX101-13047" fmla="*/ 6842321 w 10768629"/>
              <a:gd name="connsiteY101-13048" fmla="*/ 1560554 h 1978172"/>
              <a:gd name="connsiteX102-13049" fmla="*/ 6832713 w 10768629"/>
              <a:gd name="connsiteY102-13050" fmla="*/ 1569357 h 1978172"/>
              <a:gd name="connsiteX103-13051" fmla="*/ 6816351 w 10768629"/>
              <a:gd name="connsiteY103-13052" fmla="*/ 1571495 h 1978172"/>
              <a:gd name="connsiteX104-13053" fmla="*/ 6795800 w 10768629"/>
              <a:gd name="connsiteY104-13054" fmla="*/ 1572010 h 1978172"/>
              <a:gd name="connsiteX105-13055" fmla="*/ 6777546 w 10768629"/>
              <a:gd name="connsiteY105-13056" fmla="*/ 1568661 h 1978172"/>
              <a:gd name="connsiteX106-13057" fmla="*/ 6751528 w 10768629"/>
              <a:gd name="connsiteY106-13058" fmla="*/ 1574143 h 1978172"/>
              <a:gd name="connsiteX107-13059" fmla="*/ 6691966 w 10768629"/>
              <a:gd name="connsiteY107-13060" fmla="*/ 1582255 h 1978172"/>
              <a:gd name="connsiteX108-13061" fmla="*/ 6646941 w 10768629"/>
              <a:gd name="connsiteY108-13062" fmla="*/ 1588471 h 1978172"/>
              <a:gd name="connsiteX109-13063" fmla="*/ 6568576 w 10768629"/>
              <a:gd name="connsiteY109-13064" fmla="*/ 1606488 h 1978172"/>
              <a:gd name="connsiteX110-13065" fmla="*/ 6554358 w 10768629"/>
              <a:gd name="connsiteY110-13066" fmla="*/ 1621701 h 1978172"/>
              <a:gd name="connsiteX111-13067" fmla="*/ 6516968 w 10768629"/>
              <a:gd name="connsiteY111-13068" fmla="*/ 1617195 h 1978172"/>
              <a:gd name="connsiteX112-13069" fmla="*/ 6506479 w 10768629"/>
              <a:gd name="connsiteY112-13070" fmla="*/ 1602227 h 1978172"/>
              <a:gd name="connsiteX113-13071" fmla="*/ 6458436 w 10768629"/>
              <a:gd name="connsiteY113-13072" fmla="*/ 1607332 h 1978172"/>
              <a:gd name="connsiteX114-13073" fmla="*/ 6414786 w 10768629"/>
              <a:gd name="connsiteY114-13074" fmla="*/ 1628815 h 1978172"/>
              <a:gd name="connsiteX115-13075" fmla="*/ 6357085 w 10768629"/>
              <a:gd name="connsiteY115-13076" fmla="*/ 1640846 h 1978172"/>
              <a:gd name="connsiteX116-13077" fmla="*/ 6322636 w 10768629"/>
              <a:gd name="connsiteY116-13078" fmla="*/ 1648213 h 1978172"/>
              <a:gd name="connsiteX117-13079" fmla="*/ 6226172 w 10768629"/>
              <a:gd name="connsiteY117-13080" fmla="*/ 1654676 h 1978172"/>
              <a:gd name="connsiteX118-13081" fmla="*/ 6221217 w 10768629"/>
              <a:gd name="connsiteY118-13082" fmla="*/ 1654506 h 1978172"/>
              <a:gd name="connsiteX119-13083" fmla="*/ 6204956 w 10768629"/>
              <a:gd name="connsiteY119-13084" fmla="*/ 1664280 h 1978172"/>
              <a:gd name="connsiteX120-13085" fmla="*/ 6204270 w 10768629"/>
              <a:gd name="connsiteY120-13086" fmla="*/ 1666782 h 1978172"/>
              <a:gd name="connsiteX121-13087" fmla="*/ 6143810 w 10768629"/>
              <a:gd name="connsiteY121-13088" fmla="*/ 1661963 h 1978172"/>
              <a:gd name="connsiteX122-13089" fmla="*/ 6136560 w 10768629"/>
              <a:gd name="connsiteY122-13090" fmla="*/ 1665728 h 1978172"/>
              <a:gd name="connsiteX123-13091" fmla="*/ 6096155 w 10768629"/>
              <a:gd name="connsiteY123-13092" fmla="*/ 1656951 h 1978172"/>
              <a:gd name="connsiteX124-13093" fmla="*/ 6075812 w 10768629"/>
              <a:gd name="connsiteY124-13094" fmla="*/ 1655422 h 1978172"/>
              <a:gd name="connsiteX125-13095" fmla="*/ 6039495 w 10768629"/>
              <a:gd name="connsiteY125-13096" fmla="*/ 1649680 h 1978172"/>
              <a:gd name="connsiteX126-13097" fmla="*/ 6036523 w 10768629"/>
              <a:gd name="connsiteY126-13098" fmla="*/ 1652121 h 1978172"/>
              <a:gd name="connsiteX127-13099" fmla="*/ 6029328 w 10768629"/>
              <a:gd name="connsiteY127-13100" fmla="*/ 1649904 h 1978172"/>
              <a:gd name="connsiteX128-13101" fmla="*/ 6024075 w 10768629"/>
              <a:gd name="connsiteY128-13102" fmla="*/ 1652779 h 1978172"/>
              <a:gd name="connsiteX129-13103" fmla="*/ 6018085 w 10768629"/>
              <a:gd name="connsiteY129-13104" fmla="*/ 1652030 h 1978172"/>
              <a:gd name="connsiteX130-13105" fmla="*/ 5955513 w 10768629"/>
              <a:gd name="connsiteY130-13106" fmla="*/ 1663584 h 1978172"/>
              <a:gd name="connsiteX131-13107" fmla="*/ 5941996 w 10768629"/>
              <a:gd name="connsiteY131-13108" fmla="*/ 1661326 h 1978172"/>
              <a:gd name="connsiteX132-13109" fmla="*/ 5931789 w 10768629"/>
              <a:gd name="connsiteY132-13110" fmla="*/ 1669915 h 1978172"/>
              <a:gd name="connsiteX133-13111" fmla="*/ 5888686 w 10768629"/>
              <a:gd name="connsiteY133-13112" fmla="*/ 1672175 h 1978172"/>
              <a:gd name="connsiteX134-13113" fmla="*/ 5873794 w 10768629"/>
              <a:gd name="connsiteY134-13114" fmla="*/ 1665454 h 1978172"/>
              <a:gd name="connsiteX135-13115" fmla="*/ 5860022 w 10768629"/>
              <a:gd name="connsiteY135-13116" fmla="*/ 1660635 h 1978172"/>
              <a:gd name="connsiteX136-13117" fmla="*/ 5858237 w 10768629"/>
              <a:gd name="connsiteY136-13118" fmla="*/ 1660649 h 1978172"/>
              <a:gd name="connsiteX137-13119" fmla="*/ 5840319 w 10768629"/>
              <a:gd name="connsiteY137-13120" fmla="*/ 1660798 h 1978172"/>
              <a:gd name="connsiteX138-13121" fmla="*/ 5806984 w 10768629"/>
              <a:gd name="connsiteY138-13122" fmla="*/ 1661075 h 1978172"/>
              <a:gd name="connsiteX139-13123" fmla="*/ 5742351 w 10768629"/>
              <a:gd name="connsiteY139-13124" fmla="*/ 1667489 h 1978172"/>
              <a:gd name="connsiteX140-13125" fmla="*/ 5521171 w 10768629"/>
              <a:gd name="connsiteY140-13126" fmla="*/ 1671626 h 1978172"/>
              <a:gd name="connsiteX141-13127" fmla="*/ 5457384 w 10768629"/>
              <a:gd name="connsiteY141-13128" fmla="*/ 1683952 h 1978172"/>
              <a:gd name="connsiteX142-13129" fmla="*/ 4950070 w 10768629"/>
              <a:gd name="connsiteY142-13130" fmla="*/ 1748401 h 1978172"/>
              <a:gd name="connsiteX143-13131" fmla="*/ 4872172 w 10768629"/>
              <a:gd name="connsiteY143-13132" fmla="*/ 1757222 h 1978172"/>
              <a:gd name="connsiteX144-13133" fmla="*/ 4809524 w 10768629"/>
              <a:gd name="connsiteY144-13134" fmla="*/ 1761033 h 1978172"/>
              <a:gd name="connsiteX145-13135" fmla="*/ 4759058 w 10768629"/>
              <a:gd name="connsiteY145-13136" fmla="*/ 1766533 h 1978172"/>
              <a:gd name="connsiteX146-13137" fmla="*/ 4719749 w 10768629"/>
              <a:gd name="connsiteY146-13138" fmla="*/ 1771811 h 1978172"/>
              <a:gd name="connsiteX147-13139" fmla="*/ 4568686 w 10768629"/>
              <a:gd name="connsiteY147-13140" fmla="*/ 1786141 h 1978172"/>
              <a:gd name="connsiteX148-13141" fmla="*/ 4418751 w 10768629"/>
              <a:gd name="connsiteY148-13142" fmla="*/ 1796932 h 1978172"/>
              <a:gd name="connsiteX149-13143" fmla="*/ 4378377 w 10768629"/>
              <a:gd name="connsiteY149-13144" fmla="*/ 1815528 h 1978172"/>
              <a:gd name="connsiteX150-13145" fmla="*/ 4320575 w 10768629"/>
              <a:gd name="connsiteY150-13146" fmla="*/ 1832722 h 1978172"/>
              <a:gd name="connsiteX151-13147" fmla="*/ 4220200 w 10768629"/>
              <a:gd name="connsiteY151-13148" fmla="*/ 1873173 h 1978172"/>
              <a:gd name="connsiteX152-13149" fmla="*/ 4101228 w 10768629"/>
              <a:gd name="connsiteY152-13150" fmla="*/ 1868717 h 1978172"/>
              <a:gd name="connsiteX153-13151" fmla="*/ 3973223 w 10768629"/>
              <a:gd name="connsiteY153-13152" fmla="*/ 1881015 h 1978172"/>
              <a:gd name="connsiteX154-13153" fmla="*/ 3900992 w 10768629"/>
              <a:gd name="connsiteY154-13154" fmla="*/ 1880603 h 1978172"/>
              <a:gd name="connsiteX155-13155" fmla="*/ 3662119 w 10768629"/>
              <a:gd name="connsiteY155-13156" fmla="*/ 1889285 h 1978172"/>
              <a:gd name="connsiteX156-13157" fmla="*/ 3496919 w 10768629"/>
              <a:gd name="connsiteY156-13158" fmla="*/ 1873180 h 1978172"/>
              <a:gd name="connsiteX157-13159" fmla="*/ 3449433 w 10768629"/>
              <a:gd name="connsiteY157-13160" fmla="*/ 1889681 h 1978172"/>
              <a:gd name="connsiteX158-13161" fmla="*/ 3369766 w 10768629"/>
              <a:gd name="connsiteY158-13162" fmla="*/ 1916653 h 1978172"/>
              <a:gd name="connsiteX159-13163" fmla="*/ 3269672 w 10768629"/>
              <a:gd name="connsiteY159-13164" fmla="*/ 1938036 h 1978172"/>
              <a:gd name="connsiteX160-13165" fmla="*/ 3224897 w 10768629"/>
              <a:gd name="connsiteY160-13166" fmla="*/ 1943733 h 1978172"/>
              <a:gd name="connsiteX161-13167" fmla="*/ 3161463 w 10768629"/>
              <a:gd name="connsiteY161-13168" fmla="*/ 1946591 h 1978172"/>
              <a:gd name="connsiteX162-13169" fmla="*/ 3112044 w 10768629"/>
              <a:gd name="connsiteY162-13170" fmla="*/ 1935614 h 1978172"/>
              <a:gd name="connsiteX163-13171" fmla="*/ 3069716 w 10768629"/>
              <a:gd name="connsiteY163-13172" fmla="*/ 1930463 h 1978172"/>
              <a:gd name="connsiteX164-13173" fmla="*/ 3005773 w 10768629"/>
              <a:gd name="connsiteY164-13174" fmla="*/ 1915878 h 1978172"/>
              <a:gd name="connsiteX165-13175" fmla="*/ 2897201 w 10768629"/>
              <a:gd name="connsiteY165-13176" fmla="*/ 1926772 h 1978172"/>
              <a:gd name="connsiteX166-13177" fmla="*/ 2783891 w 10768629"/>
              <a:gd name="connsiteY166-13178" fmla="*/ 1931749 h 1978172"/>
              <a:gd name="connsiteX167-13179" fmla="*/ 2712447 w 10768629"/>
              <a:gd name="connsiteY167-13180" fmla="*/ 1933044 h 1978172"/>
              <a:gd name="connsiteX168-13181" fmla="*/ 2560151 w 10768629"/>
              <a:gd name="connsiteY168-13182" fmla="*/ 1963609 h 1978172"/>
              <a:gd name="connsiteX169-13183" fmla="*/ 2367221 w 10768629"/>
              <a:gd name="connsiteY169-13184" fmla="*/ 1971884 h 1978172"/>
              <a:gd name="connsiteX170-13185" fmla="*/ 2272130 w 10768629"/>
              <a:gd name="connsiteY170-13186" fmla="*/ 1961162 h 1978172"/>
              <a:gd name="connsiteX171-13187" fmla="*/ 2189404 w 10768629"/>
              <a:gd name="connsiteY171-13188" fmla="*/ 1978172 h 1978172"/>
              <a:gd name="connsiteX172-13189" fmla="*/ 2077704 w 10768629"/>
              <a:gd name="connsiteY172-13190" fmla="*/ 1965002 h 1978172"/>
              <a:gd name="connsiteX173-13191" fmla="*/ 2033299 w 10768629"/>
              <a:gd name="connsiteY173-13192" fmla="*/ 1969042 h 1978172"/>
              <a:gd name="connsiteX174-13193" fmla="*/ 1967996 w 10768629"/>
              <a:gd name="connsiteY174-13194" fmla="*/ 1953187 h 1978172"/>
              <a:gd name="connsiteX175-13195" fmla="*/ 1855805 w 10768629"/>
              <a:gd name="connsiteY175-13196" fmla="*/ 1926082 h 1978172"/>
              <a:gd name="connsiteX176-13197" fmla="*/ 1790957 w 10768629"/>
              <a:gd name="connsiteY176-13198" fmla="*/ 1919460 h 1978172"/>
              <a:gd name="connsiteX177-13199" fmla="*/ 1613978 w 10768629"/>
              <a:gd name="connsiteY177-13200" fmla="*/ 1891581 h 1978172"/>
              <a:gd name="connsiteX178-13201" fmla="*/ 1436831 w 10768629"/>
              <a:gd name="connsiteY178-13202" fmla="*/ 1856201 h 1978172"/>
              <a:gd name="connsiteX179-13203" fmla="*/ 1357365 w 10768629"/>
              <a:gd name="connsiteY179-13204" fmla="*/ 1832140 h 1978172"/>
              <a:gd name="connsiteX180-13205" fmla="*/ 1232341 w 10768629"/>
              <a:gd name="connsiteY180-13206" fmla="*/ 1785942 h 1978172"/>
              <a:gd name="connsiteX181-13207" fmla="*/ 1162595 w 10768629"/>
              <a:gd name="connsiteY181-13208" fmla="*/ 1758337 h 1978172"/>
              <a:gd name="connsiteX182-13209" fmla="*/ 1128523 w 10768629"/>
              <a:gd name="connsiteY182-13210" fmla="*/ 1763621 h 1978172"/>
              <a:gd name="connsiteX183-13211" fmla="*/ 991903 w 10768629"/>
              <a:gd name="connsiteY183-13212" fmla="*/ 1786741 h 1978172"/>
              <a:gd name="connsiteX184-13213" fmla="*/ 883960 w 10768629"/>
              <a:gd name="connsiteY184-13214" fmla="*/ 1822386 h 1978172"/>
              <a:gd name="connsiteX185-13215" fmla="*/ 766531 w 10768629"/>
              <a:gd name="connsiteY185-13216" fmla="*/ 1805053 h 1978172"/>
              <a:gd name="connsiteX186-13217" fmla="*/ 669779 w 10768629"/>
              <a:gd name="connsiteY186-13218" fmla="*/ 1800537 h 1978172"/>
              <a:gd name="connsiteX187-13219" fmla="*/ 523898 w 10768629"/>
              <a:gd name="connsiteY187-13220" fmla="*/ 1811085 h 1978172"/>
              <a:gd name="connsiteX188-13221" fmla="*/ 360251 w 10768629"/>
              <a:gd name="connsiteY188-13222" fmla="*/ 1830735 h 1978172"/>
              <a:gd name="connsiteX189-13223" fmla="*/ 255207 w 10768629"/>
              <a:gd name="connsiteY189-13224" fmla="*/ 1818275 h 1978172"/>
              <a:gd name="connsiteX190-13225" fmla="*/ 101803 w 10768629"/>
              <a:gd name="connsiteY190-13226" fmla="*/ 1870647 h 1978172"/>
              <a:gd name="connsiteX191-13227" fmla="*/ 25397 w 10768629"/>
              <a:gd name="connsiteY191-13228" fmla="*/ 1888443 h 1978172"/>
              <a:gd name="connsiteX192-13229" fmla="*/ 2370 w 10768629"/>
              <a:gd name="connsiteY192-13230" fmla="*/ 1878311 h 1978172"/>
              <a:gd name="connsiteX193-13231" fmla="*/ 0 w 10768629"/>
              <a:gd name="connsiteY193-13232" fmla="*/ 1878785 h 1978172"/>
              <a:gd name="connsiteX194-13233" fmla="*/ 0 w 10768629"/>
              <a:gd name="connsiteY194-13234" fmla="*/ 0 h 1978172"/>
              <a:gd name="connsiteX0-13235" fmla="*/ 0 w 10768629"/>
              <a:gd name="connsiteY0-13236" fmla="*/ 0 h 1978172"/>
              <a:gd name="connsiteX1-13237" fmla="*/ 10768629 w 10768629"/>
              <a:gd name="connsiteY1-13238" fmla="*/ 0 h 1978172"/>
              <a:gd name="connsiteX2-13239" fmla="*/ 10733254 w 10768629"/>
              <a:gd name="connsiteY2-13240" fmla="*/ 31439 h 1978172"/>
              <a:gd name="connsiteX3-13241" fmla="*/ 10727085 w 10768629"/>
              <a:gd name="connsiteY3-13242" fmla="*/ 37910 h 1978172"/>
              <a:gd name="connsiteX4-13243" fmla="*/ 10675953 w 10768629"/>
              <a:gd name="connsiteY4-13244" fmla="*/ 68623 h 1978172"/>
              <a:gd name="connsiteX5-13245" fmla="*/ 10637091 w 10768629"/>
              <a:gd name="connsiteY5-13246" fmla="*/ 90361 h 1978172"/>
              <a:gd name="connsiteX6-13247" fmla="*/ 10610971 w 10768629"/>
              <a:gd name="connsiteY6-13248" fmla="*/ 110764 h 1978172"/>
              <a:gd name="connsiteX7-13249" fmla="*/ 10532872 w 10768629"/>
              <a:gd name="connsiteY7-13250" fmla="*/ 138028 h 1978172"/>
              <a:gd name="connsiteX8-13251" fmla="*/ 10398558 w 10768629"/>
              <a:gd name="connsiteY8-13252" fmla="*/ 172911 h 1978172"/>
              <a:gd name="connsiteX9-13253" fmla="*/ 10371128 w 10768629"/>
              <a:gd name="connsiteY9-13254" fmla="*/ 182609 h 1978172"/>
              <a:gd name="connsiteX10-13255" fmla="*/ 10352178 w 10768629"/>
              <a:gd name="connsiteY10-13256" fmla="*/ 199976 h 1978172"/>
              <a:gd name="connsiteX11-13257" fmla="*/ 10351815 w 10768629"/>
              <a:gd name="connsiteY11-13258" fmla="*/ 211879 h 1978172"/>
              <a:gd name="connsiteX12-13259" fmla="*/ 10337471 w 10768629"/>
              <a:gd name="connsiteY12-13260" fmla="*/ 218661 h 1978172"/>
              <a:gd name="connsiteX13-13261" fmla="*/ 10334625 w 10768629"/>
              <a:gd name="connsiteY13-13262" fmla="*/ 222351 h 1978172"/>
              <a:gd name="connsiteX14-13263" fmla="*/ 10256365 w 10768629"/>
              <a:gd name="connsiteY14-13264" fmla="*/ 235917 h 1978172"/>
              <a:gd name="connsiteX15-13265" fmla="*/ 10201127 w 10768629"/>
              <a:gd name="connsiteY15-13266" fmla="*/ 267448 h 1978172"/>
              <a:gd name="connsiteX16-13267" fmla="*/ 9961218 w 10768629"/>
              <a:gd name="connsiteY16-13268" fmla="*/ 326720 h 1978172"/>
              <a:gd name="connsiteX17-13269" fmla="*/ 9859715 w 10768629"/>
              <a:gd name="connsiteY17-13270" fmla="*/ 355698 h 1978172"/>
              <a:gd name="connsiteX18-13271" fmla="*/ 9679867 w 10768629"/>
              <a:gd name="connsiteY18-13272" fmla="*/ 399081 h 1978172"/>
              <a:gd name="connsiteX19-13273" fmla="*/ 9490654 w 10768629"/>
              <a:gd name="connsiteY19-13274" fmla="*/ 455225 h 1978172"/>
              <a:gd name="connsiteX20-13275" fmla="*/ 9470837 w 10768629"/>
              <a:gd name="connsiteY20-13276" fmla="*/ 452539 h 1978172"/>
              <a:gd name="connsiteX21-13277" fmla="*/ 9469082 w 10768629"/>
              <a:gd name="connsiteY21-13278" fmla="*/ 454891 h 1978172"/>
              <a:gd name="connsiteX22-13279" fmla="*/ 9448038 w 10768629"/>
              <a:gd name="connsiteY22-13280" fmla="*/ 459733 h 1978172"/>
              <a:gd name="connsiteX23-13281" fmla="*/ 9396821 w 10768629"/>
              <a:gd name="connsiteY23-13282" fmla="*/ 455795 h 1978172"/>
              <a:gd name="connsiteX24-13283" fmla="*/ 9392197 w 10768629"/>
              <a:gd name="connsiteY24-13284" fmla="*/ 459796 h 1978172"/>
              <a:gd name="connsiteX25-13285" fmla="*/ 9347994 w 10768629"/>
              <a:gd name="connsiteY25-13286" fmla="*/ 464462 h 1978172"/>
              <a:gd name="connsiteX26-13287" fmla="*/ 9347889 w 10768629"/>
              <a:gd name="connsiteY26-13288" fmla="*/ 466539 h 1978172"/>
              <a:gd name="connsiteX27-13289" fmla="*/ 9337639 w 10768629"/>
              <a:gd name="connsiteY27-13290" fmla="*/ 476654 h 1978172"/>
              <a:gd name="connsiteX28-13291" fmla="*/ 9287964 w 10768629"/>
              <a:gd name="connsiteY28-13292" fmla="*/ 513052 h 1978172"/>
              <a:gd name="connsiteX29-13293" fmla="*/ 9229283 w 10768629"/>
              <a:gd name="connsiteY29-13294" fmla="*/ 555377 h 1978172"/>
              <a:gd name="connsiteX30-13295" fmla="*/ 9220274 w 10768629"/>
              <a:gd name="connsiteY30-13296" fmla="*/ 557502 h 1978172"/>
              <a:gd name="connsiteX31-13297" fmla="*/ 9220202 w 10768629"/>
              <a:gd name="connsiteY31-13298" fmla="*/ 558001 h 1978172"/>
              <a:gd name="connsiteX32-13299" fmla="*/ 9210908 w 10768629"/>
              <a:gd name="connsiteY32-13300" fmla="*/ 561147 h 1978172"/>
              <a:gd name="connsiteX33-13301" fmla="*/ 9186374 w 10768629"/>
              <a:gd name="connsiteY33-13302" fmla="*/ 565502 h 1978172"/>
              <a:gd name="connsiteX34-13303" fmla="*/ 9181058 w 10768629"/>
              <a:gd name="connsiteY34-13304" fmla="*/ 569943 h 1978172"/>
              <a:gd name="connsiteX35-13305" fmla="*/ 9167549 w 10768629"/>
              <a:gd name="connsiteY35-13306" fmla="*/ 584727 h 1978172"/>
              <a:gd name="connsiteX36-13307" fmla="*/ 9149110 w 10768629"/>
              <a:gd name="connsiteY36-13308" fmla="*/ 598906 h 1978172"/>
              <a:gd name="connsiteX37-13309" fmla="*/ 9078556 w 10768629"/>
              <a:gd name="connsiteY37-13310" fmla="*/ 644039 h 1978172"/>
              <a:gd name="connsiteX38-13311" fmla="*/ 8996399 w 10768629"/>
              <a:gd name="connsiteY38-13312" fmla="*/ 690055 h 1978172"/>
              <a:gd name="connsiteX39-13313" fmla="*/ 8803791 w 10768629"/>
              <a:gd name="connsiteY39-13314" fmla="*/ 813860 h 1978172"/>
              <a:gd name="connsiteX40-13315" fmla="*/ 8636202 w 10768629"/>
              <a:gd name="connsiteY40-13316" fmla="*/ 848463 h 1978172"/>
              <a:gd name="connsiteX41-13317" fmla="*/ 8555372 w 10768629"/>
              <a:gd name="connsiteY41-13318" fmla="*/ 883171 h 1978172"/>
              <a:gd name="connsiteX42-13319" fmla="*/ 8507229 w 10768629"/>
              <a:gd name="connsiteY42-13320" fmla="*/ 901665 h 1978172"/>
              <a:gd name="connsiteX43-13321" fmla="*/ 8428473 w 10768629"/>
              <a:gd name="connsiteY43-13322" fmla="*/ 927985 h 1978172"/>
              <a:gd name="connsiteX44-13323" fmla="*/ 8427914 w 10768629"/>
              <a:gd name="connsiteY44-13324" fmla="*/ 933480 h 1978172"/>
              <a:gd name="connsiteX45-13325" fmla="*/ 8420327 w 10768629"/>
              <a:gd name="connsiteY45-13326" fmla="*/ 941984 h 1978172"/>
              <a:gd name="connsiteX46-13327" fmla="*/ 8394729 w 10768629"/>
              <a:gd name="connsiteY46-13328" fmla="*/ 948347 h 1978172"/>
              <a:gd name="connsiteX47-13329" fmla="*/ 8380548 w 10768629"/>
              <a:gd name="connsiteY47-13330" fmla="*/ 987916 h 1978172"/>
              <a:gd name="connsiteX48-13331" fmla="*/ 8375330 w 10768629"/>
              <a:gd name="connsiteY48-13332" fmla="*/ 965444 h 1978172"/>
              <a:gd name="connsiteX49-13333" fmla="*/ 8340796 w 10768629"/>
              <a:gd name="connsiteY49-13334" fmla="*/ 980522 h 1978172"/>
              <a:gd name="connsiteX50-13335" fmla="*/ 8304438 w 10768629"/>
              <a:gd name="connsiteY50-13336" fmla="*/ 996739 h 1978172"/>
              <a:gd name="connsiteX51-13337" fmla="*/ 8280929 w 10768629"/>
              <a:gd name="connsiteY51-13338" fmla="*/ 1023089 h 1978172"/>
              <a:gd name="connsiteX52-13339" fmla="*/ 8275760 w 10768629"/>
              <a:gd name="connsiteY52-13340" fmla="*/ 1027772 h 1978172"/>
              <a:gd name="connsiteX53-13341" fmla="*/ 8275478 w 10768629"/>
              <a:gd name="connsiteY53-13342" fmla="*/ 1027605 h 1978172"/>
              <a:gd name="connsiteX54-13343" fmla="*/ 8249003 w 10768629"/>
              <a:gd name="connsiteY54-13344" fmla="*/ 1032033 h 1978172"/>
              <a:gd name="connsiteX55-13345" fmla="*/ 8203836 w 10768629"/>
              <a:gd name="connsiteY55-13346" fmla="*/ 1037347 h 1978172"/>
              <a:gd name="connsiteX56-13347" fmla="*/ 8122936 w 10768629"/>
              <a:gd name="connsiteY56-13348" fmla="*/ 1063113 h 1978172"/>
              <a:gd name="connsiteX57-13349" fmla="*/ 8043658 w 10768629"/>
              <a:gd name="connsiteY57-13350" fmla="*/ 1092746 h 1978172"/>
              <a:gd name="connsiteX58-13351" fmla="*/ 8015351 w 10768629"/>
              <a:gd name="connsiteY58-13352" fmla="*/ 1105478 h 1978172"/>
              <a:gd name="connsiteX59-13353" fmla="*/ 7963145 w 10768629"/>
              <a:gd name="connsiteY59-13354" fmla="*/ 1119346 h 1978172"/>
              <a:gd name="connsiteX60-13355" fmla="*/ 7938145 w 10768629"/>
              <a:gd name="connsiteY60-13356" fmla="*/ 1120225 h 1978172"/>
              <a:gd name="connsiteX61-13357" fmla="*/ 7937238 w 10768629"/>
              <a:gd name="connsiteY61-13358" fmla="*/ 1121204 h 1978172"/>
              <a:gd name="connsiteX62-13359" fmla="*/ 7934398 w 10768629"/>
              <a:gd name="connsiteY62-13360" fmla="*/ 1118240 h 1978172"/>
              <a:gd name="connsiteX63-13361" fmla="*/ 7918248 w 10768629"/>
              <a:gd name="connsiteY63-13362" fmla="*/ 1124371 h 1978172"/>
              <a:gd name="connsiteX64-13363" fmla="*/ 7914119 w 10768629"/>
              <a:gd name="connsiteY64-13364" fmla="*/ 1127653 h 1978172"/>
              <a:gd name="connsiteX65-13365" fmla="*/ 7907658 w 10768629"/>
              <a:gd name="connsiteY65-13366" fmla="*/ 1130350 h 1978172"/>
              <a:gd name="connsiteX66-13367" fmla="*/ 7907434 w 10768629"/>
              <a:gd name="connsiteY66-13368" fmla="*/ 1130103 h 1978172"/>
              <a:gd name="connsiteX67-13369" fmla="*/ 7901508 w 10768629"/>
              <a:gd name="connsiteY67-13370" fmla="*/ 1133245 h 1978172"/>
              <a:gd name="connsiteX68-13371" fmla="*/ 7873287 w 10768629"/>
              <a:gd name="connsiteY68-13372" fmla="*/ 1152609 h 1978172"/>
              <a:gd name="connsiteX69-13373" fmla="*/ 7834833 w 10768629"/>
              <a:gd name="connsiteY69-13374" fmla="*/ 1153868 h 1978172"/>
              <a:gd name="connsiteX70-13375" fmla="*/ 7828661 w 10768629"/>
              <a:gd name="connsiteY70-13376" fmla="*/ 1139994 h 1978172"/>
              <a:gd name="connsiteX71-13377" fmla="*/ 7823966 w 10768629"/>
              <a:gd name="connsiteY71-13378" fmla="*/ 1143178 h 1978172"/>
              <a:gd name="connsiteX72-13379" fmla="*/ 7815078 w 10768629"/>
              <a:gd name="connsiteY72-13380" fmla="*/ 1151776 h 1978172"/>
              <a:gd name="connsiteX73-13381" fmla="*/ 7812026 w 10768629"/>
              <a:gd name="connsiteY73-13382" fmla="*/ 1151522 h 1978172"/>
              <a:gd name="connsiteX74-13383" fmla="*/ 7782249 w 10768629"/>
              <a:gd name="connsiteY74-13384" fmla="*/ 1160970 h 1978172"/>
              <a:gd name="connsiteX75-13385" fmla="*/ 7773476 w 10768629"/>
              <a:gd name="connsiteY75-13386" fmla="*/ 1157414 h 1978172"/>
              <a:gd name="connsiteX76-13387" fmla="*/ 7769600 w 10768629"/>
              <a:gd name="connsiteY76-13388" fmla="*/ 1157365 h 1978172"/>
              <a:gd name="connsiteX77-13389" fmla="*/ 7752631 w 10768629"/>
              <a:gd name="connsiteY77-13390" fmla="*/ 1172815 h 1978172"/>
              <a:gd name="connsiteX78-13391" fmla="*/ 7739392 w 10768629"/>
              <a:gd name="connsiteY78-13392" fmla="*/ 1192062 h 1978172"/>
              <a:gd name="connsiteX79-13393" fmla="*/ 7677677 w 10768629"/>
              <a:gd name="connsiteY79-13394" fmla="*/ 1216394 h 1978172"/>
              <a:gd name="connsiteX80-13395" fmla="*/ 7586920 w 10768629"/>
              <a:gd name="connsiteY80-13396" fmla="*/ 1261888 h 1978172"/>
              <a:gd name="connsiteX81-13397" fmla="*/ 7486100 w 10768629"/>
              <a:gd name="connsiteY81-13398" fmla="*/ 1292563 h 1978172"/>
              <a:gd name="connsiteX82-13399" fmla="*/ 7411323 w 10768629"/>
              <a:gd name="connsiteY82-13400" fmla="*/ 1340732 h 1978172"/>
              <a:gd name="connsiteX83-13401" fmla="*/ 7240698 w 10768629"/>
              <a:gd name="connsiteY83-13402" fmla="*/ 1438832 h 1978172"/>
              <a:gd name="connsiteX84-13403" fmla="*/ 7197675 w 10768629"/>
              <a:gd name="connsiteY84-13404" fmla="*/ 1447530 h 1978172"/>
              <a:gd name="connsiteX85-13405" fmla="*/ 7164788 w 10768629"/>
              <a:gd name="connsiteY85-13406" fmla="*/ 1480293 h 1978172"/>
              <a:gd name="connsiteX86-13407" fmla="*/ 7147929 w 10768629"/>
              <a:gd name="connsiteY86-13408" fmla="*/ 1477641 h 1978172"/>
              <a:gd name="connsiteX87-13409" fmla="*/ 7144965 w 10768629"/>
              <a:gd name="connsiteY87-13410" fmla="*/ 1476908 h 1978172"/>
              <a:gd name="connsiteX88-13411" fmla="*/ 7134299 w 10768629"/>
              <a:gd name="connsiteY88-13412" fmla="*/ 1479969 h 1978172"/>
              <a:gd name="connsiteX89-13413" fmla="*/ 7129809 w 10768629"/>
              <a:gd name="connsiteY89-13414" fmla="*/ 1473339 h 1978172"/>
              <a:gd name="connsiteX90-13415" fmla="*/ 7112688 w 10768629"/>
              <a:gd name="connsiteY90-13416" fmla="*/ 1472575 h 1978172"/>
              <a:gd name="connsiteX91-13417" fmla="*/ 7093470 w 10768629"/>
              <a:gd name="connsiteY91-13418" fmla="*/ 1480300 h 1978172"/>
              <a:gd name="connsiteX92-13419" fmla="*/ 7025034 w 10768629"/>
              <a:gd name="connsiteY92-13420" fmla="*/ 1506934 h 1978172"/>
              <a:gd name="connsiteX93-13421" fmla="*/ 7014783 w 10768629"/>
              <a:gd name="connsiteY93-13422" fmla="*/ 1515868 h 1978172"/>
              <a:gd name="connsiteX94-13423" fmla="*/ 6979706 w 10768629"/>
              <a:gd name="connsiteY94-13424" fmla="*/ 1523511 h 1978172"/>
              <a:gd name="connsiteX95-13425" fmla="*/ 6977890 w 10768629"/>
              <a:gd name="connsiteY95-13426" fmla="*/ 1525793 h 1978172"/>
              <a:gd name="connsiteX96-13427" fmla="*/ 6944339 w 10768629"/>
              <a:gd name="connsiteY96-13428" fmla="*/ 1536237 h 1978172"/>
              <a:gd name="connsiteX97-13429" fmla="*/ 6886996 w 10768629"/>
              <a:gd name="connsiteY97-13430" fmla="*/ 1563569 h 1978172"/>
              <a:gd name="connsiteX98-13431" fmla="*/ 6874510 w 10768629"/>
              <a:gd name="connsiteY98-13432" fmla="*/ 1558469 h 1978172"/>
              <a:gd name="connsiteX99-13433" fmla="*/ 6871943 w 10768629"/>
              <a:gd name="connsiteY99-13434" fmla="*/ 1554651 h 1978172"/>
              <a:gd name="connsiteX100-13435" fmla="*/ 6856174 w 10768629"/>
              <a:gd name="connsiteY100-13436" fmla="*/ 1562024 h 1978172"/>
              <a:gd name="connsiteX101-13437" fmla="*/ 6842321 w 10768629"/>
              <a:gd name="connsiteY101-13438" fmla="*/ 1560554 h 1978172"/>
              <a:gd name="connsiteX102-13439" fmla="*/ 6832713 w 10768629"/>
              <a:gd name="connsiteY102-13440" fmla="*/ 1569357 h 1978172"/>
              <a:gd name="connsiteX103-13441" fmla="*/ 6816351 w 10768629"/>
              <a:gd name="connsiteY103-13442" fmla="*/ 1571495 h 1978172"/>
              <a:gd name="connsiteX104-13443" fmla="*/ 6795800 w 10768629"/>
              <a:gd name="connsiteY104-13444" fmla="*/ 1572010 h 1978172"/>
              <a:gd name="connsiteX105-13445" fmla="*/ 6777546 w 10768629"/>
              <a:gd name="connsiteY105-13446" fmla="*/ 1568661 h 1978172"/>
              <a:gd name="connsiteX106-13447" fmla="*/ 6751528 w 10768629"/>
              <a:gd name="connsiteY106-13448" fmla="*/ 1574143 h 1978172"/>
              <a:gd name="connsiteX107-13449" fmla="*/ 6691966 w 10768629"/>
              <a:gd name="connsiteY107-13450" fmla="*/ 1582255 h 1978172"/>
              <a:gd name="connsiteX108-13451" fmla="*/ 6646941 w 10768629"/>
              <a:gd name="connsiteY108-13452" fmla="*/ 1588471 h 1978172"/>
              <a:gd name="connsiteX109-13453" fmla="*/ 6568576 w 10768629"/>
              <a:gd name="connsiteY109-13454" fmla="*/ 1606488 h 1978172"/>
              <a:gd name="connsiteX110-13455" fmla="*/ 6554358 w 10768629"/>
              <a:gd name="connsiteY110-13456" fmla="*/ 1621701 h 1978172"/>
              <a:gd name="connsiteX111-13457" fmla="*/ 6516968 w 10768629"/>
              <a:gd name="connsiteY111-13458" fmla="*/ 1617195 h 1978172"/>
              <a:gd name="connsiteX112-13459" fmla="*/ 6506479 w 10768629"/>
              <a:gd name="connsiteY112-13460" fmla="*/ 1602227 h 1978172"/>
              <a:gd name="connsiteX113-13461" fmla="*/ 6458436 w 10768629"/>
              <a:gd name="connsiteY113-13462" fmla="*/ 1607332 h 1978172"/>
              <a:gd name="connsiteX114-13463" fmla="*/ 6414786 w 10768629"/>
              <a:gd name="connsiteY114-13464" fmla="*/ 1628815 h 1978172"/>
              <a:gd name="connsiteX115-13465" fmla="*/ 6357085 w 10768629"/>
              <a:gd name="connsiteY115-13466" fmla="*/ 1640846 h 1978172"/>
              <a:gd name="connsiteX116-13467" fmla="*/ 6322636 w 10768629"/>
              <a:gd name="connsiteY116-13468" fmla="*/ 1648213 h 1978172"/>
              <a:gd name="connsiteX117-13469" fmla="*/ 6226172 w 10768629"/>
              <a:gd name="connsiteY117-13470" fmla="*/ 1654676 h 1978172"/>
              <a:gd name="connsiteX118-13471" fmla="*/ 6221217 w 10768629"/>
              <a:gd name="connsiteY118-13472" fmla="*/ 1654506 h 1978172"/>
              <a:gd name="connsiteX119-13473" fmla="*/ 6204956 w 10768629"/>
              <a:gd name="connsiteY119-13474" fmla="*/ 1664280 h 1978172"/>
              <a:gd name="connsiteX120-13475" fmla="*/ 6204270 w 10768629"/>
              <a:gd name="connsiteY120-13476" fmla="*/ 1666782 h 1978172"/>
              <a:gd name="connsiteX121-13477" fmla="*/ 6143810 w 10768629"/>
              <a:gd name="connsiteY121-13478" fmla="*/ 1661963 h 1978172"/>
              <a:gd name="connsiteX122-13479" fmla="*/ 6136560 w 10768629"/>
              <a:gd name="connsiteY122-13480" fmla="*/ 1665728 h 1978172"/>
              <a:gd name="connsiteX123-13481" fmla="*/ 6096155 w 10768629"/>
              <a:gd name="connsiteY123-13482" fmla="*/ 1656951 h 1978172"/>
              <a:gd name="connsiteX124-13483" fmla="*/ 6075812 w 10768629"/>
              <a:gd name="connsiteY124-13484" fmla="*/ 1655422 h 1978172"/>
              <a:gd name="connsiteX125-13485" fmla="*/ 6039495 w 10768629"/>
              <a:gd name="connsiteY125-13486" fmla="*/ 1649680 h 1978172"/>
              <a:gd name="connsiteX126-13487" fmla="*/ 6036523 w 10768629"/>
              <a:gd name="connsiteY126-13488" fmla="*/ 1652121 h 1978172"/>
              <a:gd name="connsiteX127-13489" fmla="*/ 6029328 w 10768629"/>
              <a:gd name="connsiteY127-13490" fmla="*/ 1649904 h 1978172"/>
              <a:gd name="connsiteX128-13491" fmla="*/ 6024075 w 10768629"/>
              <a:gd name="connsiteY128-13492" fmla="*/ 1652779 h 1978172"/>
              <a:gd name="connsiteX129-13493" fmla="*/ 6018085 w 10768629"/>
              <a:gd name="connsiteY129-13494" fmla="*/ 1652030 h 1978172"/>
              <a:gd name="connsiteX130-13495" fmla="*/ 5955513 w 10768629"/>
              <a:gd name="connsiteY130-13496" fmla="*/ 1663584 h 1978172"/>
              <a:gd name="connsiteX131-13497" fmla="*/ 5941996 w 10768629"/>
              <a:gd name="connsiteY131-13498" fmla="*/ 1661326 h 1978172"/>
              <a:gd name="connsiteX132-13499" fmla="*/ 5931789 w 10768629"/>
              <a:gd name="connsiteY132-13500" fmla="*/ 1669915 h 1978172"/>
              <a:gd name="connsiteX133-13501" fmla="*/ 5888686 w 10768629"/>
              <a:gd name="connsiteY133-13502" fmla="*/ 1672175 h 1978172"/>
              <a:gd name="connsiteX134-13503" fmla="*/ 5873794 w 10768629"/>
              <a:gd name="connsiteY134-13504" fmla="*/ 1665454 h 1978172"/>
              <a:gd name="connsiteX135-13505" fmla="*/ 5860022 w 10768629"/>
              <a:gd name="connsiteY135-13506" fmla="*/ 1660635 h 1978172"/>
              <a:gd name="connsiteX136-13507" fmla="*/ 5858237 w 10768629"/>
              <a:gd name="connsiteY136-13508" fmla="*/ 1660649 h 1978172"/>
              <a:gd name="connsiteX137-13509" fmla="*/ 5840319 w 10768629"/>
              <a:gd name="connsiteY137-13510" fmla="*/ 1660798 h 1978172"/>
              <a:gd name="connsiteX138-13511" fmla="*/ 5806984 w 10768629"/>
              <a:gd name="connsiteY138-13512" fmla="*/ 1661075 h 1978172"/>
              <a:gd name="connsiteX139-13513" fmla="*/ 5742351 w 10768629"/>
              <a:gd name="connsiteY139-13514" fmla="*/ 1667489 h 1978172"/>
              <a:gd name="connsiteX140-13515" fmla="*/ 5521171 w 10768629"/>
              <a:gd name="connsiteY140-13516" fmla="*/ 1671626 h 1978172"/>
              <a:gd name="connsiteX141-13517" fmla="*/ 5457384 w 10768629"/>
              <a:gd name="connsiteY141-13518" fmla="*/ 1683952 h 1978172"/>
              <a:gd name="connsiteX142-13519" fmla="*/ 4950070 w 10768629"/>
              <a:gd name="connsiteY142-13520" fmla="*/ 1748401 h 1978172"/>
              <a:gd name="connsiteX143-13521" fmla="*/ 4872172 w 10768629"/>
              <a:gd name="connsiteY143-13522" fmla="*/ 1757222 h 1978172"/>
              <a:gd name="connsiteX144-13523" fmla="*/ 4809524 w 10768629"/>
              <a:gd name="connsiteY144-13524" fmla="*/ 1761033 h 1978172"/>
              <a:gd name="connsiteX145-13525" fmla="*/ 4759058 w 10768629"/>
              <a:gd name="connsiteY145-13526" fmla="*/ 1766533 h 1978172"/>
              <a:gd name="connsiteX146-13527" fmla="*/ 4719749 w 10768629"/>
              <a:gd name="connsiteY146-13528" fmla="*/ 1771811 h 1978172"/>
              <a:gd name="connsiteX147-13529" fmla="*/ 4568686 w 10768629"/>
              <a:gd name="connsiteY147-13530" fmla="*/ 1786141 h 1978172"/>
              <a:gd name="connsiteX148-13531" fmla="*/ 4418751 w 10768629"/>
              <a:gd name="connsiteY148-13532" fmla="*/ 1796932 h 1978172"/>
              <a:gd name="connsiteX149-13533" fmla="*/ 4378377 w 10768629"/>
              <a:gd name="connsiteY149-13534" fmla="*/ 1815528 h 1978172"/>
              <a:gd name="connsiteX150-13535" fmla="*/ 4320575 w 10768629"/>
              <a:gd name="connsiteY150-13536" fmla="*/ 1832722 h 1978172"/>
              <a:gd name="connsiteX151-13537" fmla="*/ 4220200 w 10768629"/>
              <a:gd name="connsiteY151-13538" fmla="*/ 1873173 h 1978172"/>
              <a:gd name="connsiteX152-13539" fmla="*/ 4101228 w 10768629"/>
              <a:gd name="connsiteY152-13540" fmla="*/ 1868717 h 1978172"/>
              <a:gd name="connsiteX153-13541" fmla="*/ 3973223 w 10768629"/>
              <a:gd name="connsiteY153-13542" fmla="*/ 1881015 h 1978172"/>
              <a:gd name="connsiteX154-13543" fmla="*/ 3900992 w 10768629"/>
              <a:gd name="connsiteY154-13544" fmla="*/ 1880603 h 1978172"/>
              <a:gd name="connsiteX155-13545" fmla="*/ 3662119 w 10768629"/>
              <a:gd name="connsiteY155-13546" fmla="*/ 1889285 h 1978172"/>
              <a:gd name="connsiteX156-13547" fmla="*/ 3496919 w 10768629"/>
              <a:gd name="connsiteY156-13548" fmla="*/ 1873180 h 1978172"/>
              <a:gd name="connsiteX157-13549" fmla="*/ 3449433 w 10768629"/>
              <a:gd name="connsiteY157-13550" fmla="*/ 1889681 h 1978172"/>
              <a:gd name="connsiteX158-13551" fmla="*/ 3369766 w 10768629"/>
              <a:gd name="connsiteY158-13552" fmla="*/ 1916653 h 1978172"/>
              <a:gd name="connsiteX159-13553" fmla="*/ 3269672 w 10768629"/>
              <a:gd name="connsiteY159-13554" fmla="*/ 1938036 h 1978172"/>
              <a:gd name="connsiteX160-13555" fmla="*/ 3224897 w 10768629"/>
              <a:gd name="connsiteY160-13556" fmla="*/ 1943733 h 1978172"/>
              <a:gd name="connsiteX161-13557" fmla="*/ 3161463 w 10768629"/>
              <a:gd name="connsiteY161-13558" fmla="*/ 1946591 h 1978172"/>
              <a:gd name="connsiteX162-13559" fmla="*/ 3112044 w 10768629"/>
              <a:gd name="connsiteY162-13560" fmla="*/ 1935614 h 1978172"/>
              <a:gd name="connsiteX163-13561" fmla="*/ 3069716 w 10768629"/>
              <a:gd name="connsiteY163-13562" fmla="*/ 1930463 h 1978172"/>
              <a:gd name="connsiteX164-13563" fmla="*/ 3005773 w 10768629"/>
              <a:gd name="connsiteY164-13564" fmla="*/ 1915878 h 1978172"/>
              <a:gd name="connsiteX165-13565" fmla="*/ 2897201 w 10768629"/>
              <a:gd name="connsiteY165-13566" fmla="*/ 1926772 h 1978172"/>
              <a:gd name="connsiteX166-13567" fmla="*/ 2783891 w 10768629"/>
              <a:gd name="connsiteY166-13568" fmla="*/ 1931749 h 1978172"/>
              <a:gd name="connsiteX167-13569" fmla="*/ 2712447 w 10768629"/>
              <a:gd name="connsiteY167-13570" fmla="*/ 1933044 h 1978172"/>
              <a:gd name="connsiteX168-13571" fmla="*/ 2560151 w 10768629"/>
              <a:gd name="connsiteY168-13572" fmla="*/ 1963609 h 1978172"/>
              <a:gd name="connsiteX169-13573" fmla="*/ 2367221 w 10768629"/>
              <a:gd name="connsiteY169-13574" fmla="*/ 1971884 h 1978172"/>
              <a:gd name="connsiteX170-13575" fmla="*/ 2272130 w 10768629"/>
              <a:gd name="connsiteY170-13576" fmla="*/ 1961162 h 1978172"/>
              <a:gd name="connsiteX171-13577" fmla="*/ 2189404 w 10768629"/>
              <a:gd name="connsiteY171-13578" fmla="*/ 1978172 h 1978172"/>
              <a:gd name="connsiteX172-13579" fmla="*/ 2077704 w 10768629"/>
              <a:gd name="connsiteY172-13580" fmla="*/ 1965002 h 1978172"/>
              <a:gd name="connsiteX173-13581" fmla="*/ 2033299 w 10768629"/>
              <a:gd name="connsiteY173-13582" fmla="*/ 1969042 h 1978172"/>
              <a:gd name="connsiteX174-13583" fmla="*/ 1967996 w 10768629"/>
              <a:gd name="connsiteY174-13584" fmla="*/ 1953187 h 1978172"/>
              <a:gd name="connsiteX175-13585" fmla="*/ 1855805 w 10768629"/>
              <a:gd name="connsiteY175-13586" fmla="*/ 1926082 h 1978172"/>
              <a:gd name="connsiteX176-13587" fmla="*/ 1790957 w 10768629"/>
              <a:gd name="connsiteY176-13588" fmla="*/ 1919460 h 1978172"/>
              <a:gd name="connsiteX177-13589" fmla="*/ 1613978 w 10768629"/>
              <a:gd name="connsiteY177-13590" fmla="*/ 1891581 h 1978172"/>
              <a:gd name="connsiteX178-13591" fmla="*/ 1436831 w 10768629"/>
              <a:gd name="connsiteY178-13592" fmla="*/ 1856201 h 1978172"/>
              <a:gd name="connsiteX179-13593" fmla="*/ 1357365 w 10768629"/>
              <a:gd name="connsiteY179-13594" fmla="*/ 1832140 h 1978172"/>
              <a:gd name="connsiteX180-13595" fmla="*/ 1232341 w 10768629"/>
              <a:gd name="connsiteY180-13596" fmla="*/ 1785942 h 1978172"/>
              <a:gd name="connsiteX181-13597" fmla="*/ 1162595 w 10768629"/>
              <a:gd name="connsiteY181-13598" fmla="*/ 1758337 h 1978172"/>
              <a:gd name="connsiteX182-13599" fmla="*/ 1128523 w 10768629"/>
              <a:gd name="connsiteY182-13600" fmla="*/ 1763621 h 1978172"/>
              <a:gd name="connsiteX183-13601" fmla="*/ 991903 w 10768629"/>
              <a:gd name="connsiteY183-13602" fmla="*/ 1786741 h 1978172"/>
              <a:gd name="connsiteX184-13603" fmla="*/ 883960 w 10768629"/>
              <a:gd name="connsiteY184-13604" fmla="*/ 1822386 h 1978172"/>
              <a:gd name="connsiteX185-13605" fmla="*/ 766531 w 10768629"/>
              <a:gd name="connsiteY185-13606" fmla="*/ 1805053 h 1978172"/>
              <a:gd name="connsiteX186-13607" fmla="*/ 669779 w 10768629"/>
              <a:gd name="connsiteY186-13608" fmla="*/ 1800537 h 1978172"/>
              <a:gd name="connsiteX187-13609" fmla="*/ 523898 w 10768629"/>
              <a:gd name="connsiteY187-13610" fmla="*/ 1811085 h 1978172"/>
              <a:gd name="connsiteX188-13611" fmla="*/ 360251 w 10768629"/>
              <a:gd name="connsiteY188-13612" fmla="*/ 1830735 h 1978172"/>
              <a:gd name="connsiteX189-13613" fmla="*/ 255207 w 10768629"/>
              <a:gd name="connsiteY189-13614" fmla="*/ 1818275 h 1978172"/>
              <a:gd name="connsiteX190-13615" fmla="*/ 101803 w 10768629"/>
              <a:gd name="connsiteY190-13616" fmla="*/ 1870647 h 1978172"/>
              <a:gd name="connsiteX191-13617" fmla="*/ 25397 w 10768629"/>
              <a:gd name="connsiteY191-13618" fmla="*/ 1888443 h 1978172"/>
              <a:gd name="connsiteX192-13619" fmla="*/ 2370 w 10768629"/>
              <a:gd name="connsiteY192-13620" fmla="*/ 1878311 h 1978172"/>
              <a:gd name="connsiteX193-13621" fmla="*/ 0 w 10768629"/>
              <a:gd name="connsiteY193-13622" fmla="*/ 1878785 h 1978172"/>
              <a:gd name="connsiteX194-13623" fmla="*/ 0 w 10768629"/>
              <a:gd name="connsiteY194-13624" fmla="*/ 0 h 1978172"/>
              <a:gd name="connsiteX0-13625" fmla="*/ 0 w 10768629"/>
              <a:gd name="connsiteY0-13626" fmla="*/ 0 h 1978172"/>
              <a:gd name="connsiteX1-13627" fmla="*/ 10768629 w 10768629"/>
              <a:gd name="connsiteY1-13628" fmla="*/ 0 h 1978172"/>
              <a:gd name="connsiteX2-13629" fmla="*/ 10733254 w 10768629"/>
              <a:gd name="connsiteY2-13630" fmla="*/ 31439 h 1978172"/>
              <a:gd name="connsiteX3-13631" fmla="*/ 10727085 w 10768629"/>
              <a:gd name="connsiteY3-13632" fmla="*/ 37910 h 1978172"/>
              <a:gd name="connsiteX4-13633" fmla="*/ 10675953 w 10768629"/>
              <a:gd name="connsiteY4-13634" fmla="*/ 68623 h 1978172"/>
              <a:gd name="connsiteX5-13635" fmla="*/ 10637091 w 10768629"/>
              <a:gd name="connsiteY5-13636" fmla="*/ 90361 h 1978172"/>
              <a:gd name="connsiteX6-13637" fmla="*/ 10610971 w 10768629"/>
              <a:gd name="connsiteY6-13638" fmla="*/ 110764 h 1978172"/>
              <a:gd name="connsiteX7-13639" fmla="*/ 10532872 w 10768629"/>
              <a:gd name="connsiteY7-13640" fmla="*/ 138028 h 1978172"/>
              <a:gd name="connsiteX8-13641" fmla="*/ 10398558 w 10768629"/>
              <a:gd name="connsiteY8-13642" fmla="*/ 172911 h 1978172"/>
              <a:gd name="connsiteX9-13643" fmla="*/ 10371128 w 10768629"/>
              <a:gd name="connsiteY9-13644" fmla="*/ 182609 h 1978172"/>
              <a:gd name="connsiteX10-13645" fmla="*/ 10352178 w 10768629"/>
              <a:gd name="connsiteY10-13646" fmla="*/ 199976 h 1978172"/>
              <a:gd name="connsiteX11-13647" fmla="*/ 10351815 w 10768629"/>
              <a:gd name="connsiteY11-13648" fmla="*/ 211879 h 1978172"/>
              <a:gd name="connsiteX12-13649" fmla="*/ 10337471 w 10768629"/>
              <a:gd name="connsiteY12-13650" fmla="*/ 218661 h 1978172"/>
              <a:gd name="connsiteX13-13651" fmla="*/ 10334625 w 10768629"/>
              <a:gd name="connsiteY13-13652" fmla="*/ 222351 h 1978172"/>
              <a:gd name="connsiteX14-13653" fmla="*/ 10256365 w 10768629"/>
              <a:gd name="connsiteY14-13654" fmla="*/ 235917 h 1978172"/>
              <a:gd name="connsiteX15-13655" fmla="*/ 10201127 w 10768629"/>
              <a:gd name="connsiteY15-13656" fmla="*/ 267448 h 1978172"/>
              <a:gd name="connsiteX16-13657" fmla="*/ 9961218 w 10768629"/>
              <a:gd name="connsiteY16-13658" fmla="*/ 326720 h 1978172"/>
              <a:gd name="connsiteX17-13659" fmla="*/ 9859715 w 10768629"/>
              <a:gd name="connsiteY17-13660" fmla="*/ 355698 h 1978172"/>
              <a:gd name="connsiteX18-13661" fmla="*/ 9679867 w 10768629"/>
              <a:gd name="connsiteY18-13662" fmla="*/ 399081 h 1978172"/>
              <a:gd name="connsiteX19-13663" fmla="*/ 9490654 w 10768629"/>
              <a:gd name="connsiteY19-13664" fmla="*/ 455225 h 1978172"/>
              <a:gd name="connsiteX20-13665" fmla="*/ 9470837 w 10768629"/>
              <a:gd name="connsiteY20-13666" fmla="*/ 452539 h 1978172"/>
              <a:gd name="connsiteX21-13667" fmla="*/ 9469082 w 10768629"/>
              <a:gd name="connsiteY21-13668" fmla="*/ 454891 h 1978172"/>
              <a:gd name="connsiteX22-13669" fmla="*/ 9448038 w 10768629"/>
              <a:gd name="connsiteY22-13670" fmla="*/ 459733 h 1978172"/>
              <a:gd name="connsiteX23-13671" fmla="*/ 9396821 w 10768629"/>
              <a:gd name="connsiteY23-13672" fmla="*/ 455795 h 1978172"/>
              <a:gd name="connsiteX24-13673" fmla="*/ 9392197 w 10768629"/>
              <a:gd name="connsiteY24-13674" fmla="*/ 459796 h 1978172"/>
              <a:gd name="connsiteX25-13675" fmla="*/ 9347994 w 10768629"/>
              <a:gd name="connsiteY25-13676" fmla="*/ 464462 h 1978172"/>
              <a:gd name="connsiteX26-13677" fmla="*/ 9347889 w 10768629"/>
              <a:gd name="connsiteY26-13678" fmla="*/ 466539 h 1978172"/>
              <a:gd name="connsiteX27-13679" fmla="*/ 9337639 w 10768629"/>
              <a:gd name="connsiteY27-13680" fmla="*/ 476654 h 1978172"/>
              <a:gd name="connsiteX28-13681" fmla="*/ 9287964 w 10768629"/>
              <a:gd name="connsiteY28-13682" fmla="*/ 513052 h 1978172"/>
              <a:gd name="connsiteX29-13683" fmla="*/ 9229283 w 10768629"/>
              <a:gd name="connsiteY29-13684" fmla="*/ 555377 h 1978172"/>
              <a:gd name="connsiteX30-13685" fmla="*/ 9220274 w 10768629"/>
              <a:gd name="connsiteY30-13686" fmla="*/ 557502 h 1978172"/>
              <a:gd name="connsiteX31-13687" fmla="*/ 9220202 w 10768629"/>
              <a:gd name="connsiteY31-13688" fmla="*/ 558001 h 1978172"/>
              <a:gd name="connsiteX32-13689" fmla="*/ 9210908 w 10768629"/>
              <a:gd name="connsiteY32-13690" fmla="*/ 561147 h 1978172"/>
              <a:gd name="connsiteX33-13691" fmla="*/ 9186374 w 10768629"/>
              <a:gd name="connsiteY33-13692" fmla="*/ 565502 h 1978172"/>
              <a:gd name="connsiteX34-13693" fmla="*/ 9181058 w 10768629"/>
              <a:gd name="connsiteY34-13694" fmla="*/ 569943 h 1978172"/>
              <a:gd name="connsiteX35-13695" fmla="*/ 9167549 w 10768629"/>
              <a:gd name="connsiteY35-13696" fmla="*/ 584727 h 1978172"/>
              <a:gd name="connsiteX36-13697" fmla="*/ 9149110 w 10768629"/>
              <a:gd name="connsiteY36-13698" fmla="*/ 598906 h 1978172"/>
              <a:gd name="connsiteX37-13699" fmla="*/ 9078556 w 10768629"/>
              <a:gd name="connsiteY37-13700" fmla="*/ 644039 h 1978172"/>
              <a:gd name="connsiteX38-13701" fmla="*/ 8996399 w 10768629"/>
              <a:gd name="connsiteY38-13702" fmla="*/ 690055 h 1978172"/>
              <a:gd name="connsiteX39-13703" fmla="*/ 8803791 w 10768629"/>
              <a:gd name="connsiteY39-13704" fmla="*/ 813860 h 1978172"/>
              <a:gd name="connsiteX40-13705" fmla="*/ 8636202 w 10768629"/>
              <a:gd name="connsiteY40-13706" fmla="*/ 848463 h 1978172"/>
              <a:gd name="connsiteX41-13707" fmla="*/ 8555372 w 10768629"/>
              <a:gd name="connsiteY41-13708" fmla="*/ 883171 h 1978172"/>
              <a:gd name="connsiteX42-13709" fmla="*/ 8507229 w 10768629"/>
              <a:gd name="connsiteY42-13710" fmla="*/ 901665 h 1978172"/>
              <a:gd name="connsiteX43-13711" fmla="*/ 8428473 w 10768629"/>
              <a:gd name="connsiteY43-13712" fmla="*/ 927985 h 1978172"/>
              <a:gd name="connsiteX44-13713" fmla="*/ 8427914 w 10768629"/>
              <a:gd name="connsiteY44-13714" fmla="*/ 933480 h 1978172"/>
              <a:gd name="connsiteX45-13715" fmla="*/ 8420327 w 10768629"/>
              <a:gd name="connsiteY45-13716" fmla="*/ 941984 h 1978172"/>
              <a:gd name="connsiteX46-13717" fmla="*/ 8394729 w 10768629"/>
              <a:gd name="connsiteY46-13718" fmla="*/ 948347 h 1978172"/>
              <a:gd name="connsiteX47-13719" fmla="*/ 8380548 w 10768629"/>
              <a:gd name="connsiteY47-13720" fmla="*/ 987916 h 1978172"/>
              <a:gd name="connsiteX48-13721" fmla="*/ 8375330 w 10768629"/>
              <a:gd name="connsiteY48-13722" fmla="*/ 965444 h 1978172"/>
              <a:gd name="connsiteX49-13723" fmla="*/ 8340796 w 10768629"/>
              <a:gd name="connsiteY49-13724" fmla="*/ 980522 h 1978172"/>
              <a:gd name="connsiteX50-13725" fmla="*/ 8304438 w 10768629"/>
              <a:gd name="connsiteY50-13726" fmla="*/ 996739 h 1978172"/>
              <a:gd name="connsiteX51-13727" fmla="*/ 8280929 w 10768629"/>
              <a:gd name="connsiteY51-13728" fmla="*/ 1023089 h 1978172"/>
              <a:gd name="connsiteX52-13729" fmla="*/ 8275760 w 10768629"/>
              <a:gd name="connsiteY52-13730" fmla="*/ 1027772 h 1978172"/>
              <a:gd name="connsiteX53-13731" fmla="*/ 8275478 w 10768629"/>
              <a:gd name="connsiteY53-13732" fmla="*/ 1027605 h 1978172"/>
              <a:gd name="connsiteX54-13733" fmla="*/ 8249003 w 10768629"/>
              <a:gd name="connsiteY54-13734" fmla="*/ 1032033 h 1978172"/>
              <a:gd name="connsiteX55-13735" fmla="*/ 8203836 w 10768629"/>
              <a:gd name="connsiteY55-13736" fmla="*/ 1037347 h 1978172"/>
              <a:gd name="connsiteX56-13737" fmla="*/ 8122936 w 10768629"/>
              <a:gd name="connsiteY56-13738" fmla="*/ 1063113 h 1978172"/>
              <a:gd name="connsiteX57-13739" fmla="*/ 8043658 w 10768629"/>
              <a:gd name="connsiteY57-13740" fmla="*/ 1092746 h 1978172"/>
              <a:gd name="connsiteX58-13741" fmla="*/ 8015351 w 10768629"/>
              <a:gd name="connsiteY58-13742" fmla="*/ 1105478 h 1978172"/>
              <a:gd name="connsiteX59-13743" fmla="*/ 7963145 w 10768629"/>
              <a:gd name="connsiteY59-13744" fmla="*/ 1119346 h 1978172"/>
              <a:gd name="connsiteX60-13745" fmla="*/ 7938145 w 10768629"/>
              <a:gd name="connsiteY60-13746" fmla="*/ 1120225 h 1978172"/>
              <a:gd name="connsiteX61-13747" fmla="*/ 7937238 w 10768629"/>
              <a:gd name="connsiteY61-13748" fmla="*/ 1121204 h 1978172"/>
              <a:gd name="connsiteX62-13749" fmla="*/ 7934398 w 10768629"/>
              <a:gd name="connsiteY62-13750" fmla="*/ 1118240 h 1978172"/>
              <a:gd name="connsiteX63-13751" fmla="*/ 7918248 w 10768629"/>
              <a:gd name="connsiteY63-13752" fmla="*/ 1124371 h 1978172"/>
              <a:gd name="connsiteX64-13753" fmla="*/ 7914119 w 10768629"/>
              <a:gd name="connsiteY64-13754" fmla="*/ 1127653 h 1978172"/>
              <a:gd name="connsiteX65-13755" fmla="*/ 7907658 w 10768629"/>
              <a:gd name="connsiteY65-13756" fmla="*/ 1130350 h 1978172"/>
              <a:gd name="connsiteX66-13757" fmla="*/ 7907434 w 10768629"/>
              <a:gd name="connsiteY66-13758" fmla="*/ 1130103 h 1978172"/>
              <a:gd name="connsiteX67-13759" fmla="*/ 7901508 w 10768629"/>
              <a:gd name="connsiteY67-13760" fmla="*/ 1133245 h 1978172"/>
              <a:gd name="connsiteX68-13761" fmla="*/ 7873287 w 10768629"/>
              <a:gd name="connsiteY68-13762" fmla="*/ 1152609 h 1978172"/>
              <a:gd name="connsiteX69-13763" fmla="*/ 7834833 w 10768629"/>
              <a:gd name="connsiteY69-13764" fmla="*/ 1153868 h 1978172"/>
              <a:gd name="connsiteX70-13765" fmla="*/ 7828661 w 10768629"/>
              <a:gd name="connsiteY70-13766" fmla="*/ 1139994 h 1978172"/>
              <a:gd name="connsiteX71-13767" fmla="*/ 7823966 w 10768629"/>
              <a:gd name="connsiteY71-13768" fmla="*/ 1143178 h 1978172"/>
              <a:gd name="connsiteX72-13769" fmla="*/ 7815078 w 10768629"/>
              <a:gd name="connsiteY72-13770" fmla="*/ 1151776 h 1978172"/>
              <a:gd name="connsiteX73-13771" fmla="*/ 7812026 w 10768629"/>
              <a:gd name="connsiteY73-13772" fmla="*/ 1151522 h 1978172"/>
              <a:gd name="connsiteX74-13773" fmla="*/ 7782249 w 10768629"/>
              <a:gd name="connsiteY74-13774" fmla="*/ 1160970 h 1978172"/>
              <a:gd name="connsiteX75-13775" fmla="*/ 7773476 w 10768629"/>
              <a:gd name="connsiteY75-13776" fmla="*/ 1157414 h 1978172"/>
              <a:gd name="connsiteX76-13777" fmla="*/ 7769600 w 10768629"/>
              <a:gd name="connsiteY76-13778" fmla="*/ 1157365 h 1978172"/>
              <a:gd name="connsiteX77-13779" fmla="*/ 7752631 w 10768629"/>
              <a:gd name="connsiteY77-13780" fmla="*/ 1172815 h 1978172"/>
              <a:gd name="connsiteX78-13781" fmla="*/ 7739392 w 10768629"/>
              <a:gd name="connsiteY78-13782" fmla="*/ 1192062 h 1978172"/>
              <a:gd name="connsiteX79-13783" fmla="*/ 7677677 w 10768629"/>
              <a:gd name="connsiteY79-13784" fmla="*/ 1216394 h 1978172"/>
              <a:gd name="connsiteX80-13785" fmla="*/ 7586920 w 10768629"/>
              <a:gd name="connsiteY80-13786" fmla="*/ 1261888 h 1978172"/>
              <a:gd name="connsiteX81-13787" fmla="*/ 7486100 w 10768629"/>
              <a:gd name="connsiteY81-13788" fmla="*/ 1292563 h 1978172"/>
              <a:gd name="connsiteX82-13789" fmla="*/ 7411323 w 10768629"/>
              <a:gd name="connsiteY82-13790" fmla="*/ 1340732 h 1978172"/>
              <a:gd name="connsiteX83-13791" fmla="*/ 7240698 w 10768629"/>
              <a:gd name="connsiteY83-13792" fmla="*/ 1438832 h 1978172"/>
              <a:gd name="connsiteX84-13793" fmla="*/ 7197675 w 10768629"/>
              <a:gd name="connsiteY84-13794" fmla="*/ 1447530 h 1978172"/>
              <a:gd name="connsiteX85-13795" fmla="*/ 7164788 w 10768629"/>
              <a:gd name="connsiteY85-13796" fmla="*/ 1480293 h 1978172"/>
              <a:gd name="connsiteX86-13797" fmla="*/ 7147929 w 10768629"/>
              <a:gd name="connsiteY86-13798" fmla="*/ 1477641 h 1978172"/>
              <a:gd name="connsiteX87-13799" fmla="*/ 7144965 w 10768629"/>
              <a:gd name="connsiteY87-13800" fmla="*/ 1476908 h 1978172"/>
              <a:gd name="connsiteX88-13801" fmla="*/ 7134299 w 10768629"/>
              <a:gd name="connsiteY88-13802" fmla="*/ 1479969 h 1978172"/>
              <a:gd name="connsiteX89-13803" fmla="*/ 7129809 w 10768629"/>
              <a:gd name="connsiteY89-13804" fmla="*/ 1473339 h 1978172"/>
              <a:gd name="connsiteX90-13805" fmla="*/ 7112688 w 10768629"/>
              <a:gd name="connsiteY90-13806" fmla="*/ 1472575 h 1978172"/>
              <a:gd name="connsiteX91-13807" fmla="*/ 7093470 w 10768629"/>
              <a:gd name="connsiteY91-13808" fmla="*/ 1480300 h 1978172"/>
              <a:gd name="connsiteX92-13809" fmla="*/ 7025034 w 10768629"/>
              <a:gd name="connsiteY92-13810" fmla="*/ 1506934 h 1978172"/>
              <a:gd name="connsiteX93-13811" fmla="*/ 7014783 w 10768629"/>
              <a:gd name="connsiteY93-13812" fmla="*/ 1515868 h 1978172"/>
              <a:gd name="connsiteX94-13813" fmla="*/ 6979706 w 10768629"/>
              <a:gd name="connsiteY94-13814" fmla="*/ 1523511 h 1978172"/>
              <a:gd name="connsiteX95-13815" fmla="*/ 6977890 w 10768629"/>
              <a:gd name="connsiteY95-13816" fmla="*/ 1525793 h 1978172"/>
              <a:gd name="connsiteX96-13817" fmla="*/ 6944339 w 10768629"/>
              <a:gd name="connsiteY96-13818" fmla="*/ 1536237 h 1978172"/>
              <a:gd name="connsiteX97-13819" fmla="*/ 6886996 w 10768629"/>
              <a:gd name="connsiteY97-13820" fmla="*/ 1563569 h 1978172"/>
              <a:gd name="connsiteX98-13821" fmla="*/ 6874510 w 10768629"/>
              <a:gd name="connsiteY98-13822" fmla="*/ 1558469 h 1978172"/>
              <a:gd name="connsiteX99-13823" fmla="*/ 6871943 w 10768629"/>
              <a:gd name="connsiteY99-13824" fmla="*/ 1554651 h 1978172"/>
              <a:gd name="connsiteX100-13825" fmla="*/ 6856174 w 10768629"/>
              <a:gd name="connsiteY100-13826" fmla="*/ 1562024 h 1978172"/>
              <a:gd name="connsiteX101-13827" fmla="*/ 6842321 w 10768629"/>
              <a:gd name="connsiteY101-13828" fmla="*/ 1560554 h 1978172"/>
              <a:gd name="connsiteX102-13829" fmla="*/ 6832713 w 10768629"/>
              <a:gd name="connsiteY102-13830" fmla="*/ 1569357 h 1978172"/>
              <a:gd name="connsiteX103-13831" fmla="*/ 6816351 w 10768629"/>
              <a:gd name="connsiteY103-13832" fmla="*/ 1571495 h 1978172"/>
              <a:gd name="connsiteX104-13833" fmla="*/ 6795800 w 10768629"/>
              <a:gd name="connsiteY104-13834" fmla="*/ 1572010 h 1978172"/>
              <a:gd name="connsiteX105-13835" fmla="*/ 6777546 w 10768629"/>
              <a:gd name="connsiteY105-13836" fmla="*/ 1568661 h 1978172"/>
              <a:gd name="connsiteX106-13837" fmla="*/ 6751528 w 10768629"/>
              <a:gd name="connsiteY106-13838" fmla="*/ 1574143 h 1978172"/>
              <a:gd name="connsiteX107-13839" fmla="*/ 6691966 w 10768629"/>
              <a:gd name="connsiteY107-13840" fmla="*/ 1582255 h 1978172"/>
              <a:gd name="connsiteX108-13841" fmla="*/ 6646941 w 10768629"/>
              <a:gd name="connsiteY108-13842" fmla="*/ 1588471 h 1978172"/>
              <a:gd name="connsiteX109-13843" fmla="*/ 6568576 w 10768629"/>
              <a:gd name="connsiteY109-13844" fmla="*/ 1606488 h 1978172"/>
              <a:gd name="connsiteX110-13845" fmla="*/ 6554358 w 10768629"/>
              <a:gd name="connsiteY110-13846" fmla="*/ 1621701 h 1978172"/>
              <a:gd name="connsiteX111-13847" fmla="*/ 6516968 w 10768629"/>
              <a:gd name="connsiteY111-13848" fmla="*/ 1617195 h 1978172"/>
              <a:gd name="connsiteX112-13849" fmla="*/ 6506479 w 10768629"/>
              <a:gd name="connsiteY112-13850" fmla="*/ 1602227 h 1978172"/>
              <a:gd name="connsiteX113-13851" fmla="*/ 6458436 w 10768629"/>
              <a:gd name="connsiteY113-13852" fmla="*/ 1607332 h 1978172"/>
              <a:gd name="connsiteX114-13853" fmla="*/ 6414786 w 10768629"/>
              <a:gd name="connsiteY114-13854" fmla="*/ 1628815 h 1978172"/>
              <a:gd name="connsiteX115-13855" fmla="*/ 6357085 w 10768629"/>
              <a:gd name="connsiteY115-13856" fmla="*/ 1640846 h 1978172"/>
              <a:gd name="connsiteX116-13857" fmla="*/ 6322636 w 10768629"/>
              <a:gd name="connsiteY116-13858" fmla="*/ 1648213 h 1978172"/>
              <a:gd name="connsiteX117-13859" fmla="*/ 6226172 w 10768629"/>
              <a:gd name="connsiteY117-13860" fmla="*/ 1654676 h 1978172"/>
              <a:gd name="connsiteX118-13861" fmla="*/ 6221217 w 10768629"/>
              <a:gd name="connsiteY118-13862" fmla="*/ 1654506 h 1978172"/>
              <a:gd name="connsiteX119-13863" fmla="*/ 6204956 w 10768629"/>
              <a:gd name="connsiteY119-13864" fmla="*/ 1664280 h 1978172"/>
              <a:gd name="connsiteX120-13865" fmla="*/ 6204270 w 10768629"/>
              <a:gd name="connsiteY120-13866" fmla="*/ 1666782 h 1978172"/>
              <a:gd name="connsiteX121-13867" fmla="*/ 6143810 w 10768629"/>
              <a:gd name="connsiteY121-13868" fmla="*/ 1661963 h 1978172"/>
              <a:gd name="connsiteX122-13869" fmla="*/ 6136560 w 10768629"/>
              <a:gd name="connsiteY122-13870" fmla="*/ 1665728 h 1978172"/>
              <a:gd name="connsiteX123-13871" fmla="*/ 6096155 w 10768629"/>
              <a:gd name="connsiteY123-13872" fmla="*/ 1656951 h 1978172"/>
              <a:gd name="connsiteX124-13873" fmla="*/ 6075812 w 10768629"/>
              <a:gd name="connsiteY124-13874" fmla="*/ 1655422 h 1978172"/>
              <a:gd name="connsiteX125-13875" fmla="*/ 6039495 w 10768629"/>
              <a:gd name="connsiteY125-13876" fmla="*/ 1649680 h 1978172"/>
              <a:gd name="connsiteX126-13877" fmla="*/ 6036523 w 10768629"/>
              <a:gd name="connsiteY126-13878" fmla="*/ 1652121 h 1978172"/>
              <a:gd name="connsiteX127-13879" fmla="*/ 6029328 w 10768629"/>
              <a:gd name="connsiteY127-13880" fmla="*/ 1649904 h 1978172"/>
              <a:gd name="connsiteX128-13881" fmla="*/ 6024075 w 10768629"/>
              <a:gd name="connsiteY128-13882" fmla="*/ 1652779 h 1978172"/>
              <a:gd name="connsiteX129-13883" fmla="*/ 6018085 w 10768629"/>
              <a:gd name="connsiteY129-13884" fmla="*/ 1652030 h 1978172"/>
              <a:gd name="connsiteX130-13885" fmla="*/ 5955513 w 10768629"/>
              <a:gd name="connsiteY130-13886" fmla="*/ 1663584 h 1978172"/>
              <a:gd name="connsiteX131-13887" fmla="*/ 5941996 w 10768629"/>
              <a:gd name="connsiteY131-13888" fmla="*/ 1661326 h 1978172"/>
              <a:gd name="connsiteX132-13889" fmla="*/ 5931789 w 10768629"/>
              <a:gd name="connsiteY132-13890" fmla="*/ 1669915 h 1978172"/>
              <a:gd name="connsiteX133-13891" fmla="*/ 5888686 w 10768629"/>
              <a:gd name="connsiteY133-13892" fmla="*/ 1672175 h 1978172"/>
              <a:gd name="connsiteX134-13893" fmla="*/ 5873794 w 10768629"/>
              <a:gd name="connsiteY134-13894" fmla="*/ 1665454 h 1978172"/>
              <a:gd name="connsiteX135-13895" fmla="*/ 5860022 w 10768629"/>
              <a:gd name="connsiteY135-13896" fmla="*/ 1660635 h 1978172"/>
              <a:gd name="connsiteX136-13897" fmla="*/ 5858237 w 10768629"/>
              <a:gd name="connsiteY136-13898" fmla="*/ 1660649 h 1978172"/>
              <a:gd name="connsiteX137-13899" fmla="*/ 5840319 w 10768629"/>
              <a:gd name="connsiteY137-13900" fmla="*/ 1660798 h 1978172"/>
              <a:gd name="connsiteX138-13901" fmla="*/ 5806984 w 10768629"/>
              <a:gd name="connsiteY138-13902" fmla="*/ 1661075 h 1978172"/>
              <a:gd name="connsiteX139-13903" fmla="*/ 5742351 w 10768629"/>
              <a:gd name="connsiteY139-13904" fmla="*/ 1667489 h 1978172"/>
              <a:gd name="connsiteX140-13905" fmla="*/ 5521171 w 10768629"/>
              <a:gd name="connsiteY140-13906" fmla="*/ 1671626 h 1978172"/>
              <a:gd name="connsiteX141-13907" fmla="*/ 5457384 w 10768629"/>
              <a:gd name="connsiteY141-13908" fmla="*/ 1683952 h 1978172"/>
              <a:gd name="connsiteX142-13909" fmla="*/ 4950070 w 10768629"/>
              <a:gd name="connsiteY142-13910" fmla="*/ 1748401 h 1978172"/>
              <a:gd name="connsiteX143-13911" fmla="*/ 4872172 w 10768629"/>
              <a:gd name="connsiteY143-13912" fmla="*/ 1757222 h 1978172"/>
              <a:gd name="connsiteX144-13913" fmla="*/ 4809524 w 10768629"/>
              <a:gd name="connsiteY144-13914" fmla="*/ 1761033 h 1978172"/>
              <a:gd name="connsiteX145-13915" fmla="*/ 4759058 w 10768629"/>
              <a:gd name="connsiteY145-13916" fmla="*/ 1766533 h 1978172"/>
              <a:gd name="connsiteX146-13917" fmla="*/ 4719749 w 10768629"/>
              <a:gd name="connsiteY146-13918" fmla="*/ 1771811 h 1978172"/>
              <a:gd name="connsiteX147-13919" fmla="*/ 4568686 w 10768629"/>
              <a:gd name="connsiteY147-13920" fmla="*/ 1786141 h 1978172"/>
              <a:gd name="connsiteX148-13921" fmla="*/ 4418751 w 10768629"/>
              <a:gd name="connsiteY148-13922" fmla="*/ 1796932 h 1978172"/>
              <a:gd name="connsiteX149-13923" fmla="*/ 4378377 w 10768629"/>
              <a:gd name="connsiteY149-13924" fmla="*/ 1815528 h 1978172"/>
              <a:gd name="connsiteX150-13925" fmla="*/ 4320575 w 10768629"/>
              <a:gd name="connsiteY150-13926" fmla="*/ 1832722 h 1978172"/>
              <a:gd name="connsiteX151-13927" fmla="*/ 4211935 w 10768629"/>
              <a:gd name="connsiteY151-13928" fmla="*/ 1860177 h 1978172"/>
              <a:gd name="connsiteX152-13929" fmla="*/ 4101228 w 10768629"/>
              <a:gd name="connsiteY152-13930" fmla="*/ 1868717 h 1978172"/>
              <a:gd name="connsiteX153-13931" fmla="*/ 3973223 w 10768629"/>
              <a:gd name="connsiteY153-13932" fmla="*/ 1881015 h 1978172"/>
              <a:gd name="connsiteX154-13933" fmla="*/ 3900992 w 10768629"/>
              <a:gd name="connsiteY154-13934" fmla="*/ 1880603 h 1978172"/>
              <a:gd name="connsiteX155-13935" fmla="*/ 3662119 w 10768629"/>
              <a:gd name="connsiteY155-13936" fmla="*/ 1889285 h 1978172"/>
              <a:gd name="connsiteX156-13937" fmla="*/ 3496919 w 10768629"/>
              <a:gd name="connsiteY156-13938" fmla="*/ 1873180 h 1978172"/>
              <a:gd name="connsiteX157-13939" fmla="*/ 3449433 w 10768629"/>
              <a:gd name="connsiteY157-13940" fmla="*/ 1889681 h 1978172"/>
              <a:gd name="connsiteX158-13941" fmla="*/ 3369766 w 10768629"/>
              <a:gd name="connsiteY158-13942" fmla="*/ 1916653 h 1978172"/>
              <a:gd name="connsiteX159-13943" fmla="*/ 3269672 w 10768629"/>
              <a:gd name="connsiteY159-13944" fmla="*/ 1938036 h 1978172"/>
              <a:gd name="connsiteX160-13945" fmla="*/ 3224897 w 10768629"/>
              <a:gd name="connsiteY160-13946" fmla="*/ 1943733 h 1978172"/>
              <a:gd name="connsiteX161-13947" fmla="*/ 3161463 w 10768629"/>
              <a:gd name="connsiteY161-13948" fmla="*/ 1946591 h 1978172"/>
              <a:gd name="connsiteX162-13949" fmla="*/ 3112044 w 10768629"/>
              <a:gd name="connsiteY162-13950" fmla="*/ 1935614 h 1978172"/>
              <a:gd name="connsiteX163-13951" fmla="*/ 3069716 w 10768629"/>
              <a:gd name="connsiteY163-13952" fmla="*/ 1930463 h 1978172"/>
              <a:gd name="connsiteX164-13953" fmla="*/ 3005773 w 10768629"/>
              <a:gd name="connsiteY164-13954" fmla="*/ 1915878 h 1978172"/>
              <a:gd name="connsiteX165-13955" fmla="*/ 2897201 w 10768629"/>
              <a:gd name="connsiteY165-13956" fmla="*/ 1926772 h 1978172"/>
              <a:gd name="connsiteX166-13957" fmla="*/ 2783891 w 10768629"/>
              <a:gd name="connsiteY166-13958" fmla="*/ 1931749 h 1978172"/>
              <a:gd name="connsiteX167-13959" fmla="*/ 2712447 w 10768629"/>
              <a:gd name="connsiteY167-13960" fmla="*/ 1933044 h 1978172"/>
              <a:gd name="connsiteX168-13961" fmla="*/ 2560151 w 10768629"/>
              <a:gd name="connsiteY168-13962" fmla="*/ 1963609 h 1978172"/>
              <a:gd name="connsiteX169-13963" fmla="*/ 2367221 w 10768629"/>
              <a:gd name="connsiteY169-13964" fmla="*/ 1971884 h 1978172"/>
              <a:gd name="connsiteX170-13965" fmla="*/ 2272130 w 10768629"/>
              <a:gd name="connsiteY170-13966" fmla="*/ 1961162 h 1978172"/>
              <a:gd name="connsiteX171-13967" fmla="*/ 2189404 w 10768629"/>
              <a:gd name="connsiteY171-13968" fmla="*/ 1978172 h 1978172"/>
              <a:gd name="connsiteX172-13969" fmla="*/ 2077704 w 10768629"/>
              <a:gd name="connsiteY172-13970" fmla="*/ 1965002 h 1978172"/>
              <a:gd name="connsiteX173-13971" fmla="*/ 2033299 w 10768629"/>
              <a:gd name="connsiteY173-13972" fmla="*/ 1969042 h 1978172"/>
              <a:gd name="connsiteX174-13973" fmla="*/ 1967996 w 10768629"/>
              <a:gd name="connsiteY174-13974" fmla="*/ 1953187 h 1978172"/>
              <a:gd name="connsiteX175-13975" fmla="*/ 1855805 w 10768629"/>
              <a:gd name="connsiteY175-13976" fmla="*/ 1926082 h 1978172"/>
              <a:gd name="connsiteX176-13977" fmla="*/ 1790957 w 10768629"/>
              <a:gd name="connsiteY176-13978" fmla="*/ 1919460 h 1978172"/>
              <a:gd name="connsiteX177-13979" fmla="*/ 1613978 w 10768629"/>
              <a:gd name="connsiteY177-13980" fmla="*/ 1891581 h 1978172"/>
              <a:gd name="connsiteX178-13981" fmla="*/ 1436831 w 10768629"/>
              <a:gd name="connsiteY178-13982" fmla="*/ 1856201 h 1978172"/>
              <a:gd name="connsiteX179-13983" fmla="*/ 1357365 w 10768629"/>
              <a:gd name="connsiteY179-13984" fmla="*/ 1832140 h 1978172"/>
              <a:gd name="connsiteX180-13985" fmla="*/ 1232341 w 10768629"/>
              <a:gd name="connsiteY180-13986" fmla="*/ 1785942 h 1978172"/>
              <a:gd name="connsiteX181-13987" fmla="*/ 1162595 w 10768629"/>
              <a:gd name="connsiteY181-13988" fmla="*/ 1758337 h 1978172"/>
              <a:gd name="connsiteX182-13989" fmla="*/ 1128523 w 10768629"/>
              <a:gd name="connsiteY182-13990" fmla="*/ 1763621 h 1978172"/>
              <a:gd name="connsiteX183-13991" fmla="*/ 991903 w 10768629"/>
              <a:gd name="connsiteY183-13992" fmla="*/ 1786741 h 1978172"/>
              <a:gd name="connsiteX184-13993" fmla="*/ 883960 w 10768629"/>
              <a:gd name="connsiteY184-13994" fmla="*/ 1822386 h 1978172"/>
              <a:gd name="connsiteX185-13995" fmla="*/ 766531 w 10768629"/>
              <a:gd name="connsiteY185-13996" fmla="*/ 1805053 h 1978172"/>
              <a:gd name="connsiteX186-13997" fmla="*/ 669779 w 10768629"/>
              <a:gd name="connsiteY186-13998" fmla="*/ 1800537 h 1978172"/>
              <a:gd name="connsiteX187-13999" fmla="*/ 523898 w 10768629"/>
              <a:gd name="connsiteY187-14000" fmla="*/ 1811085 h 1978172"/>
              <a:gd name="connsiteX188-14001" fmla="*/ 360251 w 10768629"/>
              <a:gd name="connsiteY188-14002" fmla="*/ 1830735 h 1978172"/>
              <a:gd name="connsiteX189-14003" fmla="*/ 255207 w 10768629"/>
              <a:gd name="connsiteY189-14004" fmla="*/ 1818275 h 1978172"/>
              <a:gd name="connsiteX190-14005" fmla="*/ 101803 w 10768629"/>
              <a:gd name="connsiteY190-14006" fmla="*/ 1870647 h 1978172"/>
              <a:gd name="connsiteX191-14007" fmla="*/ 25397 w 10768629"/>
              <a:gd name="connsiteY191-14008" fmla="*/ 1888443 h 1978172"/>
              <a:gd name="connsiteX192-14009" fmla="*/ 2370 w 10768629"/>
              <a:gd name="connsiteY192-14010" fmla="*/ 1878311 h 1978172"/>
              <a:gd name="connsiteX193-14011" fmla="*/ 0 w 10768629"/>
              <a:gd name="connsiteY193-14012" fmla="*/ 1878785 h 1978172"/>
              <a:gd name="connsiteX194-14013" fmla="*/ 0 w 10768629"/>
              <a:gd name="connsiteY194-14014" fmla="*/ 0 h 1978172"/>
              <a:gd name="connsiteX0-14015" fmla="*/ 0 w 10768629"/>
              <a:gd name="connsiteY0-14016" fmla="*/ 0 h 1978172"/>
              <a:gd name="connsiteX1-14017" fmla="*/ 10768629 w 10768629"/>
              <a:gd name="connsiteY1-14018" fmla="*/ 0 h 1978172"/>
              <a:gd name="connsiteX2-14019" fmla="*/ 10733254 w 10768629"/>
              <a:gd name="connsiteY2-14020" fmla="*/ 31439 h 1978172"/>
              <a:gd name="connsiteX3-14021" fmla="*/ 10727085 w 10768629"/>
              <a:gd name="connsiteY3-14022" fmla="*/ 37910 h 1978172"/>
              <a:gd name="connsiteX4-14023" fmla="*/ 10675953 w 10768629"/>
              <a:gd name="connsiteY4-14024" fmla="*/ 68623 h 1978172"/>
              <a:gd name="connsiteX5-14025" fmla="*/ 10637091 w 10768629"/>
              <a:gd name="connsiteY5-14026" fmla="*/ 90361 h 1978172"/>
              <a:gd name="connsiteX6-14027" fmla="*/ 10610971 w 10768629"/>
              <a:gd name="connsiteY6-14028" fmla="*/ 110764 h 1978172"/>
              <a:gd name="connsiteX7-14029" fmla="*/ 10532872 w 10768629"/>
              <a:gd name="connsiteY7-14030" fmla="*/ 138028 h 1978172"/>
              <a:gd name="connsiteX8-14031" fmla="*/ 10398558 w 10768629"/>
              <a:gd name="connsiteY8-14032" fmla="*/ 172911 h 1978172"/>
              <a:gd name="connsiteX9-14033" fmla="*/ 10371128 w 10768629"/>
              <a:gd name="connsiteY9-14034" fmla="*/ 182609 h 1978172"/>
              <a:gd name="connsiteX10-14035" fmla="*/ 10352178 w 10768629"/>
              <a:gd name="connsiteY10-14036" fmla="*/ 199976 h 1978172"/>
              <a:gd name="connsiteX11-14037" fmla="*/ 10351815 w 10768629"/>
              <a:gd name="connsiteY11-14038" fmla="*/ 211879 h 1978172"/>
              <a:gd name="connsiteX12-14039" fmla="*/ 10337471 w 10768629"/>
              <a:gd name="connsiteY12-14040" fmla="*/ 218661 h 1978172"/>
              <a:gd name="connsiteX13-14041" fmla="*/ 10334625 w 10768629"/>
              <a:gd name="connsiteY13-14042" fmla="*/ 222351 h 1978172"/>
              <a:gd name="connsiteX14-14043" fmla="*/ 10256365 w 10768629"/>
              <a:gd name="connsiteY14-14044" fmla="*/ 235917 h 1978172"/>
              <a:gd name="connsiteX15-14045" fmla="*/ 10201127 w 10768629"/>
              <a:gd name="connsiteY15-14046" fmla="*/ 267448 h 1978172"/>
              <a:gd name="connsiteX16-14047" fmla="*/ 9961218 w 10768629"/>
              <a:gd name="connsiteY16-14048" fmla="*/ 326720 h 1978172"/>
              <a:gd name="connsiteX17-14049" fmla="*/ 9859715 w 10768629"/>
              <a:gd name="connsiteY17-14050" fmla="*/ 355698 h 1978172"/>
              <a:gd name="connsiteX18-14051" fmla="*/ 9679867 w 10768629"/>
              <a:gd name="connsiteY18-14052" fmla="*/ 399081 h 1978172"/>
              <a:gd name="connsiteX19-14053" fmla="*/ 9490654 w 10768629"/>
              <a:gd name="connsiteY19-14054" fmla="*/ 455225 h 1978172"/>
              <a:gd name="connsiteX20-14055" fmla="*/ 9470837 w 10768629"/>
              <a:gd name="connsiteY20-14056" fmla="*/ 452539 h 1978172"/>
              <a:gd name="connsiteX21-14057" fmla="*/ 9469082 w 10768629"/>
              <a:gd name="connsiteY21-14058" fmla="*/ 454891 h 1978172"/>
              <a:gd name="connsiteX22-14059" fmla="*/ 9448038 w 10768629"/>
              <a:gd name="connsiteY22-14060" fmla="*/ 459733 h 1978172"/>
              <a:gd name="connsiteX23-14061" fmla="*/ 9396821 w 10768629"/>
              <a:gd name="connsiteY23-14062" fmla="*/ 455795 h 1978172"/>
              <a:gd name="connsiteX24-14063" fmla="*/ 9392197 w 10768629"/>
              <a:gd name="connsiteY24-14064" fmla="*/ 459796 h 1978172"/>
              <a:gd name="connsiteX25-14065" fmla="*/ 9347994 w 10768629"/>
              <a:gd name="connsiteY25-14066" fmla="*/ 464462 h 1978172"/>
              <a:gd name="connsiteX26-14067" fmla="*/ 9347889 w 10768629"/>
              <a:gd name="connsiteY26-14068" fmla="*/ 466539 h 1978172"/>
              <a:gd name="connsiteX27-14069" fmla="*/ 9337639 w 10768629"/>
              <a:gd name="connsiteY27-14070" fmla="*/ 476654 h 1978172"/>
              <a:gd name="connsiteX28-14071" fmla="*/ 9287964 w 10768629"/>
              <a:gd name="connsiteY28-14072" fmla="*/ 513052 h 1978172"/>
              <a:gd name="connsiteX29-14073" fmla="*/ 9229283 w 10768629"/>
              <a:gd name="connsiteY29-14074" fmla="*/ 555377 h 1978172"/>
              <a:gd name="connsiteX30-14075" fmla="*/ 9220274 w 10768629"/>
              <a:gd name="connsiteY30-14076" fmla="*/ 557502 h 1978172"/>
              <a:gd name="connsiteX31-14077" fmla="*/ 9220202 w 10768629"/>
              <a:gd name="connsiteY31-14078" fmla="*/ 558001 h 1978172"/>
              <a:gd name="connsiteX32-14079" fmla="*/ 9210908 w 10768629"/>
              <a:gd name="connsiteY32-14080" fmla="*/ 561147 h 1978172"/>
              <a:gd name="connsiteX33-14081" fmla="*/ 9186374 w 10768629"/>
              <a:gd name="connsiteY33-14082" fmla="*/ 565502 h 1978172"/>
              <a:gd name="connsiteX34-14083" fmla="*/ 9181058 w 10768629"/>
              <a:gd name="connsiteY34-14084" fmla="*/ 569943 h 1978172"/>
              <a:gd name="connsiteX35-14085" fmla="*/ 9167549 w 10768629"/>
              <a:gd name="connsiteY35-14086" fmla="*/ 584727 h 1978172"/>
              <a:gd name="connsiteX36-14087" fmla="*/ 9149110 w 10768629"/>
              <a:gd name="connsiteY36-14088" fmla="*/ 598906 h 1978172"/>
              <a:gd name="connsiteX37-14089" fmla="*/ 9078556 w 10768629"/>
              <a:gd name="connsiteY37-14090" fmla="*/ 644039 h 1978172"/>
              <a:gd name="connsiteX38-14091" fmla="*/ 8996399 w 10768629"/>
              <a:gd name="connsiteY38-14092" fmla="*/ 690055 h 1978172"/>
              <a:gd name="connsiteX39-14093" fmla="*/ 8803791 w 10768629"/>
              <a:gd name="connsiteY39-14094" fmla="*/ 813860 h 1978172"/>
              <a:gd name="connsiteX40-14095" fmla="*/ 8636202 w 10768629"/>
              <a:gd name="connsiteY40-14096" fmla="*/ 848463 h 1978172"/>
              <a:gd name="connsiteX41-14097" fmla="*/ 8555372 w 10768629"/>
              <a:gd name="connsiteY41-14098" fmla="*/ 883171 h 1978172"/>
              <a:gd name="connsiteX42-14099" fmla="*/ 8507229 w 10768629"/>
              <a:gd name="connsiteY42-14100" fmla="*/ 901665 h 1978172"/>
              <a:gd name="connsiteX43-14101" fmla="*/ 8428473 w 10768629"/>
              <a:gd name="connsiteY43-14102" fmla="*/ 927985 h 1978172"/>
              <a:gd name="connsiteX44-14103" fmla="*/ 8427914 w 10768629"/>
              <a:gd name="connsiteY44-14104" fmla="*/ 933480 h 1978172"/>
              <a:gd name="connsiteX45-14105" fmla="*/ 8420327 w 10768629"/>
              <a:gd name="connsiteY45-14106" fmla="*/ 941984 h 1978172"/>
              <a:gd name="connsiteX46-14107" fmla="*/ 8394729 w 10768629"/>
              <a:gd name="connsiteY46-14108" fmla="*/ 948347 h 1978172"/>
              <a:gd name="connsiteX47-14109" fmla="*/ 8380548 w 10768629"/>
              <a:gd name="connsiteY47-14110" fmla="*/ 987916 h 1978172"/>
              <a:gd name="connsiteX48-14111" fmla="*/ 8375330 w 10768629"/>
              <a:gd name="connsiteY48-14112" fmla="*/ 965444 h 1978172"/>
              <a:gd name="connsiteX49-14113" fmla="*/ 8340796 w 10768629"/>
              <a:gd name="connsiteY49-14114" fmla="*/ 980522 h 1978172"/>
              <a:gd name="connsiteX50-14115" fmla="*/ 8304438 w 10768629"/>
              <a:gd name="connsiteY50-14116" fmla="*/ 996739 h 1978172"/>
              <a:gd name="connsiteX51-14117" fmla="*/ 8280929 w 10768629"/>
              <a:gd name="connsiteY51-14118" fmla="*/ 1023089 h 1978172"/>
              <a:gd name="connsiteX52-14119" fmla="*/ 8275760 w 10768629"/>
              <a:gd name="connsiteY52-14120" fmla="*/ 1027772 h 1978172"/>
              <a:gd name="connsiteX53-14121" fmla="*/ 8275478 w 10768629"/>
              <a:gd name="connsiteY53-14122" fmla="*/ 1027605 h 1978172"/>
              <a:gd name="connsiteX54-14123" fmla="*/ 8249003 w 10768629"/>
              <a:gd name="connsiteY54-14124" fmla="*/ 1032033 h 1978172"/>
              <a:gd name="connsiteX55-14125" fmla="*/ 8203836 w 10768629"/>
              <a:gd name="connsiteY55-14126" fmla="*/ 1037347 h 1978172"/>
              <a:gd name="connsiteX56-14127" fmla="*/ 8122936 w 10768629"/>
              <a:gd name="connsiteY56-14128" fmla="*/ 1063113 h 1978172"/>
              <a:gd name="connsiteX57-14129" fmla="*/ 8043658 w 10768629"/>
              <a:gd name="connsiteY57-14130" fmla="*/ 1092746 h 1978172"/>
              <a:gd name="connsiteX58-14131" fmla="*/ 8015351 w 10768629"/>
              <a:gd name="connsiteY58-14132" fmla="*/ 1105478 h 1978172"/>
              <a:gd name="connsiteX59-14133" fmla="*/ 7963145 w 10768629"/>
              <a:gd name="connsiteY59-14134" fmla="*/ 1119346 h 1978172"/>
              <a:gd name="connsiteX60-14135" fmla="*/ 7938145 w 10768629"/>
              <a:gd name="connsiteY60-14136" fmla="*/ 1120225 h 1978172"/>
              <a:gd name="connsiteX61-14137" fmla="*/ 7937238 w 10768629"/>
              <a:gd name="connsiteY61-14138" fmla="*/ 1121204 h 1978172"/>
              <a:gd name="connsiteX62-14139" fmla="*/ 7934398 w 10768629"/>
              <a:gd name="connsiteY62-14140" fmla="*/ 1118240 h 1978172"/>
              <a:gd name="connsiteX63-14141" fmla="*/ 7918248 w 10768629"/>
              <a:gd name="connsiteY63-14142" fmla="*/ 1124371 h 1978172"/>
              <a:gd name="connsiteX64-14143" fmla="*/ 7914119 w 10768629"/>
              <a:gd name="connsiteY64-14144" fmla="*/ 1127653 h 1978172"/>
              <a:gd name="connsiteX65-14145" fmla="*/ 7907658 w 10768629"/>
              <a:gd name="connsiteY65-14146" fmla="*/ 1130350 h 1978172"/>
              <a:gd name="connsiteX66-14147" fmla="*/ 7907434 w 10768629"/>
              <a:gd name="connsiteY66-14148" fmla="*/ 1130103 h 1978172"/>
              <a:gd name="connsiteX67-14149" fmla="*/ 7901508 w 10768629"/>
              <a:gd name="connsiteY67-14150" fmla="*/ 1133245 h 1978172"/>
              <a:gd name="connsiteX68-14151" fmla="*/ 7873287 w 10768629"/>
              <a:gd name="connsiteY68-14152" fmla="*/ 1152609 h 1978172"/>
              <a:gd name="connsiteX69-14153" fmla="*/ 7834833 w 10768629"/>
              <a:gd name="connsiteY69-14154" fmla="*/ 1153868 h 1978172"/>
              <a:gd name="connsiteX70-14155" fmla="*/ 7828661 w 10768629"/>
              <a:gd name="connsiteY70-14156" fmla="*/ 1139994 h 1978172"/>
              <a:gd name="connsiteX71-14157" fmla="*/ 7823966 w 10768629"/>
              <a:gd name="connsiteY71-14158" fmla="*/ 1143178 h 1978172"/>
              <a:gd name="connsiteX72-14159" fmla="*/ 7815078 w 10768629"/>
              <a:gd name="connsiteY72-14160" fmla="*/ 1151776 h 1978172"/>
              <a:gd name="connsiteX73-14161" fmla="*/ 7812026 w 10768629"/>
              <a:gd name="connsiteY73-14162" fmla="*/ 1151522 h 1978172"/>
              <a:gd name="connsiteX74-14163" fmla="*/ 7782249 w 10768629"/>
              <a:gd name="connsiteY74-14164" fmla="*/ 1160970 h 1978172"/>
              <a:gd name="connsiteX75-14165" fmla="*/ 7773476 w 10768629"/>
              <a:gd name="connsiteY75-14166" fmla="*/ 1157414 h 1978172"/>
              <a:gd name="connsiteX76-14167" fmla="*/ 7769600 w 10768629"/>
              <a:gd name="connsiteY76-14168" fmla="*/ 1157365 h 1978172"/>
              <a:gd name="connsiteX77-14169" fmla="*/ 7752631 w 10768629"/>
              <a:gd name="connsiteY77-14170" fmla="*/ 1172815 h 1978172"/>
              <a:gd name="connsiteX78-14171" fmla="*/ 7739392 w 10768629"/>
              <a:gd name="connsiteY78-14172" fmla="*/ 1192062 h 1978172"/>
              <a:gd name="connsiteX79-14173" fmla="*/ 7677677 w 10768629"/>
              <a:gd name="connsiteY79-14174" fmla="*/ 1216394 h 1978172"/>
              <a:gd name="connsiteX80-14175" fmla="*/ 7586920 w 10768629"/>
              <a:gd name="connsiteY80-14176" fmla="*/ 1261888 h 1978172"/>
              <a:gd name="connsiteX81-14177" fmla="*/ 7486100 w 10768629"/>
              <a:gd name="connsiteY81-14178" fmla="*/ 1292563 h 1978172"/>
              <a:gd name="connsiteX82-14179" fmla="*/ 7411323 w 10768629"/>
              <a:gd name="connsiteY82-14180" fmla="*/ 1340732 h 1978172"/>
              <a:gd name="connsiteX83-14181" fmla="*/ 7240698 w 10768629"/>
              <a:gd name="connsiteY83-14182" fmla="*/ 1438832 h 1978172"/>
              <a:gd name="connsiteX84-14183" fmla="*/ 7197675 w 10768629"/>
              <a:gd name="connsiteY84-14184" fmla="*/ 1447530 h 1978172"/>
              <a:gd name="connsiteX85-14185" fmla="*/ 7164788 w 10768629"/>
              <a:gd name="connsiteY85-14186" fmla="*/ 1480293 h 1978172"/>
              <a:gd name="connsiteX86-14187" fmla="*/ 7147929 w 10768629"/>
              <a:gd name="connsiteY86-14188" fmla="*/ 1477641 h 1978172"/>
              <a:gd name="connsiteX87-14189" fmla="*/ 7144965 w 10768629"/>
              <a:gd name="connsiteY87-14190" fmla="*/ 1476908 h 1978172"/>
              <a:gd name="connsiteX88-14191" fmla="*/ 7134299 w 10768629"/>
              <a:gd name="connsiteY88-14192" fmla="*/ 1479969 h 1978172"/>
              <a:gd name="connsiteX89-14193" fmla="*/ 7129809 w 10768629"/>
              <a:gd name="connsiteY89-14194" fmla="*/ 1473339 h 1978172"/>
              <a:gd name="connsiteX90-14195" fmla="*/ 7112688 w 10768629"/>
              <a:gd name="connsiteY90-14196" fmla="*/ 1472575 h 1978172"/>
              <a:gd name="connsiteX91-14197" fmla="*/ 7093470 w 10768629"/>
              <a:gd name="connsiteY91-14198" fmla="*/ 1480300 h 1978172"/>
              <a:gd name="connsiteX92-14199" fmla="*/ 7025034 w 10768629"/>
              <a:gd name="connsiteY92-14200" fmla="*/ 1506934 h 1978172"/>
              <a:gd name="connsiteX93-14201" fmla="*/ 7014783 w 10768629"/>
              <a:gd name="connsiteY93-14202" fmla="*/ 1515868 h 1978172"/>
              <a:gd name="connsiteX94-14203" fmla="*/ 6979706 w 10768629"/>
              <a:gd name="connsiteY94-14204" fmla="*/ 1523511 h 1978172"/>
              <a:gd name="connsiteX95-14205" fmla="*/ 6977890 w 10768629"/>
              <a:gd name="connsiteY95-14206" fmla="*/ 1525793 h 1978172"/>
              <a:gd name="connsiteX96-14207" fmla="*/ 6944339 w 10768629"/>
              <a:gd name="connsiteY96-14208" fmla="*/ 1536237 h 1978172"/>
              <a:gd name="connsiteX97-14209" fmla="*/ 6886996 w 10768629"/>
              <a:gd name="connsiteY97-14210" fmla="*/ 1563569 h 1978172"/>
              <a:gd name="connsiteX98-14211" fmla="*/ 6874510 w 10768629"/>
              <a:gd name="connsiteY98-14212" fmla="*/ 1558469 h 1978172"/>
              <a:gd name="connsiteX99-14213" fmla="*/ 6871943 w 10768629"/>
              <a:gd name="connsiteY99-14214" fmla="*/ 1554651 h 1978172"/>
              <a:gd name="connsiteX100-14215" fmla="*/ 6856174 w 10768629"/>
              <a:gd name="connsiteY100-14216" fmla="*/ 1562024 h 1978172"/>
              <a:gd name="connsiteX101-14217" fmla="*/ 6842321 w 10768629"/>
              <a:gd name="connsiteY101-14218" fmla="*/ 1560554 h 1978172"/>
              <a:gd name="connsiteX102-14219" fmla="*/ 6832713 w 10768629"/>
              <a:gd name="connsiteY102-14220" fmla="*/ 1569357 h 1978172"/>
              <a:gd name="connsiteX103-14221" fmla="*/ 6816351 w 10768629"/>
              <a:gd name="connsiteY103-14222" fmla="*/ 1571495 h 1978172"/>
              <a:gd name="connsiteX104-14223" fmla="*/ 6795800 w 10768629"/>
              <a:gd name="connsiteY104-14224" fmla="*/ 1572010 h 1978172"/>
              <a:gd name="connsiteX105-14225" fmla="*/ 6777546 w 10768629"/>
              <a:gd name="connsiteY105-14226" fmla="*/ 1568661 h 1978172"/>
              <a:gd name="connsiteX106-14227" fmla="*/ 6751528 w 10768629"/>
              <a:gd name="connsiteY106-14228" fmla="*/ 1574143 h 1978172"/>
              <a:gd name="connsiteX107-14229" fmla="*/ 6691966 w 10768629"/>
              <a:gd name="connsiteY107-14230" fmla="*/ 1582255 h 1978172"/>
              <a:gd name="connsiteX108-14231" fmla="*/ 6646941 w 10768629"/>
              <a:gd name="connsiteY108-14232" fmla="*/ 1588471 h 1978172"/>
              <a:gd name="connsiteX109-14233" fmla="*/ 6568576 w 10768629"/>
              <a:gd name="connsiteY109-14234" fmla="*/ 1606488 h 1978172"/>
              <a:gd name="connsiteX110-14235" fmla="*/ 6554358 w 10768629"/>
              <a:gd name="connsiteY110-14236" fmla="*/ 1621701 h 1978172"/>
              <a:gd name="connsiteX111-14237" fmla="*/ 6516968 w 10768629"/>
              <a:gd name="connsiteY111-14238" fmla="*/ 1617195 h 1978172"/>
              <a:gd name="connsiteX112-14239" fmla="*/ 6506479 w 10768629"/>
              <a:gd name="connsiteY112-14240" fmla="*/ 1602227 h 1978172"/>
              <a:gd name="connsiteX113-14241" fmla="*/ 6458436 w 10768629"/>
              <a:gd name="connsiteY113-14242" fmla="*/ 1607332 h 1978172"/>
              <a:gd name="connsiteX114-14243" fmla="*/ 6414786 w 10768629"/>
              <a:gd name="connsiteY114-14244" fmla="*/ 1628815 h 1978172"/>
              <a:gd name="connsiteX115-14245" fmla="*/ 6357085 w 10768629"/>
              <a:gd name="connsiteY115-14246" fmla="*/ 1640846 h 1978172"/>
              <a:gd name="connsiteX116-14247" fmla="*/ 6322636 w 10768629"/>
              <a:gd name="connsiteY116-14248" fmla="*/ 1648213 h 1978172"/>
              <a:gd name="connsiteX117-14249" fmla="*/ 6226172 w 10768629"/>
              <a:gd name="connsiteY117-14250" fmla="*/ 1654676 h 1978172"/>
              <a:gd name="connsiteX118-14251" fmla="*/ 6221217 w 10768629"/>
              <a:gd name="connsiteY118-14252" fmla="*/ 1654506 h 1978172"/>
              <a:gd name="connsiteX119-14253" fmla="*/ 6204956 w 10768629"/>
              <a:gd name="connsiteY119-14254" fmla="*/ 1664280 h 1978172"/>
              <a:gd name="connsiteX120-14255" fmla="*/ 6204270 w 10768629"/>
              <a:gd name="connsiteY120-14256" fmla="*/ 1666782 h 1978172"/>
              <a:gd name="connsiteX121-14257" fmla="*/ 6143810 w 10768629"/>
              <a:gd name="connsiteY121-14258" fmla="*/ 1661963 h 1978172"/>
              <a:gd name="connsiteX122-14259" fmla="*/ 6136560 w 10768629"/>
              <a:gd name="connsiteY122-14260" fmla="*/ 1665728 h 1978172"/>
              <a:gd name="connsiteX123-14261" fmla="*/ 6096155 w 10768629"/>
              <a:gd name="connsiteY123-14262" fmla="*/ 1656951 h 1978172"/>
              <a:gd name="connsiteX124-14263" fmla="*/ 6075812 w 10768629"/>
              <a:gd name="connsiteY124-14264" fmla="*/ 1655422 h 1978172"/>
              <a:gd name="connsiteX125-14265" fmla="*/ 6039495 w 10768629"/>
              <a:gd name="connsiteY125-14266" fmla="*/ 1649680 h 1978172"/>
              <a:gd name="connsiteX126-14267" fmla="*/ 6036523 w 10768629"/>
              <a:gd name="connsiteY126-14268" fmla="*/ 1652121 h 1978172"/>
              <a:gd name="connsiteX127-14269" fmla="*/ 6029328 w 10768629"/>
              <a:gd name="connsiteY127-14270" fmla="*/ 1649904 h 1978172"/>
              <a:gd name="connsiteX128-14271" fmla="*/ 6024075 w 10768629"/>
              <a:gd name="connsiteY128-14272" fmla="*/ 1652779 h 1978172"/>
              <a:gd name="connsiteX129-14273" fmla="*/ 6018085 w 10768629"/>
              <a:gd name="connsiteY129-14274" fmla="*/ 1652030 h 1978172"/>
              <a:gd name="connsiteX130-14275" fmla="*/ 5955513 w 10768629"/>
              <a:gd name="connsiteY130-14276" fmla="*/ 1663584 h 1978172"/>
              <a:gd name="connsiteX131-14277" fmla="*/ 5941996 w 10768629"/>
              <a:gd name="connsiteY131-14278" fmla="*/ 1661326 h 1978172"/>
              <a:gd name="connsiteX132-14279" fmla="*/ 5931789 w 10768629"/>
              <a:gd name="connsiteY132-14280" fmla="*/ 1669915 h 1978172"/>
              <a:gd name="connsiteX133-14281" fmla="*/ 5888686 w 10768629"/>
              <a:gd name="connsiteY133-14282" fmla="*/ 1672175 h 1978172"/>
              <a:gd name="connsiteX134-14283" fmla="*/ 5873794 w 10768629"/>
              <a:gd name="connsiteY134-14284" fmla="*/ 1665454 h 1978172"/>
              <a:gd name="connsiteX135-14285" fmla="*/ 5860022 w 10768629"/>
              <a:gd name="connsiteY135-14286" fmla="*/ 1660635 h 1978172"/>
              <a:gd name="connsiteX136-14287" fmla="*/ 5858237 w 10768629"/>
              <a:gd name="connsiteY136-14288" fmla="*/ 1660649 h 1978172"/>
              <a:gd name="connsiteX137-14289" fmla="*/ 5840319 w 10768629"/>
              <a:gd name="connsiteY137-14290" fmla="*/ 1660798 h 1978172"/>
              <a:gd name="connsiteX138-14291" fmla="*/ 5806984 w 10768629"/>
              <a:gd name="connsiteY138-14292" fmla="*/ 1661075 h 1978172"/>
              <a:gd name="connsiteX139-14293" fmla="*/ 5742351 w 10768629"/>
              <a:gd name="connsiteY139-14294" fmla="*/ 1667489 h 1978172"/>
              <a:gd name="connsiteX140-14295" fmla="*/ 5521171 w 10768629"/>
              <a:gd name="connsiteY140-14296" fmla="*/ 1671626 h 1978172"/>
              <a:gd name="connsiteX141-14297" fmla="*/ 5457384 w 10768629"/>
              <a:gd name="connsiteY141-14298" fmla="*/ 1683952 h 1978172"/>
              <a:gd name="connsiteX142-14299" fmla="*/ 4950070 w 10768629"/>
              <a:gd name="connsiteY142-14300" fmla="*/ 1748401 h 1978172"/>
              <a:gd name="connsiteX143-14301" fmla="*/ 4872172 w 10768629"/>
              <a:gd name="connsiteY143-14302" fmla="*/ 1757222 h 1978172"/>
              <a:gd name="connsiteX144-14303" fmla="*/ 4809524 w 10768629"/>
              <a:gd name="connsiteY144-14304" fmla="*/ 1761033 h 1978172"/>
              <a:gd name="connsiteX145-14305" fmla="*/ 4759058 w 10768629"/>
              <a:gd name="connsiteY145-14306" fmla="*/ 1766533 h 1978172"/>
              <a:gd name="connsiteX146-14307" fmla="*/ 4719749 w 10768629"/>
              <a:gd name="connsiteY146-14308" fmla="*/ 1771811 h 1978172"/>
              <a:gd name="connsiteX147-14309" fmla="*/ 4568686 w 10768629"/>
              <a:gd name="connsiteY147-14310" fmla="*/ 1786141 h 1978172"/>
              <a:gd name="connsiteX148-14311" fmla="*/ 4418751 w 10768629"/>
              <a:gd name="connsiteY148-14312" fmla="*/ 1796932 h 1978172"/>
              <a:gd name="connsiteX149-14313" fmla="*/ 4378377 w 10768629"/>
              <a:gd name="connsiteY149-14314" fmla="*/ 1815528 h 1978172"/>
              <a:gd name="connsiteX150-14315" fmla="*/ 4320575 w 10768629"/>
              <a:gd name="connsiteY150-14316" fmla="*/ 1832722 h 1978172"/>
              <a:gd name="connsiteX151-14317" fmla="*/ 4211935 w 10768629"/>
              <a:gd name="connsiteY151-14318" fmla="*/ 1860177 h 1978172"/>
              <a:gd name="connsiteX152-14319" fmla="*/ 4101228 w 10768629"/>
              <a:gd name="connsiteY152-14320" fmla="*/ 1868717 h 1978172"/>
              <a:gd name="connsiteX153-14321" fmla="*/ 3973223 w 10768629"/>
              <a:gd name="connsiteY153-14322" fmla="*/ 1881015 h 1978172"/>
              <a:gd name="connsiteX154-14323" fmla="*/ 3900992 w 10768629"/>
              <a:gd name="connsiteY154-14324" fmla="*/ 1880603 h 1978172"/>
              <a:gd name="connsiteX155-14325" fmla="*/ 3662119 w 10768629"/>
              <a:gd name="connsiteY155-14326" fmla="*/ 1889285 h 1978172"/>
              <a:gd name="connsiteX156-14327" fmla="*/ 3496919 w 10768629"/>
              <a:gd name="connsiteY156-14328" fmla="*/ 1873180 h 1978172"/>
              <a:gd name="connsiteX157-14329" fmla="*/ 3449433 w 10768629"/>
              <a:gd name="connsiteY157-14330" fmla="*/ 1889681 h 1978172"/>
              <a:gd name="connsiteX158-14331" fmla="*/ 3369766 w 10768629"/>
              <a:gd name="connsiteY158-14332" fmla="*/ 1916653 h 1978172"/>
              <a:gd name="connsiteX159-14333" fmla="*/ 3269672 w 10768629"/>
              <a:gd name="connsiteY159-14334" fmla="*/ 1938036 h 1978172"/>
              <a:gd name="connsiteX160-14335" fmla="*/ 3224897 w 10768629"/>
              <a:gd name="connsiteY160-14336" fmla="*/ 1943733 h 1978172"/>
              <a:gd name="connsiteX161-14337" fmla="*/ 3161463 w 10768629"/>
              <a:gd name="connsiteY161-14338" fmla="*/ 1946591 h 1978172"/>
              <a:gd name="connsiteX162-14339" fmla="*/ 3112044 w 10768629"/>
              <a:gd name="connsiteY162-14340" fmla="*/ 1935614 h 1978172"/>
              <a:gd name="connsiteX163-14341" fmla="*/ 3069716 w 10768629"/>
              <a:gd name="connsiteY163-14342" fmla="*/ 1930463 h 1978172"/>
              <a:gd name="connsiteX164-14343" fmla="*/ 3005773 w 10768629"/>
              <a:gd name="connsiteY164-14344" fmla="*/ 1915878 h 1978172"/>
              <a:gd name="connsiteX165-14345" fmla="*/ 2897201 w 10768629"/>
              <a:gd name="connsiteY165-14346" fmla="*/ 1926772 h 1978172"/>
              <a:gd name="connsiteX166-14347" fmla="*/ 2783891 w 10768629"/>
              <a:gd name="connsiteY166-14348" fmla="*/ 1931749 h 1978172"/>
              <a:gd name="connsiteX167-14349" fmla="*/ 2712447 w 10768629"/>
              <a:gd name="connsiteY167-14350" fmla="*/ 1933044 h 1978172"/>
              <a:gd name="connsiteX168-14351" fmla="*/ 2560151 w 10768629"/>
              <a:gd name="connsiteY168-14352" fmla="*/ 1963609 h 1978172"/>
              <a:gd name="connsiteX169-14353" fmla="*/ 2367221 w 10768629"/>
              <a:gd name="connsiteY169-14354" fmla="*/ 1971884 h 1978172"/>
              <a:gd name="connsiteX170-14355" fmla="*/ 2272130 w 10768629"/>
              <a:gd name="connsiteY170-14356" fmla="*/ 1961162 h 1978172"/>
              <a:gd name="connsiteX171-14357" fmla="*/ 2189404 w 10768629"/>
              <a:gd name="connsiteY171-14358" fmla="*/ 1978172 h 1978172"/>
              <a:gd name="connsiteX172-14359" fmla="*/ 2077704 w 10768629"/>
              <a:gd name="connsiteY172-14360" fmla="*/ 1965002 h 1978172"/>
              <a:gd name="connsiteX173-14361" fmla="*/ 2033299 w 10768629"/>
              <a:gd name="connsiteY173-14362" fmla="*/ 1969042 h 1978172"/>
              <a:gd name="connsiteX174-14363" fmla="*/ 1967996 w 10768629"/>
              <a:gd name="connsiteY174-14364" fmla="*/ 1953187 h 1978172"/>
              <a:gd name="connsiteX175-14365" fmla="*/ 1855805 w 10768629"/>
              <a:gd name="connsiteY175-14366" fmla="*/ 1926082 h 1978172"/>
              <a:gd name="connsiteX176-14367" fmla="*/ 1790957 w 10768629"/>
              <a:gd name="connsiteY176-14368" fmla="*/ 1919460 h 1978172"/>
              <a:gd name="connsiteX177-14369" fmla="*/ 1613978 w 10768629"/>
              <a:gd name="connsiteY177-14370" fmla="*/ 1891581 h 1978172"/>
              <a:gd name="connsiteX178-14371" fmla="*/ 1436831 w 10768629"/>
              <a:gd name="connsiteY178-14372" fmla="*/ 1856201 h 1978172"/>
              <a:gd name="connsiteX179-14373" fmla="*/ 1357365 w 10768629"/>
              <a:gd name="connsiteY179-14374" fmla="*/ 1832140 h 1978172"/>
              <a:gd name="connsiteX180-14375" fmla="*/ 1232341 w 10768629"/>
              <a:gd name="connsiteY180-14376" fmla="*/ 1785942 h 1978172"/>
              <a:gd name="connsiteX181-14377" fmla="*/ 1162595 w 10768629"/>
              <a:gd name="connsiteY181-14378" fmla="*/ 1758337 h 1978172"/>
              <a:gd name="connsiteX182-14379" fmla="*/ 1128523 w 10768629"/>
              <a:gd name="connsiteY182-14380" fmla="*/ 1763621 h 1978172"/>
              <a:gd name="connsiteX183-14381" fmla="*/ 991903 w 10768629"/>
              <a:gd name="connsiteY183-14382" fmla="*/ 1786741 h 1978172"/>
              <a:gd name="connsiteX184-14383" fmla="*/ 883960 w 10768629"/>
              <a:gd name="connsiteY184-14384" fmla="*/ 1809389 h 1978172"/>
              <a:gd name="connsiteX185-14385" fmla="*/ 766531 w 10768629"/>
              <a:gd name="connsiteY185-14386" fmla="*/ 1805053 h 1978172"/>
              <a:gd name="connsiteX186-14387" fmla="*/ 669779 w 10768629"/>
              <a:gd name="connsiteY186-14388" fmla="*/ 1800537 h 1978172"/>
              <a:gd name="connsiteX187-14389" fmla="*/ 523898 w 10768629"/>
              <a:gd name="connsiteY187-14390" fmla="*/ 1811085 h 1978172"/>
              <a:gd name="connsiteX188-14391" fmla="*/ 360251 w 10768629"/>
              <a:gd name="connsiteY188-14392" fmla="*/ 1830735 h 1978172"/>
              <a:gd name="connsiteX189-14393" fmla="*/ 255207 w 10768629"/>
              <a:gd name="connsiteY189-14394" fmla="*/ 1818275 h 1978172"/>
              <a:gd name="connsiteX190-14395" fmla="*/ 101803 w 10768629"/>
              <a:gd name="connsiteY190-14396" fmla="*/ 1870647 h 1978172"/>
              <a:gd name="connsiteX191-14397" fmla="*/ 25397 w 10768629"/>
              <a:gd name="connsiteY191-14398" fmla="*/ 1888443 h 1978172"/>
              <a:gd name="connsiteX192-14399" fmla="*/ 2370 w 10768629"/>
              <a:gd name="connsiteY192-14400" fmla="*/ 1878311 h 1978172"/>
              <a:gd name="connsiteX193-14401" fmla="*/ 0 w 10768629"/>
              <a:gd name="connsiteY193-14402" fmla="*/ 1878785 h 1978172"/>
              <a:gd name="connsiteX194-14403" fmla="*/ 0 w 10768629"/>
              <a:gd name="connsiteY194-14404" fmla="*/ 0 h 1978172"/>
              <a:gd name="connsiteX0-14405" fmla="*/ 0 w 10768629"/>
              <a:gd name="connsiteY0-14406" fmla="*/ 0 h 1978172"/>
              <a:gd name="connsiteX1-14407" fmla="*/ 10768629 w 10768629"/>
              <a:gd name="connsiteY1-14408" fmla="*/ 0 h 1978172"/>
              <a:gd name="connsiteX2-14409" fmla="*/ 10733254 w 10768629"/>
              <a:gd name="connsiteY2-14410" fmla="*/ 31439 h 1978172"/>
              <a:gd name="connsiteX3-14411" fmla="*/ 10727085 w 10768629"/>
              <a:gd name="connsiteY3-14412" fmla="*/ 37910 h 1978172"/>
              <a:gd name="connsiteX4-14413" fmla="*/ 10675953 w 10768629"/>
              <a:gd name="connsiteY4-14414" fmla="*/ 68623 h 1978172"/>
              <a:gd name="connsiteX5-14415" fmla="*/ 10637091 w 10768629"/>
              <a:gd name="connsiteY5-14416" fmla="*/ 90361 h 1978172"/>
              <a:gd name="connsiteX6-14417" fmla="*/ 10610971 w 10768629"/>
              <a:gd name="connsiteY6-14418" fmla="*/ 110764 h 1978172"/>
              <a:gd name="connsiteX7-14419" fmla="*/ 10532872 w 10768629"/>
              <a:gd name="connsiteY7-14420" fmla="*/ 138028 h 1978172"/>
              <a:gd name="connsiteX8-14421" fmla="*/ 10398558 w 10768629"/>
              <a:gd name="connsiteY8-14422" fmla="*/ 172911 h 1978172"/>
              <a:gd name="connsiteX9-14423" fmla="*/ 10371128 w 10768629"/>
              <a:gd name="connsiteY9-14424" fmla="*/ 182609 h 1978172"/>
              <a:gd name="connsiteX10-14425" fmla="*/ 10352178 w 10768629"/>
              <a:gd name="connsiteY10-14426" fmla="*/ 199976 h 1978172"/>
              <a:gd name="connsiteX11-14427" fmla="*/ 10351815 w 10768629"/>
              <a:gd name="connsiteY11-14428" fmla="*/ 211879 h 1978172"/>
              <a:gd name="connsiteX12-14429" fmla="*/ 10337471 w 10768629"/>
              <a:gd name="connsiteY12-14430" fmla="*/ 218661 h 1978172"/>
              <a:gd name="connsiteX13-14431" fmla="*/ 10334625 w 10768629"/>
              <a:gd name="connsiteY13-14432" fmla="*/ 222351 h 1978172"/>
              <a:gd name="connsiteX14-14433" fmla="*/ 10256365 w 10768629"/>
              <a:gd name="connsiteY14-14434" fmla="*/ 235917 h 1978172"/>
              <a:gd name="connsiteX15-14435" fmla="*/ 10201127 w 10768629"/>
              <a:gd name="connsiteY15-14436" fmla="*/ 267448 h 1978172"/>
              <a:gd name="connsiteX16-14437" fmla="*/ 9961218 w 10768629"/>
              <a:gd name="connsiteY16-14438" fmla="*/ 326720 h 1978172"/>
              <a:gd name="connsiteX17-14439" fmla="*/ 9859715 w 10768629"/>
              <a:gd name="connsiteY17-14440" fmla="*/ 355698 h 1978172"/>
              <a:gd name="connsiteX18-14441" fmla="*/ 9679867 w 10768629"/>
              <a:gd name="connsiteY18-14442" fmla="*/ 399081 h 1978172"/>
              <a:gd name="connsiteX19-14443" fmla="*/ 9490654 w 10768629"/>
              <a:gd name="connsiteY19-14444" fmla="*/ 455225 h 1978172"/>
              <a:gd name="connsiteX20-14445" fmla="*/ 9470837 w 10768629"/>
              <a:gd name="connsiteY20-14446" fmla="*/ 452539 h 1978172"/>
              <a:gd name="connsiteX21-14447" fmla="*/ 9469082 w 10768629"/>
              <a:gd name="connsiteY21-14448" fmla="*/ 454891 h 1978172"/>
              <a:gd name="connsiteX22-14449" fmla="*/ 9448038 w 10768629"/>
              <a:gd name="connsiteY22-14450" fmla="*/ 459733 h 1978172"/>
              <a:gd name="connsiteX23-14451" fmla="*/ 9396821 w 10768629"/>
              <a:gd name="connsiteY23-14452" fmla="*/ 455795 h 1978172"/>
              <a:gd name="connsiteX24-14453" fmla="*/ 9392197 w 10768629"/>
              <a:gd name="connsiteY24-14454" fmla="*/ 459796 h 1978172"/>
              <a:gd name="connsiteX25-14455" fmla="*/ 9347994 w 10768629"/>
              <a:gd name="connsiteY25-14456" fmla="*/ 464462 h 1978172"/>
              <a:gd name="connsiteX26-14457" fmla="*/ 9347889 w 10768629"/>
              <a:gd name="connsiteY26-14458" fmla="*/ 466539 h 1978172"/>
              <a:gd name="connsiteX27-14459" fmla="*/ 9337639 w 10768629"/>
              <a:gd name="connsiteY27-14460" fmla="*/ 476654 h 1978172"/>
              <a:gd name="connsiteX28-14461" fmla="*/ 9287964 w 10768629"/>
              <a:gd name="connsiteY28-14462" fmla="*/ 513052 h 1978172"/>
              <a:gd name="connsiteX29-14463" fmla="*/ 9229283 w 10768629"/>
              <a:gd name="connsiteY29-14464" fmla="*/ 555377 h 1978172"/>
              <a:gd name="connsiteX30-14465" fmla="*/ 9220274 w 10768629"/>
              <a:gd name="connsiteY30-14466" fmla="*/ 557502 h 1978172"/>
              <a:gd name="connsiteX31-14467" fmla="*/ 9220202 w 10768629"/>
              <a:gd name="connsiteY31-14468" fmla="*/ 558001 h 1978172"/>
              <a:gd name="connsiteX32-14469" fmla="*/ 9210908 w 10768629"/>
              <a:gd name="connsiteY32-14470" fmla="*/ 561147 h 1978172"/>
              <a:gd name="connsiteX33-14471" fmla="*/ 9186374 w 10768629"/>
              <a:gd name="connsiteY33-14472" fmla="*/ 565502 h 1978172"/>
              <a:gd name="connsiteX34-14473" fmla="*/ 9181058 w 10768629"/>
              <a:gd name="connsiteY34-14474" fmla="*/ 569943 h 1978172"/>
              <a:gd name="connsiteX35-14475" fmla="*/ 9167549 w 10768629"/>
              <a:gd name="connsiteY35-14476" fmla="*/ 584727 h 1978172"/>
              <a:gd name="connsiteX36-14477" fmla="*/ 9149110 w 10768629"/>
              <a:gd name="connsiteY36-14478" fmla="*/ 598906 h 1978172"/>
              <a:gd name="connsiteX37-14479" fmla="*/ 9078556 w 10768629"/>
              <a:gd name="connsiteY37-14480" fmla="*/ 644039 h 1978172"/>
              <a:gd name="connsiteX38-14481" fmla="*/ 8996399 w 10768629"/>
              <a:gd name="connsiteY38-14482" fmla="*/ 690055 h 1978172"/>
              <a:gd name="connsiteX39-14483" fmla="*/ 8803791 w 10768629"/>
              <a:gd name="connsiteY39-14484" fmla="*/ 813860 h 1978172"/>
              <a:gd name="connsiteX40-14485" fmla="*/ 8636202 w 10768629"/>
              <a:gd name="connsiteY40-14486" fmla="*/ 848463 h 1978172"/>
              <a:gd name="connsiteX41-14487" fmla="*/ 8555372 w 10768629"/>
              <a:gd name="connsiteY41-14488" fmla="*/ 883171 h 1978172"/>
              <a:gd name="connsiteX42-14489" fmla="*/ 8507229 w 10768629"/>
              <a:gd name="connsiteY42-14490" fmla="*/ 901665 h 1978172"/>
              <a:gd name="connsiteX43-14491" fmla="*/ 8428473 w 10768629"/>
              <a:gd name="connsiteY43-14492" fmla="*/ 927985 h 1978172"/>
              <a:gd name="connsiteX44-14493" fmla="*/ 8427914 w 10768629"/>
              <a:gd name="connsiteY44-14494" fmla="*/ 933480 h 1978172"/>
              <a:gd name="connsiteX45-14495" fmla="*/ 8420327 w 10768629"/>
              <a:gd name="connsiteY45-14496" fmla="*/ 941984 h 1978172"/>
              <a:gd name="connsiteX46-14497" fmla="*/ 8394729 w 10768629"/>
              <a:gd name="connsiteY46-14498" fmla="*/ 948347 h 1978172"/>
              <a:gd name="connsiteX47-14499" fmla="*/ 8380548 w 10768629"/>
              <a:gd name="connsiteY47-14500" fmla="*/ 987916 h 1978172"/>
              <a:gd name="connsiteX48-14501" fmla="*/ 8375330 w 10768629"/>
              <a:gd name="connsiteY48-14502" fmla="*/ 965444 h 1978172"/>
              <a:gd name="connsiteX49-14503" fmla="*/ 8340796 w 10768629"/>
              <a:gd name="connsiteY49-14504" fmla="*/ 980522 h 1978172"/>
              <a:gd name="connsiteX50-14505" fmla="*/ 8304438 w 10768629"/>
              <a:gd name="connsiteY50-14506" fmla="*/ 996739 h 1978172"/>
              <a:gd name="connsiteX51-14507" fmla="*/ 8280929 w 10768629"/>
              <a:gd name="connsiteY51-14508" fmla="*/ 1023089 h 1978172"/>
              <a:gd name="connsiteX52-14509" fmla="*/ 8275760 w 10768629"/>
              <a:gd name="connsiteY52-14510" fmla="*/ 1027772 h 1978172"/>
              <a:gd name="connsiteX53-14511" fmla="*/ 8275478 w 10768629"/>
              <a:gd name="connsiteY53-14512" fmla="*/ 1027605 h 1978172"/>
              <a:gd name="connsiteX54-14513" fmla="*/ 8249003 w 10768629"/>
              <a:gd name="connsiteY54-14514" fmla="*/ 1032033 h 1978172"/>
              <a:gd name="connsiteX55-14515" fmla="*/ 8203836 w 10768629"/>
              <a:gd name="connsiteY55-14516" fmla="*/ 1037347 h 1978172"/>
              <a:gd name="connsiteX56-14517" fmla="*/ 8122936 w 10768629"/>
              <a:gd name="connsiteY56-14518" fmla="*/ 1063113 h 1978172"/>
              <a:gd name="connsiteX57-14519" fmla="*/ 8043658 w 10768629"/>
              <a:gd name="connsiteY57-14520" fmla="*/ 1092746 h 1978172"/>
              <a:gd name="connsiteX58-14521" fmla="*/ 8015351 w 10768629"/>
              <a:gd name="connsiteY58-14522" fmla="*/ 1105478 h 1978172"/>
              <a:gd name="connsiteX59-14523" fmla="*/ 7963145 w 10768629"/>
              <a:gd name="connsiteY59-14524" fmla="*/ 1119346 h 1978172"/>
              <a:gd name="connsiteX60-14525" fmla="*/ 7938145 w 10768629"/>
              <a:gd name="connsiteY60-14526" fmla="*/ 1120225 h 1978172"/>
              <a:gd name="connsiteX61-14527" fmla="*/ 7937238 w 10768629"/>
              <a:gd name="connsiteY61-14528" fmla="*/ 1121204 h 1978172"/>
              <a:gd name="connsiteX62-14529" fmla="*/ 7934398 w 10768629"/>
              <a:gd name="connsiteY62-14530" fmla="*/ 1118240 h 1978172"/>
              <a:gd name="connsiteX63-14531" fmla="*/ 7918248 w 10768629"/>
              <a:gd name="connsiteY63-14532" fmla="*/ 1124371 h 1978172"/>
              <a:gd name="connsiteX64-14533" fmla="*/ 7914119 w 10768629"/>
              <a:gd name="connsiteY64-14534" fmla="*/ 1127653 h 1978172"/>
              <a:gd name="connsiteX65-14535" fmla="*/ 7907658 w 10768629"/>
              <a:gd name="connsiteY65-14536" fmla="*/ 1130350 h 1978172"/>
              <a:gd name="connsiteX66-14537" fmla="*/ 7907434 w 10768629"/>
              <a:gd name="connsiteY66-14538" fmla="*/ 1130103 h 1978172"/>
              <a:gd name="connsiteX67-14539" fmla="*/ 7901508 w 10768629"/>
              <a:gd name="connsiteY67-14540" fmla="*/ 1133245 h 1978172"/>
              <a:gd name="connsiteX68-14541" fmla="*/ 7873287 w 10768629"/>
              <a:gd name="connsiteY68-14542" fmla="*/ 1152609 h 1978172"/>
              <a:gd name="connsiteX69-14543" fmla="*/ 7834833 w 10768629"/>
              <a:gd name="connsiteY69-14544" fmla="*/ 1153868 h 1978172"/>
              <a:gd name="connsiteX70-14545" fmla="*/ 7828661 w 10768629"/>
              <a:gd name="connsiteY70-14546" fmla="*/ 1139994 h 1978172"/>
              <a:gd name="connsiteX71-14547" fmla="*/ 7823966 w 10768629"/>
              <a:gd name="connsiteY71-14548" fmla="*/ 1143178 h 1978172"/>
              <a:gd name="connsiteX72-14549" fmla="*/ 7815078 w 10768629"/>
              <a:gd name="connsiteY72-14550" fmla="*/ 1151776 h 1978172"/>
              <a:gd name="connsiteX73-14551" fmla="*/ 7812026 w 10768629"/>
              <a:gd name="connsiteY73-14552" fmla="*/ 1151522 h 1978172"/>
              <a:gd name="connsiteX74-14553" fmla="*/ 7782249 w 10768629"/>
              <a:gd name="connsiteY74-14554" fmla="*/ 1160970 h 1978172"/>
              <a:gd name="connsiteX75-14555" fmla="*/ 7773476 w 10768629"/>
              <a:gd name="connsiteY75-14556" fmla="*/ 1157414 h 1978172"/>
              <a:gd name="connsiteX76-14557" fmla="*/ 7769600 w 10768629"/>
              <a:gd name="connsiteY76-14558" fmla="*/ 1157365 h 1978172"/>
              <a:gd name="connsiteX77-14559" fmla="*/ 7752631 w 10768629"/>
              <a:gd name="connsiteY77-14560" fmla="*/ 1172815 h 1978172"/>
              <a:gd name="connsiteX78-14561" fmla="*/ 7739392 w 10768629"/>
              <a:gd name="connsiteY78-14562" fmla="*/ 1192062 h 1978172"/>
              <a:gd name="connsiteX79-14563" fmla="*/ 7677677 w 10768629"/>
              <a:gd name="connsiteY79-14564" fmla="*/ 1216394 h 1978172"/>
              <a:gd name="connsiteX80-14565" fmla="*/ 7586920 w 10768629"/>
              <a:gd name="connsiteY80-14566" fmla="*/ 1261888 h 1978172"/>
              <a:gd name="connsiteX81-14567" fmla="*/ 7486100 w 10768629"/>
              <a:gd name="connsiteY81-14568" fmla="*/ 1292563 h 1978172"/>
              <a:gd name="connsiteX82-14569" fmla="*/ 7411323 w 10768629"/>
              <a:gd name="connsiteY82-14570" fmla="*/ 1340732 h 1978172"/>
              <a:gd name="connsiteX83-14571" fmla="*/ 7240698 w 10768629"/>
              <a:gd name="connsiteY83-14572" fmla="*/ 1438832 h 1978172"/>
              <a:gd name="connsiteX84-14573" fmla="*/ 7197675 w 10768629"/>
              <a:gd name="connsiteY84-14574" fmla="*/ 1447530 h 1978172"/>
              <a:gd name="connsiteX85-14575" fmla="*/ 7164788 w 10768629"/>
              <a:gd name="connsiteY85-14576" fmla="*/ 1480293 h 1978172"/>
              <a:gd name="connsiteX86-14577" fmla="*/ 7147929 w 10768629"/>
              <a:gd name="connsiteY86-14578" fmla="*/ 1477641 h 1978172"/>
              <a:gd name="connsiteX87-14579" fmla="*/ 7144965 w 10768629"/>
              <a:gd name="connsiteY87-14580" fmla="*/ 1476908 h 1978172"/>
              <a:gd name="connsiteX88-14581" fmla="*/ 7134299 w 10768629"/>
              <a:gd name="connsiteY88-14582" fmla="*/ 1479969 h 1978172"/>
              <a:gd name="connsiteX89-14583" fmla="*/ 7129809 w 10768629"/>
              <a:gd name="connsiteY89-14584" fmla="*/ 1473339 h 1978172"/>
              <a:gd name="connsiteX90-14585" fmla="*/ 7112688 w 10768629"/>
              <a:gd name="connsiteY90-14586" fmla="*/ 1472575 h 1978172"/>
              <a:gd name="connsiteX91-14587" fmla="*/ 7093470 w 10768629"/>
              <a:gd name="connsiteY91-14588" fmla="*/ 1480300 h 1978172"/>
              <a:gd name="connsiteX92-14589" fmla="*/ 7025034 w 10768629"/>
              <a:gd name="connsiteY92-14590" fmla="*/ 1506934 h 1978172"/>
              <a:gd name="connsiteX93-14591" fmla="*/ 7014783 w 10768629"/>
              <a:gd name="connsiteY93-14592" fmla="*/ 1515868 h 1978172"/>
              <a:gd name="connsiteX94-14593" fmla="*/ 6979706 w 10768629"/>
              <a:gd name="connsiteY94-14594" fmla="*/ 1523511 h 1978172"/>
              <a:gd name="connsiteX95-14595" fmla="*/ 6977890 w 10768629"/>
              <a:gd name="connsiteY95-14596" fmla="*/ 1525793 h 1978172"/>
              <a:gd name="connsiteX96-14597" fmla="*/ 6944339 w 10768629"/>
              <a:gd name="connsiteY96-14598" fmla="*/ 1536237 h 1978172"/>
              <a:gd name="connsiteX97-14599" fmla="*/ 6886996 w 10768629"/>
              <a:gd name="connsiteY97-14600" fmla="*/ 1563569 h 1978172"/>
              <a:gd name="connsiteX98-14601" fmla="*/ 6874510 w 10768629"/>
              <a:gd name="connsiteY98-14602" fmla="*/ 1558469 h 1978172"/>
              <a:gd name="connsiteX99-14603" fmla="*/ 6871943 w 10768629"/>
              <a:gd name="connsiteY99-14604" fmla="*/ 1554651 h 1978172"/>
              <a:gd name="connsiteX100-14605" fmla="*/ 6856174 w 10768629"/>
              <a:gd name="connsiteY100-14606" fmla="*/ 1562024 h 1978172"/>
              <a:gd name="connsiteX101-14607" fmla="*/ 6842321 w 10768629"/>
              <a:gd name="connsiteY101-14608" fmla="*/ 1560554 h 1978172"/>
              <a:gd name="connsiteX102-14609" fmla="*/ 6832713 w 10768629"/>
              <a:gd name="connsiteY102-14610" fmla="*/ 1569357 h 1978172"/>
              <a:gd name="connsiteX103-14611" fmla="*/ 6816351 w 10768629"/>
              <a:gd name="connsiteY103-14612" fmla="*/ 1571495 h 1978172"/>
              <a:gd name="connsiteX104-14613" fmla="*/ 6795800 w 10768629"/>
              <a:gd name="connsiteY104-14614" fmla="*/ 1572010 h 1978172"/>
              <a:gd name="connsiteX105-14615" fmla="*/ 6777546 w 10768629"/>
              <a:gd name="connsiteY105-14616" fmla="*/ 1568661 h 1978172"/>
              <a:gd name="connsiteX106-14617" fmla="*/ 6751528 w 10768629"/>
              <a:gd name="connsiteY106-14618" fmla="*/ 1574143 h 1978172"/>
              <a:gd name="connsiteX107-14619" fmla="*/ 6691966 w 10768629"/>
              <a:gd name="connsiteY107-14620" fmla="*/ 1582255 h 1978172"/>
              <a:gd name="connsiteX108-14621" fmla="*/ 6646941 w 10768629"/>
              <a:gd name="connsiteY108-14622" fmla="*/ 1588471 h 1978172"/>
              <a:gd name="connsiteX109-14623" fmla="*/ 6568576 w 10768629"/>
              <a:gd name="connsiteY109-14624" fmla="*/ 1606488 h 1978172"/>
              <a:gd name="connsiteX110-14625" fmla="*/ 6554358 w 10768629"/>
              <a:gd name="connsiteY110-14626" fmla="*/ 1621701 h 1978172"/>
              <a:gd name="connsiteX111-14627" fmla="*/ 6516968 w 10768629"/>
              <a:gd name="connsiteY111-14628" fmla="*/ 1617195 h 1978172"/>
              <a:gd name="connsiteX112-14629" fmla="*/ 6506479 w 10768629"/>
              <a:gd name="connsiteY112-14630" fmla="*/ 1602227 h 1978172"/>
              <a:gd name="connsiteX113-14631" fmla="*/ 6458436 w 10768629"/>
              <a:gd name="connsiteY113-14632" fmla="*/ 1607332 h 1978172"/>
              <a:gd name="connsiteX114-14633" fmla="*/ 6414786 w 10768629"/>
              <a:gd name="connsiteY114-14634" fmla="*/ 1628815 h 1978172"/>
              <a:gd name="connsiteX115-14635" fmla="*/ 6357085 w 10768629"/>
              <a:gd name="connsiteY115-14636" fmla="*/ 1640846 h 1978172"/>
              <a:gd name="connsiteX116-14637" fmla="*/ 6322636 w 10768629"/>
              <a:gd name="connsiteY116-14638" fmla="*/ 1648213 h 1978172"/>
              <a:gd name="connsiteX117-14639" fmla="*/ 6226172 w 10768629"/>
              <a:gd name="connsiteY117-14640" fmla="*/ 1654676 h 1978172"/>
              <a:gd name="connsiteX118-14641" fmla="*/ 6221217 w 10768629"/>
              <a:gd name="connsiteY118-14642" fmla="*/ 1654506 h 1978172"/>
              <a:gd name="connsiteX119-14643" fmla="*/ 6204956 w 10768629"/>
              <a:gd name="connsiteY119-14644" fmla="*/ 1664280 h 1978172"/>
              <a:gd name="connsiteX120-14645" fmla="*/ 6204270 w 10768629"/>
              <a:gd name="connsiteY120-14646" fmla="*/ 1666782 h 1978172"/>
              <a:gd name="connsiteX121-14647" fmla="*/ 6143810 w 10768629"/>
              <a:gd name="connsiteY121-14648" fmla="*/ 1661963 h 1978172"/>
              <a:gd name="connsiteX122-14649" fmla="*/ 6136560 w 10768629"/>
              <a:gd name="connsiteY122-14650" fmla="*/ 1665728 h 1978172"/>
              <a:gd name="connsiteX123-14651" fmla="*/ 6096155 w 10768629"/>
              <a:gd name="connsiteY123-14652" fmla="*/ 1656951 h 1978172"/>
              <a:gd name="connsiteX124-14653" fmla="*/ 6075812 w 10768629"/>
              <a:gd name="connsiteY124-14654" fmla="*/ 1655422 h 1978172"/>
              <a:gd name="connsiteX125-14655" fmla="*/ 6039495 w 10768629"/>
              <a:gd name="connsiteY125-14656" fmla="*/ 1649680 h 1978172"/>
              <a:gd name="connsiteX126-14657" fmla="*/ 6036523 w 10768629"/>
              <a:gd name="connsiteY126-14658" fmla="*/ 1652121 h 1978172"/>
              <a:gd name="connsiteX127-14659" fmla="*/ 6029328 w 10768629"/>
              <a:gd name="connsiteY127-14660" fmla="*/ 1649904 h 1978172"/>
              <a:gd name="connsiteX128-14661" fmla="*/ 6024075 w 10768629"/>
              <a:gd name="connsiteY128-14662" fmla="*/ 1652779 h 1978172"/>
              <a:gd name="connsiteX129-14663" fmla="*/ 6018085 w 10768629"/>
              <a:gd name="connsiteY129-14664" fmla="*/ 1652030 h 1978172"/>
              <a:gd name="connsiteX130-14665" fmla="*/ 5955513 w 10768629"/>
              <a:gd name="connsiteY130-14666" fmla="*/ 1663584 h 1978172"/>
              <a:gd name="connsiteX131-14667" fmla="*/ 5941996 w 10768629"/>
              <a:gd name="connsiteY131-14668" fmla="*/ 1661326 h 1978172"/>
              <a:gd name="connsiteX132-14669" fmla="*/ 5931789 w 10768629"/>
              <a:gd name="connsiteY132-14670" fmla="*/ 1669915 h 1978172"/>
              <a:gd name="connsiteX133-14671" fmla="*/ 5888686 w 10768629"/>
              <a:gd name="connsiteY133-14672" fmla="*/ 1672175 h 1978172"/>
              <a:gd name="connsiteX134-14673" fmla="*/ 5873794 w 10768629"/>
              <a:gd name="connsiteY134-14674" fmla="*/ 1665454 h 1978172"/>
              <a:gd name="connsiteX135-14675" fmla="*/ 5860022 w 10768629"/>
              <a:gd name="connsiteY135-14676" fmla="*/ 1660635 h 1978172"/>
              <a:gd name="connsiteX136-14677" fmla="*/ 5858237 w 10768629"/>
              <a:gd name="connsiteY136-14678" fmla="*/ 1660649 h 1978172"/>
              <a:gd name="connsiteX137-14679" fmla="*/ 5840319 w 10768629"/>
              <a:gd name="connsiteY137-14680" fmla="*/ 1660798 h 1978172"/>
              <a:gd name="connsiteX138-14681" fmla="*/ 5806984 w 10768629"/>
              <a:gd name="connsiteY138-14682" fmla="*/ 1661075 h 1978172"/>
              <a:gd name="connsiteX139-14683" fmla="*/ 5742351 w 10768629"/>
              <a:gd name="connsiteY139-14684" fmla="*/ 1667489 h 1978172"/>
              <a:gd name="connsiteX140-14685" fmla="*/ 5521171 w 10768629"/>
              <a:gd name="connsiteY140-14686" fmla="*/ 1671626 h 1978172"/>
              <a:gd name="connsiteX141-14687" fmla="*/ 5457384 w 10768629"/>
              <a:gd name="connsiteY141-14688" fmla="*/ 1683952 h 1978172"/>
              <a:gd name="connsiteX142-14689" fmla="*/ 4950070 w 10768629"/>
              <a:gd name="connsiteY142-14690" fmla="*/ 1748401 h 1978172"/>
              <a:gd name="connsiteX143-14691" fmla="*/ 4872172 w 10768629"/>
              <a:gd name="connsiteY143-14692" fmla="*/ 1757222 h 1978172"/>
              <a:gd name="connsiteX144-14693" fmla="*/ 4809524 w 10768629"/>
              <a:gd name="connsiteY144-14694" fmla="*/ 1761033 h 1978172"/>
              <a:gd name="connsiteX145-14695" fmla="*/ 4759058 w 10768629"/>
              <a:gd name="connsiteY145-14696" fmla="*/ 1766533 h 1978172"/>
              <a:gd name="connsiteX146-14697" fmla="*/ 4719749 w 10768629"/>
              <a:gd name="connsiteY146-14698" fmla="*/ 1771811 h 1978172"/>
              <a:gd name="connsiteX147-14699" fmla="*/ 4568686 w 10768629"/>
              <a:gd name="connsiteY147-14700" fmla="*/ 1786141 h 1978172"/>
              <a:gd name="connsiteX148-14701" fmla="*/ 4418751 w 10768629"/>
              <a:gd name="connsiteY148-14702" fmla="*/ 1796932 h 1978172"/>
              <a:gd name="connsiteX149-14703" fmla="*/ 4378377 w 10768629"/>
              <a:gd name="connsiteY149-14704" fmla="*/ 1815528 h 1978172"/>
              <a:gd name="connsiteX150-14705" fmla="*/ 4320575 w 10768629"/>
              <a:gd name="connsiteY150-14706" fmla="*/ 1832722 h 1978172"/>
              <a:gd name="connsiteX151-14707" fmla="*/ 4211935 w 10768629"/>
              <a:gd name="connsiteY151-14708" fmla="*/ 1860177 h 1978172"/>
              <a:gd name="connsiteX152-14709" fmla="*/ 4101228 w 10768629"/>
              <a:gd name="connsiteY152-14710" fmla="*/ 1868717 h 1978172"/>
              <a:gd name="connsiteX153-14711" fmla="*/ 3973223 w 10768629"/>
              <a:gd name="connsiteY153-14712" fmla="*/ 1881015 h 1978172"/>
              <a:gd name="connsiteX154-14713" fmla="*/ 3900992 w 10768629"/>
              <a:gd name="connsiteY154-14714" fmla="*/ 1880603 h 1978172"/>
              <a:gd name="connsiteX155-14715" fmla="*/ 3662119 w 10768629"/>
              <a:gd name="connsiteY155-14716" fmla="*/ 1889285 h 1978172"/>
              <a:gd name="connsiteX156-14717" fmla="*/ 3496919 w 10768629"/>
              <a:gd name="connsiteY156-14718" fmla="*/ 1873180 h 1978172"/>
              <a:gd name="connsiteX157-14719" fmla="*/ 3449433 w 10768629"/>
              <a:gd name="connsiteY157-14720" fmla="*/ 1889681 h 1978172"/>
              <a:gd name="connsiteX158-14721" fmla="*/ 3369766 w 10768629"/>
              <a:gd name="connsiteY158-14722" fmla="*/ 1916653 h 1978172"/>
              <a:gd name="connsiteX159-14723" fmla="*/ 3269672 w 10768629"/>
              <a:gd name="connsiteY159-14724" fmla="*/ 1938036 h 1978172"/>
              <a:gd name="connsiteX160-14725" fmla="*/ 3224897 w 10768629"/>
              <a:gd name="connsiteY160-14726" fmla="*/ 1943733 h 1978172"/>
              <a:gd name="connsiteX161-14727" fmla="*/ 3161463 w 10768629"/>
              <a:gd name="connsiteY161-14728" fmla="*/ 1946591 h 1978172"/>
              <a:gd name="connsiteX162-14729" fmla="*/ 3112044 w 10768629"/>
              <a:gd name="connsiteY162-14730" fmla="*/ 1935614 h 1978172"/>
              <a:gd name="connsiteX163-14731" fmla="*/ 3069716 w 10768629"/>
              <a:gd name="connsiteY163-14732" fmla="*/ 1930463 h 1978172"/>
              <a:gd name="connsiteX164-14733" fmla="*/ 3005773 w 10768629"/>
              <a:gd name="connsiteY164-14734" fmla="*/ 1915878 h 1978172"/>
              <a:gd name="connsiteX165-14735" fmla="*/ 2897201 w 10768629"/>
              <a:gd name="connsiteY165-14736" fmla="*/ 1926772 h 1978172"/>
              <a:gd name="connsiteX166-14737" fmla="*/ 2783891 w 10768629"/>
              <a:gd name="connsiteY166-14738" fmla="*/ 1931749 h 1978172"/>
              <a:gd name="connsiteX167-14739" fmla="*/ 2712447 w 10768629"/>
              <a:gd name="connsiteY167-14740" fmla="*/ 1933044 h 1978172"/>
              <a:gd name="connsiteX168-14741" fmla="*/ 2560151 w 10768629"/>
              <a:gd name="connsiteY168-14742" fmla="*/ 1963609 h 1978172"/>
              <a:gd name="connsiteX169-14743" fmla="*/ 2367221 w 10768629"/>
              <a:gd name="connsiteY169-14744" fmla="*/ 1971884 h 1978172"/>
              <a:gd name="connsiteX170-14745" fmla="*/ 2272130 w 10768629"/>
              <a:gd name="connsiteY170-14746" fmla="*/ 1961162 h 1978172"/>
              <a:gd name="connsiteX171-14747" fmla="*/ 2189404 w 10768629"/>
              <a:gd name="connsiteY171-14748" fmla="*/ 1978172 h 1978172"/>
              <a:gd name="connsiteX172-14749" fmla="*/ 2077704 w 10768629"/>
              <a:gd name="connsiteY172-14750" fmla="*/ 1965002 h 1978172"/>
              <a:gd name="connsiteX173-14751" fmla="*/ 2033299 w 10768629"/>
              <a:gd name="connsiteY173-14752" fmla="*/ 1969042 h 1978172"/>
              <a:gd name="connsiteX174-14753" fmla="*/ 1967996 w 10768629"/>
              <a:gd name="connsiteY174-14754" fmla="*/ 1953187 h 1978172"/>
              <a:gd name="connsiteX175-14755" fmla="*/ 1855805 w 10768629"/>
              <a:gd name="connsiteY175-14756" fmla="*/ 1926082 h 1978172"/>
              <a:gd name="connsiteX176-14757" fmla="*/ 1790957 w 10768629"/>
              <a:gd name="connsiteY176-14758" fmla="*/ 1919460 h 1978172"/>
              <a:gd name="connsiteX177-14759" fmla="*/ 1613978 w 10768629"/>
              <a:gd name="connsiteY177-14760" fmla="*/ 1891581 h 1978172"/>
              <a:gd name="connsiteX178-14761" fmla="*/ 1436831 w 10768629"/>
              <a:gd name="connsiteY178-14762" fmla="*/ 1856201 h 1978172"/>
              <a:gd name="connsiteX179-14763" fmla="*/ 1357365 w 10768629"/>
              <a:gd name="connsiteY179-14764" fmla="*/ 1832140 h 1978172"/>
              <a:gd name="connsiteX180-14765" fmla="*/ 1232341 w 10768629"/>
              <a:gd name="connsiteY180-14766" fmla="*/ 1785942 h 1978172"/>
              <a:gd name="connsiteX181-14767" fmla="*/ 1162595 w 10768629"/>
              <a:gd name="connsiteY181-14768" fmla="*/ 1758337 h 1978172"/>
              <a:gd name="connsiteX182-14769" fmla="*/ 1128523 w 10768629"/>
              <a:gd name="connsiteY182-14770" fmla="*/ 1763621 h 1978172"/>
              <a:gd name="connsiteX183-14771" fmla="*/ 991903 w 10768629"/>
              <a:gd name="connsiteY183-14772" fmla="*/ 1786741 h 1978172"/>
              <a:gd name="connsiteX184-14773" fmla="*/ 883960 w 10768629"/>
              <a:gd name="connsiteY184-14774" fmla="*/ 1809389 h 1978172"/>
              <a:gd name="connsiteX185-14775" fmla="*/ 766531 w 10768629"/>
              <a:gd name="connsiteY185-14776" fmla="*/ 1805053 h 1978172"/>
              <a:gd name="connsiteX186-14777" fmla="*/ 669779 w 10768629"/>
              <a:gd name="connsiteY186-14778" fmla="*/ 1800537 h 1978172"/>
              <a:gd name="connsiteX187-14779" fmla="*/ 523898 w 10768629"/>
              <a:gd name="connsiteY187-14780" fmla="*/ 1811085 h 1978172"/>
              <a:gd name="connsiteX188-14781" fmla="*/ 360251 w 10768629"/>
              <a:gd name="connsiteY188-14782" fmla="*/ 1830735 h 1978172"/>
              <a:gd name="connsiteX189-14783" fmla="*/ 255207 w 10768629"/>
              <a:gd name="connsiteY189-14784" fmla="*/ 1818275 h 1978172"/>
              <a:gd name="connsiteX190-14785" fmla="*/ 101803 w 10768629"/>
              <a:gd name="connsiteY190-14786" fmla="*/ 1870647 h 1978172"/>
              <a:gd name="connsiteX191-14787" fmla="*/ 25397 w 10768629"/>
              <a:gd name="connsiteY191-14788" fmla="*/ 1888443 h 1978172"/>
              <a:gd name="connsiteX192-14789" fmla="*/ 2370 w 10768629"/>
              <a:gd name="connsiteY192-14790" fmla="*/ 1878311 h 1978172"/>
              <a:gd name="connsiteX193-14791" fmla="*/ 0 w 10768629"/>
              <a:gd name="connsiteY193-14792" fmla="*/ 1878785 h 1978172"/>
              <a:gd name="connsiteX194-14793" fmla="*/ 0 w 10768629"/>
              <a:gd name="connsiteY194-14794" fmla="*/ 0 h 1978172"/>
              <a:gd name="connsiteX0-14795" fmla="*/ 0 w 10768629"/>
              <a:gd name="connsiteY0-14796" fmla="*/ 0 h 1978172"/>
              <a:gd name="connsiteX1-14797" fmla="*/ 10768629 w 10768629"/>
              <a:gd name="connsiteY1-14798" fmla="*/ 0 h 1978172"/>
              <a:gd name="connsiteX2-14799" fmla="*/ 10733254 w 10768629"/>
              <a:gd name="connsiteY2-14800" fmla="*/ 31439 h 1978172"/>
              <a:gd name="connsiteX3-14801" fmla="*/ 10727085 w 10768629"/>
              <a:gd name="connsiteY3-14802" fmla="*/ 37910 h 1978172"/>
              <a:gd name="connsiteX4-14803" fmla="*/ 10675953 w 10768629"/>
              <a:gd name="connsiteY4-14804" fmla="*/ 68623 h 1978172"/>
              <a:gd name="connsiteX5-14805" fmla="*/ 10637091 w 10768629"/>
              <a:gd name="connsiteY5-14806" fmla="*/ 90361 h 1978172"/>
              <a:gd name="connsiteX6-14807" fmla="*/ 10610971 w 10768629"/>
              <a:gd name="connsiteY6-14808" fmla="*/ 110764 h 1978172"/>
              <a:gd name="connsiteX7-14809" fmla="*/ 10532872 w 10768629"/>
              <a:gd name="connsiteY7-14810" fmla="*/ 138028 h 1978172"/>
              <a:gd name="connsiteX8-14811" fmla="*/ 10398558 w 10768629"/>
              <a:gd name="connsiteY8-14812" fmla="*/ 172911 h 1978172"/>
              <a:gd name="connsiteX9-14813" fmla="*/ 10371128 w 10768629"/>
              <a:gd name="connsiteY9-14814" fmla="*/ 182609 h 1978172"/>
              <a:gd name="connsiteX10-14815" fmla="*/ 10352178 w 10768629"/>
              <a:gd name="connsiteY10-14816" fmla="*/ 199976 h 1978172"/>
              <a:gd name="connsiteX11-14817" fmla="*/ 10351815 w 10768629"/>
              <a:gd name="connsiteY11-14818" fmla="*/ 211879 h 1978172"/>
              <a:gd name="connsiteX12-14819" fmla="*/ 10337471 w 10768629"/>
              <a:gd name="connsiteY12-14820" fmla="*/ 218661 h 1978172"/>
              <a:gd name="connsiteX13-14821" fmla="*/ 10334625 w 10768629"/>
              <a:gd name="connsiteY13-14822" fmla="*/ 222351 h 1978172"/>
              <a:gd name="connsiteX14-14823" fmla="*/ 10256365 w 10768629"/>
              <a:gd name="connsiteY14-14824" fmla="*/ 235917 h 1978172"/>
              <a:gd name="connsiteX15-14825" fmla="*/ 10201127 w 10768629"/>
              <a:gd name="connsiteY15-14826" fmla="*/ 267448 h 1978172"/>
              <a:gd name="connsiteX16-14827" fmla="*/ 9961218 w 10768629"/>
              <a:gd name="connsiteY16-14828" fmla="*/ 326720 h 1978172"/>
              <a:gd name="connsiteX17-14829" fmla="*/ 9859715 w 10768629"/>
              <a:gd name="connsiteY17-14830" fmla="*/ 355698 h 1978172"/>
              <a:gd name="connsiteX18-14831" fmla="*/ 9679867 w 10768629"/>
              <a:gd name="connsiteY18-14832" fmla="*/ 399081 h 1978172"/>
              <a:gd name="connsiteX19-14833" fmla="*/ 9490654 w 10768629"/>
              <a:gd name="connsiteY19-14834" fmla="*/ 455225 h 1978172"/>
              <a:gd name="connsiteX20-14835" fmla="*/ 9470837 w 10768629"/>
              <a:gd name="connsiteY20-14836" fmla="*/ 452539 h 1978172"/>
              <a:gd name="connsiteX21-14837" fmla="*/ 9469082 w 10768629"/>
              <a:gd name="connsiteY21-14838" fmla="*/ 454891 h 1978172"/>
              <a:gd name="connsiteX22-14839" fmla="*/ 9448038 w 10768629"/>
              <a:gd name="connsiteY22-14840" fmla="*/ 459733 h 1978172"/>
              <a:gd name="connsiteX23-14841" fmla="*/ 9396821 w 10768629"/>
              <a:gd name="connsiteY23-14842" fmla="*/ 455795 h 1978172"/>
              <a:gd name="connsiteX24-14843" fmla="*/ 9392197 w 10768629"/>
              <a:gd name="connsiteY24-14844" fmla="*/ 459796 h 1978172"/>
              <a:gd name="connsiteX25-14845" fmla="*/ 9347994 w 10768629"/>
              <a:gd name="connsiteY25-14846" fmla="*/ 464462 h 1978172"/>
              <a:gd name="connsiteX26-14847" fmla="*/ 9347889 w 10768629"/>
              <a:gd name="connsiteY26-14848" fmla="*/ 466539 h 1978172"/>
              <a:gd name="connsiteX27-14849" fmla="*/ 9337639 w 10768629"/>
              <a:gd name="connsiteY27-14850" fmla="*/ 476654 h 1978172"/>
              <a:gd name="connsiteX28-14851" fmla="*/ 9287964 w 10768629"/>
              <a:gd name="connsiteY28-14852" fmla="*/ 513052 h 1978172"/>
              <a:gd name="connsiteX29-14853" fmla="*/ 9229283 w 10768629"/>
              <a:gd name="connsiteY29-14854" fmla="*/ 555377 h 1978172"/>
              <a:gd name="connsiteX30-14855" fmla="*/ 9220274 w 10768629"/>
              <a:gd name="connsiteY30-14856" fmla="*/ 557502 h 1978172"/>
              <a:gd name="connsiteX31-14857" fmla="*/ 9220202 w 10768629"/>
              <a:gd name="connsiteY31-14858" fmla="*/ 558001 h 1978172"/>
              <a:gd name="connsiteX32-14859" fmla="*/ 9210908 w 10768629"/>
              <a:gd name="connsiteY32-14860" fmla="*/ 561147 h 1978172"/>
              <a:gd name="connsiteX33-14861" fmla="*/ 9186374 w 10768629"/>
              <a:gd name="connsiteY33-14862" fmla="*/ 565502 h 1978172"/>
              <a:gd name="connsiteX34-14863" fmla="*/ 9181058 w 10768629"/>
              <a:gd name="connsiteY34-14864" fmla="*/ 569943 h 1978172"/>
              <a:gd name="connsiteX35-14865" fmla="*/ 9167549 w 10768629"/>
              <a:gd name="connsiteY35-14866" fmla="*/ 584727 h 1978172"/>
              <a:gd name="connsiteX36-14867" fmla="*/ 9149110 w 10768629"/>
              <a:gd name="connsiteY36-14868" fmla="*/ 598906 h 1978172"/>
              <a:gd name="connsiteX37-14869" fmla="*/ 9078556 w 10768629"/>
              <a:gd name="connsiteY37-14870" fmla="*/ 644039 h 1978172"/>
              <a:gd name="connsiteX38-14871" fmla="*/ 8996399 w 10768629"/>
              <a:gd name="connsiteY38-14872" fmla="*/ 690055 h 1978172"/>
              <a:gd name="connsiteX39-14873" fmla="*/ 8803791 w 10768629"/>
              <a:gd name="connsiteY39-14874" fmla="*/ 813860 h 1978172"/>
              <a:gd name="connsiteX40-14875" fmla="*/ 8636202 w 10768629"/>
              <a:gd name="connsiteY40-14876" fmla="*/ 848463 h 1978172"/>
              <a:gd name="connsiteX41-14877" fmla="*/ 8555372 w 10768629"/>
              <a:gd name="connsiteY41-14878" fmla="*/ 883171 h 1978172"/>
              <a:gd name="connsiteX42-14879" fmla="*/ 8507229 w 10768629"/>
              <a:gd name="connsiteY42-14880" fmla="*/ 901665 h 1978172"/>
              <a:gd name="connsiteX43-14881" fmla="*/ 8428473 w 10768629"/>
              <a:gd name="connsiteY43-14882" fmla="*/ 927985 h 1978172"/>
              <a:gd name="connsiteX44-14883" fmla="*/ 8427914 w 10768629"/>
              <a:gd name="connsiteY44-14884" fmla="*/ 933480 h 1978172"/>
              <a:gd name="connsiteX45-14885" fmla="*/ 8420327 w 10768629"/>
              <a:gd name="connsiteY45-14886" fmla="*/ 941984 h 1978172"/>
              <a:gd name="connsiteX46-14887" fmla="*/ 8394729 w 10768629"/>
              <a:gd name="connsiteY46-14888" fmla="*/ 948347 h 1978172"/>
              <a:gd name="connsiteX47-14889" fmla="*/ 8380548 w 10768629"/>
              <a:gd name="connsiteY47-14890" fmla="*/ 987916 h 1978172"/>
              <a:gd name="connsiteX48-14891" fmla="*/ 8375330 w 10768629"/>
              <a:gd name="connsiteY48-14892" fmla="*/ 965444 h 1978172"/>
              <a:gd name="connsiteX49-14893" fmla="*/ 8340796 w 10768629"/>
              <a:gd name="connsiteY49-14894" fmla="*/ 980522 h 1978172"/>
              <a:gd name="connsiteX50-14895" fmla="*/ 8304438 w 10768629"/>
              <a:gd name="connsiteY50-14896" fmla="*/ 996739 h 1978172"/>
              <a:gd name="connsiteX51-14897" fmla="*/ 8280929 w 10768629"/>
              <a:gd name="connsiteY51-14898" fmla="*/ 1023089 h 1978172"/>
              <a:gd name="connsiteX52-14899" fmla="*/ 8275760 w 10768629"/>
              <a:gd name="connsiteY52-14900" fmla="*/ 1027772 h 1978172"/>
              <a:gd name="connsiteX53-14901" fmla="*/ 8275478 w 10768629"/>
              <a:gd name="connsiteY53-14902" fmla="*/ 1027605 h 1978172"/>
              <a:gd name="connsiteX54-14903" fmla="*/ 8249003 w 10768629"/>
              <a:gd name="connsiteY54-14904" fmla="*/ 1032033 h 1978172"/>
              <a:gd name="connsiteX55-14905" fmla="*/ 8203836 w 10768629"/>
              <a:gd name="connsiteY55-14906" fmla="*/ 1037347 h 1978172"/>
              <a:gd name="connsiteX56-14907" fmla="*/ 8122936 w 10768629"/>
              <a:gd name="connsiteY56-14908" fmla="*/ 1063113 h 1978172"/>
              <a:gd name="connsiteX57-14909" fmla="*/ 8043658 w 10768629"/>
              <a:gd name="connsiteY57-14910" fmla="*/ 1092746 h 1978172"/>
              <a:gd name="connsiteX58-14911" fmla="*/ 8015351 w 10768629"/>
              <a:gd name="connsiteY58-14912" fmla="*/ 1105478 h 1978172"/>
              <a:gd name="connsiteX59-14913" fmla="*/ 7963145 w 10768629"/>
              <a:gd name="connsiteY59-14914" fmla="*/ 1119346 h 1978172"/>
              <a:gd name="connsiteX60-14915" fmla="*/ 7938145 w 10768629"/>
              <a:gd name="connsiteY60-14916" fmla="*/ 1120225 h 1978172"/>
              <a:gd name="connsiteX61-14917" fmla="*/ 7937238 w 10768629"/>
              <a:gd name="connsiteY61-14918" fmla="*/ 1121204 h 1978172"/>
              <a:gd name="connsiteX62-14919" fmla="*/ 7934398 w 10768629"/>
              <a:gd name="connsiteY62-14920" fmla="*/ 1118240 h 1978172"/>
              <a:gd name="connsiteX63-14921" fmla="*/ 7918248 w 10768629"/>
              <a:gd name="connsiteY63-14922" fmla="*/ 1124371 h 1978172"/>
              <a:gd name="connsiteX64-14923" fmla="*/ 7914119 w 10768629"/>
              <a:gd name="connsiteY64-14924" fmla="*/ 1127653 h 1978172"/>
              <a:gd name="connsiteX65-14925" fmla="*/ 7907658 w 10768629"/>
              <a:gd name="connsiteY65-14926" fmla="*/ 1130350 h 1978172"/>
              <a:gd name="connsiteX66-14927" fmla="*/ 7907434 w 10768629"/>
              <a:gd name="connsiteY66-14928" fmla="*/ 1130103 h 1978172"/>
              <a:gd name="connsiteX67-14929" fmla="*/ 7901508 w 10768629"/>
              <a:gd name="connsiteY67-14930" fmla="*/ 1133245 h 1978172"/>
              <a:gd name="connsiteX68-14931" fmla="*/ 7873287 w 10768629"/>
              <a:gd name="connsiteY68-14932" fmla="*/ 1152609 h 1978172"/>
              <a:gd name="connsiteX69-14933" fmla="*/ 7834833 w 10768629"/>
              <a:gd name="connsiteY69-14934" fmla="*/ 1153868 h 1978172"/>
              <a:gd name="connsiteX70-14935" fmla="*/ 7828661 w 10768629"/>
              <a:gd name="connsiteY70-14936" fmla="*/ 1139994 h 1978172"/>
              <a:gd name="connsiteX71-14937" fmla="*/ 7823966 w 10768629"/>
              <a:gd name="connsiteY71-14938" fmla="*/ 1143178 h 1978172"/>
              <a:gd name="connsiteX72-14939" fmla="*/ 7815078 w 10768629"/>
              <a:gd name="connsiteY72-14940" fmla="*/ 1151776 h 1978172"/>
              <a:gd name="connsiteX73-14941" fmla="*/ 7812026 w 10768629"/>
              <a:gd name="connsiteY73-14942" fmla="*/ 1151522 h 1978172"/>
              <a:gd name="connsiteX74-14943" fmla="*/ 7782249 w 10768629"/>
              <a:gd name="connsiteY74-14944" fmla="*/ 1160970 h 1978172"/>
              <a:gd name="connsiteX75-14945" fmla="*/ 7773476 w 10768629"/>
              <a:gd name="connsiteY75-14946" fmla="*/ 1157414 h 1978172"/>
              <a:gd name="connsiteX76-14947" fmla="*/ 7769600 w 10768629"/>
              <a:gd name="connsiteY76-14948" fmla="*/ 1157365 h 1978172"/>
              <a:gd name="connsiteX77-14949" fmla="*/ 7752631 w 10768629"/>
              <a:gd name="connsiteY77-14950" fmla="*/ 1172815 h 1978172"/>
              <a:gd name="connsiteX78-14951" fmla="*/ 7739392 w 10768629"/>
              <a:gd name="connsiteY78-14952" fmla="*/ 1192062 h 1978172"/>
              <a:gd name="connsiteX79-14953" fmla="*/ 7677677 w 10768629"/>
              <a:gd name="connsiteY79-14954" fmla="*/ 1216394 h 1978172"/>
              <a:gd name="connsiteX80-14955" fmla="*/ 7586920 w 10768629"/>
              <a:gd name="connsiteY80-14956" fmla="*/ 1261888 h 1978172"/>
              <a:gd name="connsiteX81-14957" fmla="*/ 7486100 w 10768629"/>
              <a:gd name="connsiteY81-14958" fmla="*/ 1292563 h 1978172"/>
              <a:gd name="connsiteX82-14959" fmla="*/ 7411323 w 10768629"/>
              <a:gd name="connsiteY82-14960" fmla="*/ 1340732 h 1978172"/>
              <a:gd name="connsiteX83-14961" fmla="*/ 7240698 w 10768629"/>
              <a:gd name="connsiteY83-14962" fmla="*/ 1438832 h 1978172"/>
              <a:gd name="connsiteX84-14963" fmla="*/ 7197675 w 10768629"/>
              <a:gd name="connsiteY84-14964" fmla="*/ 1447530 h 1978172"/>
              <a:gd name="connsiteX85-14965" fmla="*/ 7164788 w 10768629"/>
              <a:gd name="connsiteY85-14966" fmla="*/ 1480293 h 1978172"/>
              <a:gd name="connsiteX86-14967" fmla="*/ 7147929 w 10768629"/>
              <a:gd name="connsiteY86-14968" fmla="*/ 1477641 h 1978172"/>
              <a:gd name="connsiteX87-14969" fmla="*/ 7144965 w 10768629"/>
              <a:gd name="connsiteY87-14970" fmla="*/ 1476908 h 1978172"/>
              <a:gd name="connsiteX88-14971" fmla="*/ 7134299 w 10768629"/>
              <a:gd name="connsiteY88-14972" fmla="*/ 1479969 h 1978172"/>
              <a:gd name="connsiteX89-14973" fmla="*/ 7129809 w 10768629"/>
              <a:gd name="connsiteY89-14974" fmla="*/ 1473339 h 1978172"/>
              <a:gd name="connsiteX90-14975" fmla="*/ 7112688 w 10768629"/>
              <a:gd name="connsiteY90-14976" fmla="*/ 1472575 h 1978172"/>
              <a:gd name="connsiteX91-14977" fmla="*/ 7093470 w 10768629"/>
              <a:gd name="connsiteY91-14978" fmla="*/ 1480300 h 1978172"/>
              <a:gd name="connsiteX92-14979" fmla="*/ 7025034 w 10768629"/>
              <a:gd name="connsiteY92-14980" fmla="*/ 1506934 h 1978172"/>
              <a:gd name="connsiteX93-14981" fmla="*/ 7014783 w 10768629"/>
              <a:gd name="connsiteY93-14982" fmla="*/ 1515868 h 1978172"/>
              <a:gd name="connsiteX94-14983" fmla="*/ 6979706 w 10768629"/>
              <a:gd name="connsiteY94-14984" fmla="*/ 1523511 h 1978172"/>
              <a:gd name="connsiteX95-14985" fmla="*/ 6977890 w 10768629"/>
              <a:gd name="connsiteY95-14986" fmla="*/ 1525793 h 1978172"/>
              <a:gd name="connsiteX96-14987" fmla="*/ 6944339 w 10768629"/>
              <a:gd name="connsiteY96-14988" fmla="*/ 1536237 h 1978172"/>
              <a:gd name="connsiteX97-14989" fmla="*/ 6886996 w 10768629"/>
              <a:gd name="connsiteY97-14990" fmla="*/ 1563569 h 1978172"/>
              <a:gd name="connsiteX98-14991" fmla="*/ 6874510 w 10768629"/>
              <a:gd name="connsiteY98-14992" fmla="*/ 1558469 h 1978172"/>
              <a:gd name="connsiteX99-14993" fmla="*/ 6871943 w 10768629"/>
              <a:gd name="connsiteY99-14994" fmla="*/ 1554651 h 1978172"/>
              <a:gd name="connsiteX100-14995" fmla="*/ 6856174 w 10768629"/>
              <a:gd name="connsiteY100-14996" fmla="*/ 1562024 h 1978172"/>
              <a:gd name="connsiteX101-14997" fmla="*/ 6842321 w 10768629"/>
              <a:gd name="connsiteY101-14998" fmla="*/ 1560554 h 1978172"/>
              <a:gd name="connsiteX102-14999" fmla="*/ 6832713 w 10768629"/>
              <a:gd name="connsiteY102-15000" fmla="*/ 1569357 h 1978172"/>
              <a:gd name="connsiteX103-15001" fmla="*/ 6816351 w 10768629"/>
              <a:gd name="connsiteY103-15002" fmla="*/ 1571495 h 1978172"/>
              <a:gd name="connsiteX104-15003" fmla="*/ 6795800 w 10768629"/>
              <a:gd name="connsiteY104-15004" fmla="*/ 1572010 h 1978172"/>
              <a:gd name="connsiteX105-15005" fmla="*/ 6777546 w 10768629"/>
              <a:gd name="connsiteY105-15006" fmla="*/ 1568661 h 1978172"/>
              <a:gd name="connsiteX106-15007" fmla="*/ 6751528 w 10768629"/>
              <a:gd name="connsiteY106-15008" fmla="*/ 1574143 h 1978172"/>
              <a:gd name="connsiteX107-15009" fmla="*/ 6691966 w 10768629"/>
              <a:gd name="connsiteY107-15010" fmla="*/ 1582255 h 1978172"/>
              <a:gd name="connsiteX108-15011" fmla="*/ 6646941 w 10768629"/>
              <a:gd name="connsiteY108-15012" fmla="*/ 1588471 h 1978172"/>
              <a:gd name="connsiteX109-15013" fmla="*/ 6568576 w 10768629"/>
              <a:gd name="connsiteY109-15014" fmla="*/ 1606488 h 1978172"/>
              <a:gd name="connsiteX110-15015" fmla="*/ 6554358 w 10768629"/>
              <a:gd name="connsiteY110-15016" fmla="*/ 1621701 h 1978172"/>
              <a:gd name="connsiteX111-15017" fmla="*/ 6516968 w 10768629"/>
              <a:gd name="connsiteY111-15018" fmla="*/ 1617195 h 1978172"/>
              <a:gd name="connsiteX112-15019" fmla="*/ 6506479 w 10768629"/>
              <a:gd name="connsiteY112-15020" fmla="*/ 1602227 h 1978172"/>
              <a:gd name="connsiteX113-15021" fmla="*/ 6458436 w 10768629"/>
              <a:gd name="connsiteY113-15022" fmla="*/ 1607332 h 1978172"/>
              <a:gd name="connsiteX114-15023" fmla="*/ 6414786 w 10768629"/>
              <a:gd name="connsiteY114-15024" fmla="*/ 1628815 h 1978172"/>
              <a:gd name="connsiteX115-15025" fmla="*/ 6357085 w 10768629"/>
              <a:gd name="connsiteY115-15026" fmla="*/ 1640846 h 1978172"/>
              <a:gd name="connsiteX116-15027" fmla="*/ 6322636 w 10768629"/>
              <a:gd name="connsiteY116-15028" fmla="*/ 1648213 h 1978172"/>
              <a:gd name="connsiteX117-15029" fmla="*/ 6226172 w 10768629"/>
              <a:gd name="connsiteY117-15030" fmla="*/ 1654676 h 1978172"/>
              <a:gd name="connsiteX118-15031" fmla="*/ 6221217 w 10768629"/>
              <a:gd name="connsiteY118-15032" fmla="*/ 1654506 h 1978172"/>
              <a:gd name="connsiteX119-15033" fmla="*/ 6204956 w 10768629"/>
              <a:gd name="connsiteY119-15034" fmla="*/ 1664280 h 1978172"/>
              <a:gd name="connsiteX120-15035" fmla="*/ 6204270 w 10768629"/>
              <a:gd name="connsiteY120-15036" fmla="*/ 1666782 h 1978172"/>
              <a:gd name="connsiteX121-15037" fmla="*/ 6143810 w 10768629"/>
              <a:gd name="connsiteY121-15038" fmla="*/ 1661963 h 1978172"/>
              <a:gd name="connsiteX122-15039" fmla="*/ 6136560 w 10768629"/>
              <a:gd name="connsiteY122-15040" fmla="*/ 1665728 h 1978172"/>
              <a:gd name="connsiteX123-15041" fmla="*/ 6096155 w 10768629"/>
              <a:gd name="connsiteY123-15042" fmla="*/ 1656951 h 1978172"/>
              <a:gd name="connsiteX124-15043" fmla="*/ 6075812 w 10768629"/>
              <a:gd name="connsiteY124-15044" fmla="*/ 1655422 h 1978172"/>
              <a:gd name="connsiteX125-15045" fmla="*/ 6039495 w 10768629"/>
              <a:gd name="connsiteY125-15046" fmla="*/ 1649680 h 1978172"/>
              <a:gd name="connsiteX126-15047" fmla="*/ 6036523 w 10768629"/>
              <a:gd name="connsiteY126-15048" fmla="*/ 1652121 h 1978172"/>
              <a:gd name="connsiteX127-15049" fmla="*/ 6029328 w 10768629"/>
              <a:gd name="connsiteY127-15050" fmla="*/ 1649904 h 1978172"/>
              <a:gd name="connsiteX128-15051" fmla="*/ 6024075 w 10768629"/>
              <a:gd name="connsiteY128-15052" fmla="*/ 1652779 h 1978172"/>
              <a:gd name="connsiteX129-15053" fmla="*/ 6018085 w 10768629"/>
              <a:gd name="connsiteY129-15054" fmla="*/ 1652030 h 1978172"/>
              <a:gd name="connsiteX130-15055" fmla="*/ 5955513 w 10768629"/>
              <a:gd name="connsiteY130-15056" fmla="*/ 1663584 h 1978172"/>
              <a:gd name="connsiteX131-15057" fmla="*/ 5941996 w 10768629"/>
              <a:gd name="connsiteY131-15058" fmla="*/ 1661326 h 1978172"/>
              <a:gd name="connsiteX132-15059" fmla="*/ 5931789 w 10768629"/>
              <a:gd name="connsiteY132-15060" fmla="*/ 1669915 h 1978172"/>
              <a:gd name="connsiteX133-15061" fmla="*/ 5888686 w 10768629"/>
              <a:gd name="connsiteY133-15062" fmla="*/ 1672175 h 1978172"/>
              <a:gd name="connsiteX134-15063" fmla="*/ 5873794 w 10768629"/>
              <a:gd name="connsiteY134-15064" fmla="*/ 1665454 h 1978172"/>
              <a:gd name="connsiteX135-15065" fmla="*/ 5860022 w 10768629"/>
              <a:gd name="connsiteY135-15066" fmla="*/ 1660635 h 1978172"/>
              <a:gd name="connsiteX136-15067" fmla="*/ 5858237 w 10768629"/>
              <a:gd name="connsiteY136-15068" fmla="*/ 1660649 h 1978172"/>
              <a:gd name="connsiteX137-15069" fmla="*/ 5840319 w 10768629"/>
              <a:gd name="connsiteY137-15070" fmla="*/ 1660798 h 1978172"/>
              <a:gd name="connsiteX138-15071" fmla="*/ 5806984 w 10768629"/>
              <a:gd name="connsiteY138-15072" fmla="*/ 1661075 h 1978172"/>
              <a:gd name="connsiteX139-15073" fmla="*/ 5742351 w 10768629"/>
              <a:gd name="connsiteY139-15074" fmla="*/ 1667489 h 1978172"/>
              <a:gd name="connsiteX140-15075" fmla="*/ 5521171 w 10768629"/>
              <a:gd name="connsiteY140-15076" fmla="*/ 1671626 h 1978172"/>
              <a:gd name="connsiteX141-15077" fmla="*/ 5457384 w 10768629"/>
              <a:gd name="connsiteY141-15078" fmla="*/ 1683952 h 1978172"/>
              <a:gd name="connsiteX142-15079" fmla="*/ 4950070 w 10768629"/>
              <a:gd name="connsiteY142-15080" fmla="*/ 1748401 h 1978172"/>
              <a:gd name="connsiteX143-15081" fmla="*/ 4872172 w 10768629"/>
              <a:gd name="connsiteY143-15082" fmla="*/ 1757222 h 1978172"/>
              <a:gd name="connsiteX144-15083" fmla="*/ 4809524 w 10768629"/>
              <a:gd name="connsiteY144-15084" fmla="*/ 1761033 h 1978172"/>
              <a:gd name="connsiteX145-15085" fmla="*/ 4759058 w 10768629"/>
              <a:gd name="connsiteY145-15086" fmla="*/ 1766533 h 1978172"/>
              <a:gd name="connsiteX146-15087" fmla="*/ 4719749 w 10768629"/>
              <a:gd name="connsiteY146-15088" fmla="*/ 1771811 h 1978172"/>
              <a:gd name="connsiteX147-15089" fmla="*/ 4568686 w 10768629"/>
              <a:gd name="connsiteY147-15090" fmla="*/ 1786141 h 1978172"/>
              <a:gd name="connsiteX148-15091" fmla="*/ 4418751 w 10768629"/>
              <a:gd name="connsiteY148-15092" fmla="*/ 1796932 h 1978172"/>
              <a:gd name="connsiteX149-15093" fmla="*/ 4378377 w 10768629"/>
              <a:gd name="connsiteY149-15094" fmla="*/ 1815528 h 1978172"/>
              <a:gd name="connsiteX150-15095" fmla="*/ 4320575 w 10768629"/>
              <a:gd name="connsiteY150-15096" fmla="*/ 1832722 h 1978172"/>
              <a:gd name="connsiteX151-15097" fmla="*/ 4211935 w 10768629"/>
              <a:gd name="connsiteY151-15098" fmla="*/ 1860177 h 1978172"/>
              <a:gd name="connsiteX152-15099" fmla="*/ 4101228 w 10768629"/>
              <a:gd name="connsiteY152-15100" fmla="*/ 1868717 h 1978172"/>
              <a:gd name="connsiteX153-15101" fmla="*/ 3973223 w 10768629"/>
              <a:gd name="connsiteY153-15102" fmla="*/ 1881015 h 1978172"/>
              <a:gd name="connsiteX154-15103" fmla="*/ 3900992 w 10768629"/>
              <a:gd name="connsiteY154-15104" fmla="*/ 1880603 h 1978172"/>
              <a:gd name="connsiteX155-15105" fmla="*/ 3662119 w 10768629"/>
              <a:gd name="connsiteY155-15106" fmla="*/ 1889285 h 1978172"/>
              <a:gd name="connsiteX156-15107" fmla="*/ 3496919 w 10768629"/>
              <a:gd name="connsiteY156-15108" fmla="*/ 1873180 h 1978172"/>
              <a:gd name="connsiteX157-15109" fmla="*/ 3449433 w 10768629"/>
              <a:gd name="connsiteY157-15110" fmla="*/ 1889681 h 1978172"/>
              <a:gd name="connsiteX158-15111" fmla="*/ 3369766 w 10768629"/>
              <a:gd name="connsiteY158-15112" fmla="*/ 1916653 h 1978172"/>
              <a:gd name="connsiteX159-15113" fmla="*/ 3269672 w 10768629"/>
              <a:gd name="connsiteY159-15114" fmla="*/ 1938036 h 1978172"/>
              <a:gd name="connsiteX160-15115" fmla="*/ 3224897 w 10768629"/>
              <a:gd name="connsiteY160-15116" fmla="*/ 1943733 h 1978172"/>
              <a:gd name="connsiteX161-15117" fmla="*/ 3161463 w 10768629"/>
              <a:gd name="connsiteY161-15118" fmla="*/ 1946591 h 1978172"/>
              <a:gd name="connsiteX162-15119" fmla="*/ 3112044 w 10768629"/>
              <a:gd name="connsiteY162-15120" fmla="*/ 1935614 h 1978172"/>
              <a:gd name="connsiteX163-15121" fmla="*/ 3069716 w 10768629"/>
              <a:gd name="connsiteY163-15122" fmla="*/ 1930463 h 1978172"/>
              <a:gd name="connsiteX164-15123" fmla="*/ 3005773 w 10768629"/>
              <a:gd name="connsiteY164-15124" fmla="*/ 1915878 h 1978172"/>
              <a:gd name="connsiteX165-15125" fmla="*/ 2897201 w 10768629"/>
              <a:gd name="connsiteY165-15126" fmla="*/ 1926772 h 1978172"/>
              <a:gd name="connsiteX166-15127" fmla="*/ 2783891 w 10768629"/>
              <a:gd name="connsiteY166-15128" fmla="*/ 1931749 h 1978172"/>
              <a:gd name="connsiteX167-15129" fmla="*/ 2712447 w 10768629"/>
              <a:gd name="connsiteY167-15130" fmla="*/ 1933044 h 1978172"/>
              <a:gd name="connsiteX168-15131" fmla="*/ 2560151 w 10768629"/>
              <a:gd name="connsiteY168-15132" fmla="*/ 1963609 h 1978172"/>
              <a:gd name="connsiteX169-15133" fmla="*/ 2367221 w 10768629"/>
              <a:gd name="connsiteY169-15134" fmla="*/ 1971884 h 1978172"/>
              <a:gd name="connsiteX170-15135" fmla="*/ 2272130 w 10768629"/>
              <a:gd name="connsiteY170-15136" fmla="*/ 1961162 h 1978172"/>
              <a:gd name="connsiteX171-15137" fmla="*/ 2189404 w 10768629"/>
              <a:gd name="connsiteY171-15138" fmla="*/ 1978172 h 1978172"/>
              <a:gd name="connsiteX172-15139" fmla="*/ 2077704 w 10768629"/>
              <a:gd name="connsiteY172-15140" fmla="*/ 1965002 h 1978172"/>
              <a:gd name="connsiteX173-15141" fmla="*/ 2033299 w 10768629"/>
              <a:gd name="connsiteY173-15142" fmla="*/ 1969042 h 1978172"/>
              <a:gd name="connsiteX174-15143" fmla="*/ 1967996 w 10768629"/>
              <a:gd name="connsiteY174-15144" fmla="*/ 1953187 h 1978172"/>
              <a:gd name="connsiteX175-15145" fmla="*/ 1855805 w 10768629"/>
              <a:gd name="connsiteY175-15146" fmla="*/ 1926082 h 1978172"/>
              <a:gd name="connsiteX176-15147" fmla="*/ 1790957 w 10768629"/>
              <a:gd name="connsiteY176-15148" fmla="*/ 1919460 h 1978172"/>
              <a:gd name="connsiteX177-15149" fmla="*/ 1613978 w 10768629"/>
              <a:gd name="connsiteY177-15150" fmla="*/ 1891581 h 1978172"/>
              <a:gd name="connsiteX178-15151" fmla="*/ 1436831 w 10768629"/>
              <a:gd name="connsiteY178-15152" fmla="*/ 1856201 h 1978172"/>
              <a:gd name="connsiteX179-15153" fmla="*/ 1357365 w 10768629"/>
              <a:gd name="connsiteY179-15154" fmla="*/ 1832140 h 1978172"/>
              <a:gd name="connsiteX180-15155" fmla="*/ 1232341 w 10768629"/>
              <a:gd name="connsiteY180-15156" fmla="*/ 1785942 h 1978172"/>
              <a:gd name="connsiteX181-15157" fmla="*/ 1162595 w 10768629"/>
              <a:gd name="connsiteY181-15158" fmla="*/ 1758337 h 1978172"/>
              <a:gd name="connsiteX182-15159" fmla="*/ 1128523 w 10768629"/>
              <a:gd name="connsiteY182-15160" fmla="*/ 1763621 h 1978172"/>
              <a:gd name="connsiteX183-15161" fmla="*/ 991903 w 10768629"/>
              <a:gd name="connsiteY183-15162" fmla="*/ 1786741 h 1978172"/>
              <a:gd name="connsiteX184-15163" fmla="*/ 883960 w 10768629"/>
              <a:gd name="connsiteY184-15164" fmla="*/ 1809389 h 1978172"/>
              <a:gd name="connsiteX185-15165" fmla="*/ 766531 w 10768629"/>
              <a:gd name="connsiteY185-15166" fmla="*/ 1805053 h 1978172"/>
              <a:gd name="connsiteX186-15167" fmla="*/ 669779 w 10768629"/>
              <a:gd name="connsiteY186-15168" fmla="*/ 1800537 h 1978172"/>
              <a:gd name="connsiteX187-15169" fmla="*/ 523898 w 10768629"/>
              <a:gd name="connsiteY187-15170" fmla="*/ 1811085 h 1978172"/>
              <a:gd name="connsiteX188-15171" fmla="*/ 360251 w 10768629"/>
              <a:gd name="connsiteY188-15172" fmla="*/ 1830735 h 1978172"/>
              <a:gd name="connsiteX189-15173" fmla="*/ 255207 w 10768629"/>
              <a:gd name="connsiteY189-15174" fmla="*/ 1818275 h 1978172"/>
              <a:gd name="connsiteX190-15175" fmla="*/ 101803 w 10768629"/>
              <a:gd name="connsiteY190-15176" fmla="*/ 1870647 h 1978172"/>
              <a:gd name="connsiteX191-15177" fmla="*/ 25397 w 10768629"/>
              <a:gd name="connsiteY191-15178" fmla="*/ 1888443 h 1978172"/>
              <a:gd name="connsiteX192-15179" fmla="*/ 2370 w 10768629"/>
              <a:gd name="connsiteY192-15180" fmla="*/ 1878311 h 1978172"/>
              <a:gd name="connsiteX193-15181" fmla="*/ 0 w 10768629"/>
              <a:gd name="connsiteY193-15182" fmla="*/ 1878785 h 1978172"/>
              <a:gd name="connsiteX194-15183" fmla="*/ 0 w 10768629"/>
              <a:gd name="connsiteY194-15184" fmla="*/ 0 h 1978172"/>
              <a:gd name="connsiteX0-15185" fmla="*/ 0 w 10768629"/>
              <a:gd name="connsiteY0-15186" fmla="*/ 0 h 1978172"/>
              <a:gd name="connsiteX1-15187" fmla="*/ 10768629 w 10768629"/>
              <a:gd name="connsiteY1-15188" fmla="*/ 0 h 1978172"/>
              <a:gd name="connsiteX2-15189" fmla="*/ 10733254 w 10768629"/>
              <a:gd name="connsiteY2-15190" fmla="*/ 31439 h 1978172"/>
              <a:gd name="connsiteX3-15191" fmla="*/ 10727085 w 10768629"/>
              <a:gd name="connsiteY3-15192" fmla="*/ 37910 h 1978172"/>
              <a:gd name="connsiteX4-15193" fmla="*/ 10675953 w 10768629"/>
              <a:gd name="connsiteY4-15194" fmla="*/ 68623 h 1978172"/>
              <a:gd name="connsiteX5-15195" fmla="*/ 10637091 w 10768629"/>
              <a:gd name="connsiteY5-15196" fmla="*/ 90361 h 1978172"/>
              <a:gd name="connsiteX6-15197" fmla="*/ 10610971 w 10768629"/>
              <a:gd name="connsiteY6-15198" fmla="*/ 110764 h 1978172"/>
              <a:gd name="connsiteX7-15199" fmla="*/ 10532872 w 10768629"/>
              <a:gd name="connsiteY7-15200" fmla="*/ 138028 h 1978172"/>
              <a:gd name="connsiteX8-15201" fmla="*/ 10398558 w 10768629"/>
              <a:gd name="connsiteY8-15202" fmla="*/ 172911 h 1978172"/>
              <a:gd name="connsiteX9-15203" fmla="*/ 10371128 w 10768629"/>
              <a:gd name="connsiteY9-15204" fmla="*/ 182609 h 1978172"/>
              <a:gd name="connsiteX10-15205" fmla="*/ 10352178 w 10768629"/>
              <a:gd name="connsiteY10-15206" fmla="*/ 199976 h 1978172"/>
              <a:gd name="connsiteX11-15207" fmla="*/ 10351815 w 10768629"/>
              <a:gd name="connsiteY11-15208" fmla="*/ 211879 h 1978172"/>
              <a:gd name="connsiteX12-15209" fmla="*/ 10337471 w 10768629"/>
              <a:gd name="connsiteY12-15210" fmla="*/ 218661 h 1978172"/>
              <a:gd name="connsiteX13-15211" fmla="*/ 10334625 w 10768629"/>
              <a:gd name="connsiteY13-15212" fmla="*/ 222351 h 1978172"/>
              <a:gd name="connsiteX14-15213" fmla="*/ 10256365 w 10768629"/>
              <a:gd name="connsiteY14-15214" fmla="*/ 235917 h 1978172"/>
              <a:gd name="connsiteX15-15215" fmla="*/ 10201127 w 10768629"/>
              <a:gd name="connsiteY15-15216" fmla="*/ 267448 h 1978172"/>
              <a:gd name="connsiteX16-15217" fmla="*/ 9961218 w 10768629"/>
              <a:gd name="connsiteY16-15218" fmla="*/ 326720 h 1978172"/>
              <a:gd name="connsiteX17-15219" fmla="*/ 9859715 w 10768629"/>
              <a:gd name="connsiteY17-15220" fmla="*/ 355698 h 1978172"/>
              <a:gd name="connsiteX18-15221" fmla="*/ 9679867 w 10768629"/>
              <a:gd name="connsiteY18-15222" fmla="*/ 399081 h 1978172"/>
              <a:gd name="connsiteX19-15223" fmla="*/ 9490654 w 10768629"/>
              <a:gd name="connsiteY19-15224" fmla="*/ 455225 h 1978172"/>
              <a:gd name="connsiteX20-15225" fmla="*/ 9470837 w 10768629"/>
              <a:gd name="connsiteY20-15226" fmla="*/ 452539 h 1978172"/>
              <a:gd name="connsiteX21-15227" fmla="*/ 9469082 w 10768629"/>
              <a:gd name="connsiteY21-15228" fmla="*/ 454891 h 1978172"/>
              <a:gd name="connsiteX22-15229" fmla="*/ 9448038 w 10768629"/>
              <a:gd name="connsiteY22-15230" fmla="*/ 459733 h 1978172"/>
              <a:gd name="connsiteX23-15231" fmla="*/ 9396821 w 10768629"/>
              <a:gd name="connsiteY23-15232" fmla="*/ 455795 h 1978172"/>
              <a:gd name="connsiteX24-15233" fmla="*/ 9392197 w 10768629"/>
              <a:gd name="connsiteY24-15234" fmla="*/ 459796 h 1978172"/>
              <a:gd name="connsiteX25-15235" fmla="*/ 9347994 w 10768629"/>
              <a:gd name="connsiteY25-15236" fmla="*/ 464462 h 1978172"/>
              <a:gd name="connsiteX26-15237" fmla="*/ 9347889 w 10768629"/>
              <a:gd name="connsiteY26-15238" fmla="*/ 466539 h 1978172"/>
              <a:gd name="connsiteX27-15239" fmla="*/ 9337639 w 10768629"/>
              <a:gd name="connsiteY27-15240" fmla="*/ 476654 h 1978172"/>
              <a:gd name="connsiteX28-15241" fmla="*/ 9287964 w 10768629"/>
              <a:gd name="connsiteY28-15242" fmla="*/ 513052 h 1978172"/>
              <a:gd name="connsiteX29-15243" fmla="*/ 9229283 w 10768629"/>
              <a:gd name="connsiteY29-15244" fmla="*/ 555377 h 1978172"/>
              <a:gd name="connsiteX30-15245" fmla="*/ 9220274 w 10768629"/>
              <a:gd name="connsiteY30-15246" fmla="*/ 557502 h 1978172"/>
              <a:gd name="connsiteX31-15247" fmla="*/ 9220202 w 10768629"/>
              <a:gd name="connsiteY31-15248" fmla="*/ 558001 h 1978172"/>
              <a:gd name="connsiteX32-15249" fmla="*/ 9210908 w 10768629"/>
              <a:gd name="connsiteY32-15250" fmla="*/ 561147 h 1978172"/>
              <a:gd name="connsiteX33-15251" fmla="*/ 9186374 w 10768629"/>
              <a:gd name="connsiteY33-15252" fmla="*/ 565502 h 1978172"/>
              <a:gd name="connsiteX34-15253" fmla="*/ 9181058 w 10768629"/>
              <a:gd name="connsiteY34-15254" fmla="*/ 569943 h 1978172"/>
              <a:gd name="connsiteX35-15255" fmla="*/ 9167549 w 10768629"/>
              <a:gd name="connsiteY35-15256" fmla="*/ 584727 h 1978172"/>
              <a:gd name="connsiteX36-15257" fmla="*/ 9149110 w 10768629"/>
              <a:gd name="connsiteY36-15258" fmla="*/ 598906 h 1978172"/>
              <a:gd name="connsiteX37-15259" fmla="*/ 9078556 w 10768629"/>
              <a:gd name="connsiteY37-15260" fmla="*/ 644039 h 1978172"/>
              <a:gd name="connsiteX38-15261" fmla="*/ 8996399 w 10768629"/>
              <a:gd name="connsiteY38-15262" fmla="*/ 690055 h 1978172"/>
              <a:gd name="connsiteX39-15263" fmla="*/ 8803791 w 10768629"/>
              <a:gd name="connsiteY39-15264" fmla="*/ 813860 h 1978172"/>
              <a:gd name="connsiteX40-15265" fmla="*/ 8636202 w 10768629"/>
              <a:gd name="connsiteY40-15266" fmla="*/ 848463 h 1978172"/>
              <a:gd name="connsiteX41-15267" fmla="*/ 8555372 w 10768629"/>
              <a:gd name="connsiteY41-15268" fmla="*/ 883171 h 1978172"/>
              <a:gd name="connsiteX42-15269" fmla="*/ 8507229 w 10768629"/>
              <a:gd name="connsiteY42-15270" fmla="*/ 901665 h 1978172"/>
              <a:gd name="connsiteX43-15271" fmla="*/ 8428473 w 10768629"/>
              <a:gd name="connsiteY43-15272" fmla="*/ 927985 h 1978172"/>
              <a:gd name="connsiteX44-15273" fmla="*/ 8427914 w 10768629"/>
              <a:gd name="connsiteY44-15274" fmla="*/ 933480 h 1978172"/>
              <a:gd name="connsiteX45-15275" fmla="*/ 8420327 w 10768629"/>
              <a:gd name="connsiteY45-15276" fmla="*/ 941984 h 1978172"/>
              <a:gd name="connsiteX46-15277" fmla="*/ 8394729 w 10768629"/>
              <a:gd name="connsiteY46-15278" fmla="*/ 948347 h 1978172"/>
              <a:gd name="connsiteX47-15279" fmla="*/ 8380548 w 10768629"/>
              <a:gd name="connsiteY47-15280" fmla="*/ 987916 h 1978172"/>
              <a:gd name="connsiteX48-15281" fmla="*/ 8375330 w 10768629"/>
              <a:gd name="connsiteY48-15282" fmla="*/ 965444 h 1978172"/>
              <a:gd name="connsiteX49-15283" fmla="*/ 8340796 w 10768629"/>
              <a:gd name="connsiteY49-15284" fmla="*/ 980522 h 1978172"/>
              <a:gd name="connsiteX50-15285" fmla="*/ 8304438 w 10768629"/>
              <a:gd name="connsiteY50-15286" fmla="*/ 996739 h 1978172"/>
              <a:gd name="connsiteX51-15287" fmla="*/ 8280929 w 10768629"/>
              <a:gd name="connsiteY51-15288" fmla="*/ 1023089 h 1978172"/>
              <a:gd name="connsiteX52-15289" fmla="*/ 8275760 w 10768629"/>
              <a:gd name="connsiteY52-15290" fmla="*/ 1027772 h 1978172"/>
              <a:gd name="connsiteX53-15291" fmla="*/ 8275478 w 10768629"/>
              <a:gd name="connsiteY53-15292" fmla="*/ 1027605 h 1978172"/>
              <a:gd name="connsiteX54-15293" fmla="*/ 8249003 w 10768629"/>
              <a:gd name="connsiteY54-15294" fmla="*/ 1032033 h 1978172"/>
              <a:gd name="connsiteX55-15295" fmla="*/ 8203836 w 10768629"/>
              <a:gd name="connsiteY55-15296" fmla="*/ 1037347 h 1978172"/>
              <a:gd name="connsiteX56-15297" fmla="*/ 8122936 w 10768629"/>
              <a:gd name="connsiteY56-15298" fmla="*/ 1063113 h 1978172"/>
              <a:gd name="connsiteX57-15299" fmla="*/ 8043658 w 10768629"/>
              <a:gd name="connsiteY57-15300" fmla="*/ 1092746 h 1978172"/>
              <a:gd name="connsiteX58-15301" fmla="*/ 8015351 w 10768629"/>
              <a:gd name="connsiteY58-15302" fmla="*/ 1105478 h 1978172"/>
              <a:gd name="connsiteX59-15303" fmla="*/ 7963145 w 10768629"/>
              <a:gd name="connsiteY59-15304" fmla="*/ 1119346 h 1978172"/>
              <a:gd name="connsiteX60-15305" fmla="*/ 7938145 w 10768629"/>
              <a:gd name="connsiteY60-15306" fmla="*/ 1120225 h 1978172"/>
              <a:gd name="connsiteX61-15307" fmla="*/ 7937238 w 10768629"/>
              <a:gd name="connsiteY61-15308" fmla="*/ 1121204 h 1978172"/>
              <a:gd name="connsiteX62-15309" fmla="*/ 7934398 w 10768629"/>
              <a:gd name="connsiteY62-15310" fmla="*/ 1118240 h 1978172"/>
              <a:gd name="connsiteX63-15311" fmla="*/ 7918248 w 10768629"/>
              <a:gd name="connsiteY63-15312" fmla="*/ 1124371 h 1978172"/>
              <a:gd name="connsiteX64-15313" fmla="*/ 7914119 w 10768629"/>
              <a:gd name="connsiteY64-15314" fmla="*/ 1127653 h 1978172"/>
              <a:gd name="connsiteX65-15315" fmla="*/ 7907658 w 10768629"/>
              <a:gd name="connsiteY65-15316" fmla="*/ 1130350 h 1978172"/>
              <a:gd name="connsiteX66-15317" fmla="*/ 7907434 w 10768629"/>
              <a:gd name="connsiteY66-15318" fmla="*/ 1130103 h 1978172"/>
              <a:gd name="connsiteX67-15319" fmla="*/ 7901508 w 10768629"/>
              <a:gd name="connsiteY67-15320" fmla="*/ 1133245 h 1978172"/>
              <a:gd name="connsiteX68-15321" fmla="*/ 7873287 w 10768629"/>
              <a:gd name="connsiteY68-15322" fmla="*/ 1152609 h 1978172"/>
              <a:gd name="connsiteX69-15323" fmla="*/ 7834833 w 10768629"/>
              <a:gd name="connsiteY69-15324" fmla="*/ 1153868 h 1978172"/>
              <a:gd name="connsiteX70-15325" fmla="*/ 7828661 w 10768629"/>
              <a:gd name="connsiteY70-15326" fmla="*/ 1139994 h 1978172"/>
              <a:gd name="connsiteX71-15327" fmla="*/ 7823966 w 10768629"/>
              <a:gd name="connsiteY71-15328" fmla="*/ 1143178 h 1978172"/>
              <a:gd name="connsiteX72-15329" fmla="*/ 7815078 w 10768629"/>
              <a:gd name="connsiteY72-15330" fmla="*/ 1151776 h 1978172"/>
              <a:gd name="connsiteX73-15331" fmla="*/ 7812026 w 10768629"/>
              <a:gd name="connsiteY73-15332" fmla="*/ 1151522 h 1978172"/>
              <a:gd name="connsiteX74-15333" fmla="*/ 7782249 w 10768629"/>
              <a:gd name="connsiteY74-15334" fmla="*/ 1160970 h 1978172"/>
              <a:gd name="connsiteX75-15335" fmla="*/ 7773476 w 10768629"/>
              <a:gd name="connsiteY75-15336" fmla="*/ 1157414 h 1978172"/>
              <a:gd name="connsiteX76-15337" fmla="*/ 7769600 w 10768629"/>
              <a:gd name="connsiteY76-15338" fmla="*/ 1157365 h 1978172"/>
              <a:gd name="connsiteX77-15339" fmla="*/ 7752631 w 10768629"/>
              <a:gd name="connsiteY77-15340" fmla="*/ 1172815 h 1978172"/>
              <a:gd name="connsiteX78-15341" fmla="*/ 7739392 w 10768629"/>
              <a:gd name="connsiteY78-15342" fmla="*/ 1192062 h 1978172"/>
              <a:gd name="connsiteX79-15343" fmla="*/ 7677677 w 10768629"/>
              <a:gd name="connsiteY79-15344" fmla="*/ 1216394 h 1978172"/>
              <a:gd name="connsiteX80-15345" fmla="*/ 7586920 w 10768629"/>
              <a:gd name="connsiteY80-15346" fmla="*/ 1261888 h 1978172"/>
              <a:gd name="connsiteX81-15347" fmla="*/ 7486100 w 10768629"/>
              <a:gd name="connsiteY81-15348" fmla="*/ 1292563 h 1978172"/>
              <a:gd name="connsiteX82-15349" fmla="*/ 7411323 w 10768629"/>
              <a:gd name="connsiteY82-15350" fmla="*/ 1340732 h 1978172"/>
              <a:gd name="connsiteX83-15351" fmla="*/ 7240698 w 10768629"/>
              <a:gd name="connsiteY83-15352" fmla="*/ 1438832 h 1978172"/>
              <a:gd name="connsiteX84-15353" fmla="*/ 7197675 w 10768629"/>
              <a:gd name="connsiteY84-15354" fmla="*/ 1447530 h 1978172"/>
              <a:gd name="connsiteX85-15355" fmla="*/ 7164788 w 10768629"/>
              <a:gd name="connsiteY85-15356" fmla="*/ 1480293 h 1978172"/>
              <a:gd name="connsiteX86-15357" fmla="*/ 7147929 w 10768629"/>
              <a:gd name="connsiteY86-15358" fmla="*/ 1477641 h 1978172"/>
              <a:gd name="connsiteX87-15359" fmla="*/ 7144965 w 10768629"/>
              <a:gd name="connsiteY87-15360" fmla="*/ 1476908 h 1978172"/>
              <a:gd name="connsiteX88-15361" fmla="*/ 7134299 w 10768629"/>
              <a:gd name="connsiteY88-15362" fmla="*/ 1479969 h 1978172"/>
              <a:gd name="connsiteX89-15363" fmla="*/ 7129809 w 10768629"/>
              <a:gd name="connsiteY89-15364" fmla="*/ 1473339 h 1978172"/>
              <a:gd name="connsiteX90-15365" fmla="*/ 7112688 w 10768629"/>
              <a:gd name="connsiteY90-15366" fmla="*/ 1472575 h 1978172"/>
              <a:gd name="connsiteX91-15367" fmla="*/ 7093470 w 10768629"/>
              <a:gd name="connsiteY91-15368" fmla="*/ 1480300 h 1978172"/>
              <a:gd name="connsiteX92-15369" fmla="*/ 7025034 w 10768629"/>
              <a:gd name="connsiteY92-15370" fmla="*/ 1506934 h 1978172"/>
              <a:gd name="connsiteX93-15371" fmla="*/ 7014783 w 10768629"/>
              <a:gd name="connsiteY93-15372" fmla="*/ 1515868 h 1978172"/>
              <a:gd name="connsiteX94-15373" fmla="*/ 6979706 w 10768629"/>
              <a:gd name="connsiteY94-15374" fmla="*/ 1523511 h 1978172"/>
              <a:gd name="connsiteX95-15375" fmla="*/ 6977890 w 10768629"/>
              <a:gd name="connsiteY95-15376" fmla="*/ 1525793 h 1978172"/>
              <a:gd name="connsiteX96-15377" fmla="*/ 6944339 w 10768629"/>
              <a:gd name="connsiteY96-15378" fmla="*/ 1536237 h 1978172"/>
              <a:gd name="connsiteX97-15379" fmla="*/ 6886996 w 10768629"/>
              <a:gd name="connsiteY97-15380" fmla="*/ 1563569 h 1978172"/>
              <a:gd name="connsiteX98-15381" fmla="*/ 6874510 w 10768629"/>
              <a:gd name="connsiteY98-15382" fmla="*/ 1558469 h 1978172"/>
              <a:gd name="connsiteX99-15383" fmla="*/ 6871943 w 10768629"/>
              <a:gd name="connsiteY99-15384" fmla="*/ 1554651 h 1978172"/>
              <a:gd name="connsiteX100-15385" fmla="*/ 6856174 w 10768629"/>
              <a:gd name="connsiteY100-15386" fmla="*/ 1562024 h 1978172"/>
              <a:gd name="connsiteX101-15387" fmla="*/ 6842321 w 10768629"/>
              <a:gd name="connsiteY101-15388" fmla="*/ 1560554 h 1978172"/>
              <a:gd name="connsiteX102-15389" fmla="*/ 6832713 w 10768629"/>
              <a:gd name="connsiteY102-15390" fmla="*/ 1569357 h 1978172"/>
              <a:gd name="connsiteX103-15391" fmla="*/ 6816351 w 10768629"/>
              <a:gd name="connsiteY103-15392" fmla="*/ 1571495 h 1978172"/>
              <a:gd name="connsiteX104-15393" fmla="*/ 6795800 w 10768629"/>
              <a:gd name="connsiteY104-15394" fmla="*/ 1572010 h 1978172"/>
              <a:gd name="connsiteX105-15395" fmla="*/ 6777546 w 10768629"/>
              <a:gd name="connsiteY105-15396" fmla="*/ 1568661 h 1978172"/>
              <a:gd name="connsiteX106-15397" fmla="*/ 6751528 w 10768629"/>
              <a:gd name="connsiteY106-15398" fmla="*/ 1574143 h 1978172"/>
              <a:gd name="connsiteX107-15399" fmla="*/ 6691966 w 10768629"/>
              <a:gd name="connsiteY107-15400" fmla="*/ 1582255 h 1978172"/>
              <a:gd name="connsiteX108-15401" fmla="*/ 6646941 w 10768629"/>
              <a:gd name="connsiteY108-15402" fmla="*/ 1588471 h 1978172"/>
              <a:gd name="connsiteX109-15403" fmla="*/ 6568576 w 10768629"/>
              <a:gd name="connsiteY109-15404" fmla="*/ 1606488 h 1978172"/>
              <a:gd name="connsiteX110-15405" fmla="*/ 6554358 w 10768629"/>
              <a:gd name="connsiteY110-15406" fmla="*/ 1621701 h 1978172"/>
              <a:gd name="connsiteX111-15407" fmla="*/ 6516968 w 10768629"/>
              <a:gd name="connsiteY111-15408" fmla="*/ 1617195 h 1978172"/>
              <a:gd name="connsiteX112-15409" fmla="*/ 6506479 w 10768629"/>
              <a:gd name="connsiteY112-15410" fmla="*/ 1602227 h 1978172"/>
              <a:gd name="connsiteX113-15411" fmla="*/ 6458436 w 10768629"/>
              <a:gd name="connsiteY113-15412" fmla="*/ 1607332 h 1978172"/>
              <a:gd name="connsiteX114-15413" fmla="*/ 6414786 w 10768629"/>
              <a:gd name="connsiteY114-15414" fmla="*/ 1628815 h 1978172"/>
              <a:gd name="connsiteX115-15415" fmla="*/ 6357085 w 10768629"/>
              <a:gd name="connsiteY115-15416" fmla="*/ 1640846 h 1978172"/>
              <a:gd name="connsiteX116-15417" fmla="*/ 6322636 w 10768629"/>
              <a:gd name="connsiteY116-15418" fmla="*/ 1648213 h 1978172"/>
              <a:gd name="connsiteX117-15419" fmla="*/ 6226172 w 10768629"/>
              <a:gd name="connsiteY117-15420" fmla="*/ 1654676 h 1978172"/>
              <a:gd name="connsiteX118-15421" fmla="*/ 6221217 w 10768629"/>
              <a:gd name="connsiteY118-15422" fmla="*/ 1654506 h 1978172"/>
              <a:gd name="connsiteX119-15423" fmla="*/ 6204956 w 10768629"/>
              <a:gd name="connsiteY119-15424" fmla="*/ 1664280 h 1978172"/>
              <a:gd name="connsiteX120-15425" fmla="*/ 6204270 w 10768629"/>
              <a:gd name="connsiteY120-15426" fmla="*/ 1666782 h 1978172"/>
              <a:gd name="connsiteX121-15427" fmla="*/ 6143810 w 10768629"/>
              <a:gd name="connsiteY121-15428" fmla="*/ 1661963 h 1978172"/>
              <a:gd name="connsiteX122-15429" fmla="*/ 6136560 w 10768629"/>
              <a:gd name="connsiteY122-15430" fmla="*/ 1665728 h 1978172"/>
              <a:gd name="connsiteX123-15431" fmla="*/ 6096155 w 10768629"/>
              <a:gd name="connsiteY123-15432" fmla="*/ 1656951 h 1978172"/>
              <a:gd name="connsiteX124-15433" fmla="*/ 6075812 w 10768629"/>
              <a:gd name="connsiteY124-15434" fmla="*/ 1655422 h 1978172"/>
              <a:gd name="connsiteX125-15435" fmla="*/ 6039495 w 10768629"/>
              <a:gd name="connsiteY125-15436" fmla="*/ 1649680 h 1978172"/>
              <a:gd name="connsiteX126-15437" fmla="*/ 6036523 w 10768629"/>
              <a:gd name="connsiteY126-15438" fmla="*/ 1652121 h 1978172"/>
              <a:gd name="connsiteX127-15439" fmla="*/ 6029328 w 10768629"/>
              <a:gd name="connsiteY127-15440" fmla="*/ 1649904 h 1978172"/>
              <a:gd name="connsiteX128-15441" fmla="*/ 6024075 w 10768629"/>
              <a:gd name="connsiteY128-15442" fmla="*/ 1652779 h 1978172"/>
              <a:gd name="connsiteX129-15443" fmla="*/ 6018085 w 10768629"/>
              <a:gd name="connsiteY129-15444" fmla="*/ 1652030 h 1978172"/>
              <a:gd name="connsiteX130-15445" fmla="*/ 5955513 w 10768629"/>
              <a:gd name="connsiteY130-15446" fmla="*/ 1663584 h 1978172"/>
              <a:gd name="connsiteX131-15447" fmla="*/ 5941996 w 10768629"/>
              <a:gd name="connsiteY131-15448" fmla="*/ 1661326 h 1978172"/>
              <a:gd name="connsiteX132-15449" fmla="*/ 5931789 w 10768629"/>
              <a:gd name="connsiteY132-15450" fmla="*/ 1669915 h 1978172"/>
              <a:gd name="connsiteX133-15451" fmla="*/ 5888686 w 10768629"/>
              <a:gd name="connsiteY133-15452" fmla="*/ 1672175 h 1978172"/>
              <a:gd name="connsiteX134-15453" fmla="*/ 5873794 w 10768629"/>
              <a:gd name="connsiteY134-15454" fmla="*/ 1665454 h 1978172"/>
              <a:gd name="connsiteX135-15455" fmla="*/ 5860022 w 10768629"/>
              <a:gd name="connsiteY135-15456" fmla="*/ 1660635 h 1978172"/>
              <a:gd name="connsiteX136-15457" fmla="*/ 5858237 w 10768629"/>
              <a:gd name="connsiteY136-15458" fmla="*/ 1660649 h 1978172"/>
              <a:gd name="connsiteX137-15459" fmla="*/ 5840319 w 10768629"/>
              <a:gd name="connsiteY137-15460" fmla="*/ 1660798 h 1978172"/>
              <a:gd name="connsiteX138-15461" fmla="*/ 5806984 w 10768629"/>
              <a:gd name="connsiteY138-15462" fmla="*/ 1661075 h 1978172"/>
              <a:gd name="connsiteX139-15463" fmla="*/ 5742351 w 10768629"/>
              <a:gd name="connsiteY139-15464" fmla="*/ 1667489 h 1978172"/>
              <a:gd name="connsiteX140-15465" fmla="*/ 5521171 w 10768629"/>
              <a:gd name="connsiteY140-15466" fmla="*/ 1671626 h 1978172"/>
              <a:gd name="connsiteX141-15467" fmla="*/ 5457384 w 10768629"/>
              <a:gd name="connsiteY141-15468" fmla="*/ 1683952 h 1978172"/>
              <a:gd name="connsiteX142-15469" fmla="*/ 4950070 w 10768629"/>
              <a:gd name="connsiteY142-15470" fmla="*/ 1748401 h 1978172"/>
              <a:gd name="connsiteX143-15471" fmla="*/ 4872172 w 10768629"/>
              <a:gd name="connsiteY143-15472" fmla="*/ 1757222 h 1978172"/>
              <a:gd name="connsiteX144-15473" fmla="*/ 4809524 w 10768629"/>
              <a:gd name="connsiteY144-15474" fmla="*/ 1761033 h 1978172"/>
              <a:gd name="connsiteX145-15475" fmla="*/ 4759058 w 10768629"/>
              <a:gd name="connsiteY145-15476" fmla="*/ 1766533 h 1978172"/>
              <a:gd name="connsiteX146-15477" fmla="*/ 4719749 w 10768629"/>
              <a:gd name="connsiteY146-15478" fmla="*/ 1771811 h 1978172"/>
              <a:gd name="connsiteX147-15479" fmla="*/ 4568686 w 10768629"/>
              <a:gd name="connsiteY147-15480" fmla="*/ 1786141 h 1978172"/>
              <a:gd name="connsiteX148-15481" fmla="*/ 4418751 w 10768629"/>
              <a:gd name="connsiteY148-15482" fmla="*/ 1796932 h 1978172"/>
              <a:gd name="connsiteX149-15483" fmla="*/ 4378377 w 10768629"/>
              <a:gd name="connsiteY149-15484" fmla="*/ 1815528 h 1978172"/>
              <a:gd name="connsiteX150-15485" fmla="*/ 4320575 w 10768629"/>
              <a:gd name="connsiteY150-15486" fmla="*/ 1832722 h 1978172"/>
              <a:gd name="connsiteX151-15487" fmla="*/ 4211935 w 10768629"/>
              <a:gd name="connsiteY151-15488" fmla="*/ 1860177 h 1978172"/>
              <a:gd name="connsiteX152-15489" fmla="*/ 4101228 w 10768629"/>
              <a:gd name="connsiteY152-15490" fmla="*/ 1868717 h 1978172"/>
              <a:gd name="connsiteX153-15491" fmla="*/ 3973223 w 10768629"/>
              <a:gd name="connsiteY153-15492" fmla="*/ 1881015 h 1978172"/>
              <a:gd name="connsiteX154-15493" fmla="*/ 3900992 w 10768629"/>
              <a:gd name="connsiteY154-15494" fmla="*/ 1880603 h 1978172"/>
              <a:gd name="connsiteX155-15495" fmla="*/ 3662119 w 10768629"/>
              <a:gd name="connsiteY155-15496" fmla="*/ 1889285 h 1978172"/>
              <a:gd name="connsiteX156-15497" fmla="*/ 3496919 w 10768629"/>
              <a:gd name="connsiteY156-15498" fmla="*/ 1873180 h 1978172"/>
              <a:gd name="connsiteX157-15499" fmla="*/ 3449433 w 10768629"/>
              <a:gd name="connsiteY157-15500" fmla="*/ 1889681 h 1978172"/>
              <a:gd name="connsiteX158-15501" fmla="*/ 3369766 w 10768629"/>
              <a:gd name="connsiteY158-15502" fmla="*/ 1916653 h 1978172"/>
              <a:gd name="connsiteX159-15503" fmla="*/ 3269672 w 10768629"/>
              <a:gd name="connsiteY159-15504" fmla="*/ 1938036 h 1978172"/>
              <a:gd name="connsiteX160-15505" fmla="*/ 3224897 w 10768629"/>
              <a:gd name="connsiteY160-15506" fmla="*/ 1943733 h 1978172"/>
              <a:gd name="connsiteX161-15507" fmla="*/ 3161463 w 10768629"/>
              <a:gd name="connsiteY161-15508" fmla="*/ 1946591 h 1978172"/>
              <a:gd name="connsiteX162-15509" fmla="*/ 3112044 w 10768629"/>
              <a:gd name="connsiteY162-15510" fmla="*/ 1935614 h 1978172"/>
              <a:gd name="connsiteX163-15511" fmla="*/ 3069716 w 10768629"/>
              <a:gd name="connsiteY163-15512" fmla="*/ 1930463 h 1978172"/>
              <a:gd name="connsiteX164-15513" fmla="*/ 3005773 w 10768629"/>
              <a:gd name="connsiteY164-15514" fmla="*/ 1915878 h 1978172"/>
              <a:gd name="connsiteX165-15515" fmla="*/ 2897201 w 10768629"/>
              <a:gd name="connsiteY165-15516" fmla="*/ 1926772 h 1978172"/>
              <a:gd name="connsiteX166-15517" fmla="*/ 2783891 w 10768629"/>
              <a:gd name="connsiteY166-15518" fmla="*/ 1931749 h 1978172"/>
              <a:gd name="connsiteX167-15519" fmla="*/ 2712447 w 10768629"/>
              <a:gd name="connsiteY167-15520" fmla="*/ 1933044 h 1978172"/>
              <a:gd name="connsiteX168-15521" fmla="*/ 2560151 w 10768629"/>
              <a:gd name="connsiteY168-15522" fmla="*/ 1963609 h 1978172"/>
              <a:gd name="connsiteX169-15523" fmla="*/ 2367221 w 10768629"/>
              <a:gd name="connsiteY169-15524" fmla="*/ 1971884 h 1978172"/>
              <a:gd name="connsiteX170-15525" fmla="*/ 2272130 w 10768629"/>
              <a:gd name="connsiteY170-15526" fmla="*/ 1961162 h 1978172"/>
              <a:gd name="connsiteX171-15527" fmla="*/ 2189404 w 10768629"/>
              <a:gd name="connsiteY171-15528" fmla="*/ 1978172 h 1978172"/>
              <a:gd name="connsiteX172-15529" fmla="*/ 2077704 w 10768629"/>
              <a:gd name="connsiteY172-15530" fmla="*/ 1965002 h 1978172"/>
              <a:gd name="connsiteX173-15531" fmla="*/ 2033299 w 10768629"/>
              <a:gd name="connsiteY173-15532" fmla="*/ 1969042 h 1978172"/>
              <a:gd name="connsiteX174-15533" fmla="*/ 1967996 w 10768629"/>
              <a:gd name="connsiteY174-15534" fmla="*/ 1953187 h 1978172"/>
              <a:gd name="connsiteX175-15535" fmla="*/ 1855805 w 10768629"/>
              <a:gd name="connsiteY175-15536" fmla="*/ 1926082 h 1978172"/>
              <a:gd name="connsiteX176-15537" fmla="*/ 1790957 w 10768629"/>
              <a:gd name="connsiteY176-15538" fmla="*/ 1919460 h 1978172"/>
              <a:gd name="connsiteX177-15539" fmla="*/ 1613978 w 10768629"/>
              <a:gd name="connsiteY177-15540" fmla="*/ 1891581 h 1978172"/>
              <a:gd name="connsiteX178-15541" fmla="*/ 1436831 w 10768629"/>
              <a:gd name="connsiteY178-15542" fmla="*/ 1856201 h 1978172"/>
              <a:gd name="connsiteX179-15543" fmla="*/ 1357365 w 10768629"/>
              <a:gd name="connsiteY179-15544" fmla="*/ 1832140 h 1978172"/>
              <a:gd name="connsiteX180-15545" fmla="*/ 1232341 w 10768629"/>
              <a:gd name="connsiteY180-15546" fmla="*/ 1785942 h 1978172"/>
              <a:gd name="connsiteX181-15547" fmla="*/ 1162595 w 10768629"/>
              <a:gd name="connsiteY181-15548" fmla="*/ 1758337 h 1978172"/>
              <a:gd name="connsiteX182-15549" fmla="*/ 1120257 w 10768629"/>
              <a:gd name="connsiteY182-15550" fmla="*/ 1789615 h 1978172"/>
              <a:gd name="connsiteX183-15551" fmla="*/ 991903 w 10768629"/>
              <a:gd name="connsiteY183-15552" fmla="*/ 1786741 h 1978172"/>
              <a:gd name="connsiteX184-15553" fmla="*/ 883960 w 10768629"/>
              <a:gd name="connsiteY184-15554" fmla="*/ 1809389 h 1978172"/>
              <a:gd name="connsiteX185-15555" fmla="*/ 766531 w 10768629"/>
              <a:gd name="connsiteY185-15556" fmla="*/ 1805053 h 1978172"/>
              <a:gd name="connsiteX186-15557" fmla="*/ 669779 w 10768629"/>
              <a:gd name="connsiteY186-15558" fmla="*/ 1800537 h 1978172"/>
              <a:gd name="connsiteX187-15559" fmla="*/ 523898 w 10768629"/>
              <a:gd name="connsiteY187-15560" fmla="*/ 1811085 h 1978172"/>
              <a:gd name="connsiteX188-15561" fmla="*/ 360251 w 10768629"/>
              <a:gd name="connsiteY188-15562" fmla="*/ 1830735 h 1978172"/>
              <a:gd name="connsiteX189-15563" fmla="*/ 255207 w 10768629"/>
              <a:gd name="connsiteY189-15564" fmla="*/ 1818275 h 1978172"/>
              <a:gd name="connsiteX190-15565" fmla="*/ 101803 w 10768629"/>
              <a:gd name="connsiteY190-15566" fmla="*/ 1870647 h 1978172"/>
              <a:gd name="connsiteX191-15567" fmla="*/ 25397 w 10768629"/>
              <a:gd name="connsiteY191-15568" fmla="*/ 1888443 h 1978172"/>
              <a:gd name="connsiteX192-15569" fmla="*/ 2370 w 10768629"/>
              <a:gd name="connsiteY192-15570" fmla="*/ 1878311 h 1978172"/>
              <a:gd name="connsiteX193-15571" fmla="*/ 0 w 10768629"/>
              <a:gd name="connsiteY193-15572" fmla="*/ 1878785 h 1978172"/>
              <a:gd name="connsiteX194-15573" fmla="*/ 0 w 10768629"/>
              <a:gd name="connsiteY194-15574" fmla="*/ 0 h 1978172"/>
              <a:gd name="connsiteX0-15575" fmla="*/ 0 w 10768629"/>
              <a:gd name="connsiteY0-15576" fmla="*/ 0 h 1978172"/>
              <a:gd name="connsiteX1-15577" fmla="*/ 10768629 w 10768629"/>
              <a:gd name="connsiteY1-15578" fmla="*/ 0 h 1978172"/>
              <a:gd name="connsiteX2-15579" fmla="*/ 10733254 w 10768629"/>
              <a:gd name="connsiteY2-15580" fmla="*/ 31439 h 1978172"/>
              <a:gd name="connsiteX3-15581" fmla="*/ 10727085 w 10768629"/>
              <a:gd name="connsiteY3-15582" fmla="*/ 37910 h 1978172"/>
              <a:gd name="connsiteX4-15583" fmla="*/ 10675953 w 10768629"/>
              <a:gd name="connsiteY4-15584" fmla="*/ 68623 h 1978172"/>
              <a:gd name="connsiteX5-15585" fmla="*/ 10637091 w 10768629"/>
              <a:gd name="connsiteY5-15586" fmla="*/ 90361 h 1978172"/>
              <a:gd name="connsiteX6-15587" fmla="*/ 10610971 w 10768629"/>
              <a:gd name="connsiteY6-15588" fmla="*/ 110764 h 1978172"/>
              <a:gd name="connsiteX7-15589" fmla="*/ 10532872 w 10768629"/>
              <a:gd name="connsiteY7-15590" fmla="*/ 138028 h 1978172"/>
              <a:gd name="connsiteX8-15591" fmla="*/ 10398558 w 10768629"/>
              <a:gd name="connsiteY8-15592" fmla="*/ 172911 h 1978172"/>
              <a:gd name="connsiteX9-15593" fmla="*/ 10371128 w 10768629"/>
              <a:gd name="connsiteY9-15594" fmla="*/ 182609 h 1978172"/>
              <a:gd name="connsiteX10-15595" fmla="*/ 10352178 w 10768629"/>
              <a:gd name="connsiteY10-15596" fmla="*/ 199976 h 1978172"/>
              <a:gd name="connsiteX11-15597" fmla="*/ 10351815 w 10768629"/>
              <a:gd name="connsiteY11-15598" fmla="*/ 211879 h 1978172"/>
              <a:gd name="connsiteX12-15599" fmla="*/ 10337471 w 10768629"/>
              <a:gd name="connsiteY12-15600" fmla="*/ 218661 h 1978172"/>
              <a:gd name="connsiteX13-15601" fmla="*/ 10334625 w 10768629"/>
              <a:gd name="connsiteY13-15602" fmla="*/ 222351 h 1978172"/>
              <a:gd name="connsiteX14-15603" fmla="*/ 10256365 w 10768629"/>
              <a:gd name="connsiteY14-15604" fmla="*/ 235917 h 1978172"/>
              <a:gd name="connsiteX15-15605" fmla="*/ 10201127 w 10768629"/>
              <a:gd name="connsiteY15-15606" fmla="*/ 267448 h 1978172"/>
              <a:gd name="connsiteX16-15607" fmla="*/ 9961218 w 10768629"/>
              <a:gd name="connsiteY16-15608" fmla="*/ 326720 h 1978172"/>
              <a:gd name="connsiteX17-15609" fmla="*/ 9859715 w 10768629"/>
              <a:gd name="connsiteY17-15610" fmla="*/ 355698 h 1978172"/>
              <a:gd name="connsiteX18-15611" fmla="*/ 9679867 w 10768629"/>
              <a:gd name="connsiteY18-15612" fmla="*/ 399081 h 1978172"/>
              <a:gd name="connsiteX19-15613" fmla="*/ 9490654 w 10768629"/>
              <a:gd name="connsiteY19-15614" fmla="*/ 455225 h 1978172"/>
              <a:gd name="connsiteX20-15615" fmla="*/ 9470837 w 10768629"/>
              <a:gd name="connsiteY20-15616" fmla="*/ 452539 h 1978172"/>
              <a:gd name="connsiteX21-15617" fmla="*/ 9469082 w 10768629"/>
              <a:gd name="connsiteY21-15618" fmla="*/ 454891 h 1978172"/>
              <a:gd name="connsiteX22-15619" fmla="*/ 9448038 w 10768629"/>
              <a:gd name="connsiteY22-15620" fmla="*/ 459733 h 1978172"/>
              <a:gd name="connsiteX23-15621" fmla="*/ 9396821 w 10768629"/>
              <a:gd name="connsiteY23-15622" fmla="*/ 455795 h 1978172"/>
              <a:gd name="connsiteX24-15623" fmla="*/ 9392197 w 10768629"/>
              <a:gd name="connsiteY24-15624" fmla="*/ 459796 h 1978172"/>
              <a:gd name="connsiteX25-15625" fmla="*/ 9347994 w 10768629"/>
              <a:gd name="connsiteY25-15626" fmla="*/ 464462 h 1978172"/>
              <a:gd name="connsiteX26-15627" fmla="*/ 9347889 w 10768629"/>
              <a:gd name="connsiteY26-15628" fmla="*/ 466539 h 1978172"/>
              <a:gd name="connsiteX27-15629" fmla="*/ 9337639 w 10768629"/>
              <a:gd name="connsiteY27-15630" fmla="*/ 476654 h 1978172"/>
              <a:gd name="connsiteX28-15631" fmla="*/ 9287964 w 10768629"/>
              <a:gd name="connsiteY28-15632" fmla="*/ 513052 h 1978172"/>
              <a:gd name="connsiteX29-15633" fmla="*/ 9229283 w 10768629"/>
              <a:gd name="connsiteY29-15634" fmla="*/ 555377 h 1978172"/>
              <a:gd name="connsiteX30-15635" fmla="*/ 9220274 w 10768629"/>
              <a:gd name="connsiteY30-15636" fmla="*/ 557502 h 1978172"/>
              <a:gd name="connsiteX31-15637" fmla="*/ 9220202 w 10768629"/>
              <a:gd name="connsiteY31-15638" fmla="*/ 558001 h 1978172"/>
              <a:gd name="connsiteX32-15639" fmla="*/ 9210908 w 10768629"/>
              <a:gd name="connsiteY32-15640" fmla="*/ 561147 h 1978172"/>
              <a:gd name="connsiteX33-15641" fmla="*/ 9186374 w 10768629"/>
              <a:gd name="connsiteY33-15642" fmla="*/ 565502 h 1978172"/>
              <a:gd name="connsiteX34-15643" fmla="*/ 9181058 w 10768629"/>
              <a:gd name="connsiteY34-15644" fmla="*/ 569943 h 1978172"/>
              <a:gd name="connsiteX35-15645" fmla="*/ 9167549 w 10768629"/>
              <a:gd name="connsiteY35-15646" fmla="*/ 584727 h 1978172"/>
              <a:gd name="connsiteX36-15647" fmla="*/ 9149110 w 10768629"/>
              <a:gd name="connsiteY36-15648" fmla="*/ 598906 h 1978172"/>
              <a:gd name="connsiteX37-15649" fmla="*/ 9078556 w 10768629"/>
              <a:gd name="connsiteY37-15650" fmla="*/ 644039 h 1978172"/>
              <a:gd name="connsiteX38-15651" fmla="*/ 8996399 w 10768629"/>
              <a:gd name="connsiteY38-15652" fmla="*/ 690055 h 1978172"/>
              <a:gd name="connsiteX39-15653" fmla="*/ 8803791 w 10768629"/>
              <a:gd name="connsiteY39-15654" fmla="*/ 813860 h 1978172"/>
              <a:gd name="connsiteX40-15655" fmla="*/ 8636202 w 10768629"/>
              <a:gd name="connsiteY40-15656" fmla="*/ 848463 h 1978172"/>
              <a:gd name="connsiteX41-15657" fmla="*/ 8555372 w 10768629"/>
              <a:gd name="connsiteY41-15658" fmla="*/ 883171 h 1978172"/>
              <a:gd name="connsiteX42-15659" fmla="*/ 8507229 w 10768629"/>
              <a:gd name="connsiteY42-15660" fmla="*/ 901665 h 1978172"/>
              <a:gd name="connsiteX43-15661" fmla="*/ 8428473 w 10768629"/>
              <a:gd name="connsiteY43-15662" fmla="*/ 927985 h 1978172"/>
              <a:gd name="connsiteX44-15663" fmla="*/ 8427914 w 10768629"/>
              <a:gd name="connsiteY44-15664" fmla="*/ 933480 h 1978172"/>
              <a:gd name="connsiteX45-15665" fmla="*/ 8420327 w 10768629"/>
              <a:gd name="connsiteY45-15666" fmla="*/ 941984 h 1978172"/>
              <a:gd name="connsiteX46-15667" fmla="*/ 8394729 w 10768629"/>
              <a:gd name="connsiteY46-15668" fmla="*/ 948347 h 1978172"/>
              <a:gd name="connsiteX47-15669" fmla="*/ 8380548 w 10768629"/>
              <a:gd name="connsiteY47-15670" fmla="*/ 987916 h 1978172"/>
              <a:gd name="connsiteX48-15671" fmla="*/ 8375330 w 10768629"/>
              <a:gd name="connsiteY48-15672" fmla="*/ 965444 h 1978172"/>
              <a:gd name="connsiteX49-15673" fmla="*/ 8340796 w 10768629"/>
              <a:gd name="connsiteY49-15674" fmla="*/ 980522 h 1978172"/>
              <a:gd name="connsiteX50-15675" fmla="*/ 8304438 w 10768629"/>
              <a:gd name="connsiteY50-15676" fmla="*/ 996739 h 1978172"/>
              <a:gd name="connsiteX51-15677" fmla="*/ 8280929 w 10768629"/>
              <a:gd name="connsiteY51-15678" fmla="*/ 1023089 h 1978172"/>
              <a:gd name="connsiteX52-15679" fmla="*/ 8275760 w 10768629"/>
              <a:gd name="connsiteY52-15680" fmla="*/ 1027772 h 1978172"/>
              <a:gd name="connsiteX53-15681" fmla="*/ 8275478 w 10768629"/>
              <a:gd name="connsiteY53-15682" fmla="*/ 1027605 h 1978172"/>
              <a:gd name="connsiteX54-15683" fmla="*/ 8249003 w 10768629"/>
              <a:gd name="connsiteY54-15684" fmla="*/ 1032033 h 1978172"/>
              <a:gd name="connsiteX55-15685" fmla="*/ 8203836 w 10768629"/>
              <a:gd name="connsiteY55-15686" fmla="*/ 1037347 h 1978172"/>
              <a:gd name="connsiteX56-15687" fmla="*/ 8122936 w 10768629"/>
              <a:gd name="connsiteY56-15688" fmla="*/ 1063113 h 1978172"/>
              <a:gd name="connsiteX57-15689" fmla="*/ 8043658 w 10768629"/>
              <a:gd name="connsiteY57-15690" fmla="*/ 1092746 h 1978172"/>
              <a:gd name="connsiteX58-15691" fmla="*/ 8015351 w 10768629"/>
              <a:gd name="connsiteY58-15692" fmla="*/ 1105478 h 1978172"/>
              <a:gd name="connsiteX59-15693" fmla="*/ 7963145 w 10768629"/>
              <a:gd name="connsiteY59-15694" fmla="*/ 1119346 h 1978172"/>
              <a:gd name="connsiteX60-15695" fmla="*/ 7938145 w 10768629"/>
              <a:gd name="connsiteY60-15696" fmla="*/ 1120225 h 1978172"/>
              <a:gd name="connsiteX61-15697" fmla="*/ 7937238 w 10768629"/>
              <a:gd name="connsiteY61-15698" fmla="*/ 1121204 h 1978172"/>
              <a:gd name="connsiteX62-15699" fmla="*/ 7934398 w 10768629"/>
              <a:gd name="connsiteY62-15700" fmla="*/ 1118240 h 1978172"/>
              <a:gd name="connsiteX63-15701" fmla="*/ 7918248 w 10768629"/>
              <a:gd name="connsiteY63-15702" fmla="*/ 1124371 h 1978172"/>
              <a:gd name="connsiteX64-15703" fmla="*/ 7914119 w 10768629"/>
              <a:gd name="connsiteY64-15704" fmla="*/ 1127653 h 1978172"/>
              <a:gd name="connsiteX65-15705" fmla="*/ 7907658 w 10768629"/>
              <a:gd name="connsiteY65-15706" fmla="*/ 1130350 h 1978172"/>
              <a:gd name="connsiteX66-15707" fmla="*/ 7907434 w 10768629"/>
              <a:gd name="connsiteY66-15708" fmla="*/ 1130103 h 1978172"/>
              <a:gd name="connsiteX67-15709" fmla="*/ 7901508 w 10768629"/>
              <a:gd name="connsiteY67-15710" fmla="*/ 1133245 h 1978172"/>
              <a:gd name="connsiteX68-15711" fmla="*/ 7873287 w 10768629"/>
              <a:gd name="connsiteY68-15712" fmla="*/ 1152609 h 1978172"/>
              <a:gd name="connsiteX69-15713" fmla="*/ 7834833 w 10768629"/>
              <a:gd name="connsiteY69-15714" fmla="*/ 1153868 h 1978172"/>
              <a:gd name="connsiteX70-15715" fmla="*/ 7828661 w 10768629"/>
              <a:gd name="connsiteY70-15716" fmla="*/ 1139994 h 1978172"/>
              <a:gd name="connsiteX71-15717" fmla="*/ 7823966 w 10768629"/>
              <a:gd name="connsiteY71-15718" fmla="*/ 1143178 h 1978172"/>
              <a:gd name="connsiteX72-15719" fmla="*/ 7815078 w 10768629"/>
              <a:gd name="connsiteY72-15720" fmla="*/ 1151776 h 1978172"/>
              <a:gd name="connsiteX73-15721" fmla="*/ 7812026 w 10768629"/>
              <a:gd name="connsiteY73-15722" fmla="*/ 1151522 h 1978172"/>
              <a:gd name="connsiteX74-15723" fmla="*/ 7782249 w 10768629"/>
              <a:gd name="connsiteY74-15724" fmla="*/ 1160970 h 1978172"/>
              <a:gd name="connsiteX75-15725" fmla="*/ 7773476 w 10768629"/>
              <a:gd name="connsiteY75-15726" fmla="*/ 1157414 h 1978172"/>
              <a:gd name="connsiteX76-15727" fmla="*/ 7769600 w 10768629"/>
              <a:gd name="connsiteY76-15728" fmla="*/ 1157365 h 1978172"/>
              <a:gd name="connsiteX77-15729" fmla="*/ 7752631 w 10768629"/>
              <a:gd name="connsiteY77-15730" fmla="*/ 1172815 h 1978172"/>
              <a:gd name="connsiteX78-15731" fmla="*/ 7739392 w 10768629"/>
              <a:gd name="connsiteY78-15732" fmla="*/ 1192062 h 1978172"/>
              <a:gd name="connsiteX79-15733" fmla="*/ 7677677 w 10768629"/>
              <a:gd name="connsiteY79-15734" fmla="*/ 1216394 h 1978172"/>
              <a:gd name="connsiteX80-15735" fmla="*/ 7586920 w 10768629"/>
              <a:gd name="connsiteY80-15736" fmla="*/ 1261888 h 1978172"/>
              <a:gd name="connsiteX81-15737" fmla="*/ 7486100 w 10768629"/>
              <a:gd name="connsiteY81-15738" fmla="*/ 1292563 h 1978172"/>
              <a:gd name="connsiteX82-15739" fmla="*/ 7411323 w 10768629"/>
              <a:gd name="connsiteY82-15740" fmla="*/ 1340732 h 1978172"/>
              <a:gd name="connsiteX83-15741" fmla="*/ 7240698 w 10768629"/>
              <a:gd name="connsiteY83-15742" fmla="*/ 1438832 h 1978172"/>
              <a:gd name="connsiteX84-15743" fmla="*/ 7197675 w 10768629"/>
              <a:gd name="connsiteY84-15744" fmla="*/ 1447530 h 1978172"/>
              <a:gd name="connsiteX85-15745" fmla="*/ 7164788 w 10768629"/>
              <a:gd name="connsiteY85-15746" fmla="*/ 1480293 h 1978172"/>
              <a:gd name="connsiteX86-15747" fmla="*/ 7147929 w 10768629"/>
              <a:gd name="connsiteY86-15748" fmla="*/ 1477641 h 1978172"/>
              <a:gd name="connsiteX87-15749" fmla="*/ 7144965 w 10768629"/>
              <a:gd name="connsiteY87-15750" fmla="*/ 1476908 h 1978172"/>
              <a:gd name="connsiteX88-15751" fmla="*/ 7134299 w 10768629"/>
              <a:gd name="connsiteY88-15752" fmla="*/ 1479969 h 1978172"/>
              <a:gd name="connsiteX89-15753" fmla="*/ 7129809 w 10768629"/>
              <a:gd name="connsiteY89-15754" fmla="*/ 1473339 h 1978172"/>
              <a:gd name="connsiteX90-15755" fmla="*/ 7112688 w 10768629"/>
              <a:gd name="connsiteY90-15756" fmla="*/ 1472575 h 1978172"/>
              <a:gd name="connsiteX91-15757" fmla="*/ 7093470 w 10768629"/>
              <a:gd name="connsiteY91-15758" fmla="*/ 1480300 h 1978172"/>
              <a:gd name="connsiteX92-15759" fmla="*/ 7025034 w 10768629"/>
              <a:gd name="connsiteY92-15760" fmla="*/ 1506934 h 1978172"/>
              <a:gd name="connsiteX93-15761" fmla="*/ 7014783 w 10768629"/>
              <a:gd name="connsiteY93-15762" fmla="*/ 1515868 h 1978172"/>
              <a:gd name="connsiteX94-15763" fmla="*/ 6979706 w 10768629"/>
              <a:gd name="connsiteY94-15764" fmla="*/ 1523511 h 1978172"/>
              <a:gd name="connsiteX95-15765" fmla="*/ 6977890 w 10768629"/>
              <a:gd name="connsiteY95-15766" fmla="*/ 1525793 h 1978172"/>
              <a:gd name="connsiteX96-15767" fmla="*/ 6944339 w 10768629"/>
              <a:gd name="connsiteY96-15768" fmla="*/ 1536237 h 1978172"/>
              <a:gd name="connsiteX97-15769" fmla="*/ 6886996 w 10768629"/>
              <a:gd name="connsiteY97-15770" fmla="*/ 1563569 h 1978172"/>
              <a:gd name="connsiteX98-15771" fmla="*/ 6874510 w 10768629"/>
              <a:gd name="connsiteY98-15772" fmla="*/ 1558469 h 1978172"/>
              <a:gd name="connsiteX99-15773" fmla="*/ 6871943 w 10768629"/>
              <a:gd name="connsiteY99-15774" fmla="*/ 1554651 h 1978172"/>
              <a:gd name="connsiteX100-15775" fmla="*/ 6856174 w 10768629"/>
              <a:gd name="connsiteY100-15776" fmla="*/ 1562024 h 1978172"/>
              <a:gd name="connsiteX101-15777" fmla="*/ 6842321 w 10768629"/>
              <a:gd name="connsiteY101-15778" fmla="*/ 1560554 h 1978172"/>
              <a:gd name="connsiteX102-15779" fmla="*/ 6832713 w 10768629"/>
              <a:gd name="connsiteY102-15780" fmla="*/ 1569357 h 1978172"/>
              <a:gd name="connsiteX103-15781" fmla="*/ 6816351 w 10768629"/>
              <a:gd name="connsiteY103-15782" fmla="*/ 1571495 h 1978172"/>
              <a:gd name="connsiteX104-15783" fmla="*/ 6795800 w 10768629"/>
              <a:gd name="connsiteY104-15784" fmla="*/ 1572010 h 1978172"/>
              <a:gd name="connsiteX105-15785" fmla="*/ 6777546 w 10768629"/>
              <a:gd name="connsiteY105-15786" fmla="*/ 1568661 h 1978172"/>
              <a:gd name="connsiteX106-15787" fmla="*/ 6751528 w 10768629"/>
              <a:gd name="connsiteY106-15788" fmla="*/ 1574143 h 1978172"/>
              <a:gd name="connsiteX107-15789" fmla="*/ 6691966 w 10768629"/>
              <a:gd name="connsiteY107-15790" fmla="*/ 1582255 h 1978172"/>
              <a:gd name="connsiteX108-15791" fmla="*/ 6646941 w 10768629"/>
              <a:gd name="connsiteY108-15792" fmla="*/ 1588471 h 1978172"/>
              <a:gd name="connsiteX109-15793" fmla="*/ 6568576 w 10768629"/>
              <a:gd name="connsiteY109-15794" fmla="*/ 1606488 h 1978172"/>
              <a:gd name="connsiteX110-15795" fmla="*/ 6554358 w 10768629"/>
              <a:gd name="connsiteY110-15796" fmla="*/ 1621701 h 1978172"/>
              <a:gd name="connsiteX111-15797" fmla="*/ 6516968 w 10768629"/>
              <a:gd name="connsiteY111-15798" fmla="*/ 1617195 h 1978172"/>
              <a:gd name="connsiteX112-15799" fmla="*/ 6506479 w 10768629"/>
              <a:gd name="connsiteY112-15800" fmla="*/ 1602227 h 1978172"/>
              <a:gd name="connsiteX113-15801" fmla="*/ 6458436 w 10768629"/>
              <a:gd name="connsiteY113-15802" fmla="*/ 1607332 h 1978172"/>
              <a:gd name="connsiteX114-15803" fmla="*/ 6414786 w 10768629"/>
              <a:gd name="connsiteY114-15804" fmla="*/ 1628815 h 1978172"/>
              <a:gd name="connsiteX115-15805" fmla="*/ 6357085 w 10768629"/>
              <a:gd name="connsiteY115-15806" fmla="*/ 1640846 h 1978172"/>
              <a:gd name="connsiteX116-15807" fmla="*/ 6322636 w 10768629"/>
              <a:gd name="connsiteY116-15808" fmla="*/ 1648213 h 1978172"/>
              <a:gd name="connsiteX117-15809" fmla="*/ 6226172 w 10768629"/>
              <a:gd name="connsiteY117-15810" fmla="*/ 1654676 h 1978172"/>
              <a:gd name="connsiteX118-15811" fmla="*/ 6221217 w 10768629"/>
              <a:gd name="connsiteY118-15812" fmla="*/ 1654506 h 1978172"/>
              <a:gd name="connsiteX119-15813" fmla="*/ 6204956 w 10768629"/>
              <a:gd name="connsiteY119-15814" fmla="*/ 1664280 h 1978172"/>
              <a:gd name="connsiteX120-15815" fmla="*/ 6204270 w 10768629"/>
              <a:gd name="connsiteY120-15816" fmla="*/ 1666782 h 1978172"/>
              <a:gd name="connsiteX121-15817" fmla="*/ 6143810 w 10768629"/>
              <a:gd name="connsiteY121-15818" fmla="*/ 1661963 h 1978172"/>
              <a:gd name="connsiteX122-15819" fmla="*/ 6136560 w 10768629"/>
              <a:gd name="connsiteY122-15820" fmla="*/ 1665728 h 1978172"/>
              <a:gd name="connsiteX123-15821" fmla="*/ 6096155 w 10768629"/>
              <a:gd name="connsiteY123-15822" fmla="*/ 1656951 h 1978172"/>
              <a:gd name="connsiteX124-15823" fmla="*/ 6075812 w 10768629"/>
              <a:gd name="connsiteY124-15824" fmla="*/ 1655422 h 1978172"/>
              <a:gd name="connsiteX125-15825" fmla="*/ 6039495 w 10768629"/>
              <a:gd name="connsiteY125-15826" fmla="*/ 1649680 h 1978172"/>
              <a:gd name="connsiteX126-15827" fmla="*/ 6036523 w 10768629"/>
              <a:gd name="connsiteY126-15828" fmla="*/ 1652121 h 1978172"/>
              <a:gd name="connsiteX127-15829" fmla="*/ 6029328 w 10768629"/>
              <a:gd name="connsiteY127-15830" fmla="*/ 1649904 h 1978172"/>
              <a:gd name="connsiteX128-15831" fmla="*/ 6024075 w 10768629"/>
              <a:gd name="connsiteY128-15832" fmla="*/ 1652779 h 1978172"/>
              <a:gd name="connsiteX129-15833" fmla="*/ 6018085 w 10768629"/>
              <a:gd name="connsiteY129-15834" fmla="*/ 1652030 h 1978172"/>
              <a:gd name="connsiteX130-15835" fmla="*/ 5955513 w 10768629"/>
              <a:gd name="connsiteY130-15836" fmla="*/ 1663584 h 1978172"/>
              <a:gd name="connsiteX131-15837" fmla="*/ 5941996 w 10768629"/>
              <a:gd name="connsiteY131-15838" fmla="*/ 1661326 h 1978172"/>
              <a:gd name="connsiteX132-15839" fmla="*/ 5931789 w 10768629"/>
              <a:gd name="connsiteY132-15840" fmla="*/ 1669915 h 1978172"/>
              <a:gd name="connsiteX133-15841" fmla="*/ 5888686 w 10768629"/>
              <a:gd name="connsiteY133-15842" fmla="*/ 1672175 h 1978172"/>
              <a:gd name="connsiteX134-15843" fmla="*/ 5873794 w 10768629"/>
              <a:gd name="connsiteY134-15844" fmla="*/ 1665454 h 1978172"/>
              <a:gd name="connsiteX135-15845" fmla="*/ 5860022 w 10768629"/>
              <a:gd name="connsiteY135-15846" fmla="*/ 1660635 h 1978172"/>
              <a:gd name="connsiteX136-15847" fmla="*/ 5858237 w 10768629"/>
              <a:gd name="connsiteY136-15848" fmla="*/ 1660649 h 1978172"/>
              <a:gd name="connsiteX137-15849" fmla="*/ 5840319 w 10768629"/>
              <a:gd name="connsiteY137-15850" fmla="*/ 1660798 h 1978172"/>
              <a:gd name="connsiteX138-15851" fmla="*/ 5806984 w 10768629"/>
              <a:gd name="connsiteY138-15852" fmla="*/ 1661075 h 1978172"/>
              <a:gd name="connsiteX139-15853" fmla="*/ 5742351 w 10768629"/>
              <a:gd name="connsiteY139-15854" fmla="*/ 1667489 h 1978172"/>
              <a:gd name="connsiteX140-15855" fmla="*/ 5521171 w 10768629"/>
              <a:gd name="connsiteY140-15856" fmla="*/ 1671626 h 1978172"/>
              <a:gd name="connsiteX141-15857" fmla="*/ 5457384 w 10768629"/>
              <a:gd name="connsiteY141-15858" fmla="*/ 1683952 h 1978172"/>
              <a:gd name="connsiteX142-15859" fmla="*/ 4950070 w 10768629"/>
              <a:gd name="connsiteY142-15860" fmla="*/ 1748401 h 1978172"/>
              <a:gd name="connsiteX143-15861" fmla="*/ 4872172 w 10768629"/>
              <a:gd name="connsiteY143-15862" fmla="*/ 1757222 h 1978172"/>
              <a:gd name="connsiteX144-15863" fmla="*/ 4809524 w 10768629"/>
              <a:gd name="connsiteY144-15864" fmla="*/ 1761033 h 1978172"/>
              <a:gd name="connsiteX145-15865" fmla="*/ 4759058 w 10768629"/>
              <a:gd name="connsiteY145-15866" fmla="*/ 1766533 h 1978172"/>
              <a:gd name="connsiteX146-15867" fmla="*/ 4719749 w 10768629"/>
              <a:gd name="connsiteY146-15868" fmla="*/ 1771811 h 1978172"/>
              <a:gd name="connsiteX147-15869" fmla="*/ 4568686 w 10768629"/>
              <a:gd name="connsiteY147-15870" fmla="*/ 1786141 h 1978172"/>
              <a:gd name="connsiteX148-15871" fmla="*/ 4418751 w 10768629"/>
              <a:gd name="connsiteY148-15872" fmla="*/ 1796932 h 1978172"/>
              <a:gd name="connsiteX149-15873" fmla="*/ 4378377 w 10768629"/>
              <a:gd name="connsiteY149-15874" fmla="*/ 1815528 h 1978172"/>
              <a:gd name="connsiteX150-15875" fmla="*/ 4320575 w 10768629"/>
              <a:gd name="connsiteY150-15876" fmla="*/ 1832722 h 1978172"/>
              <a:gd name="connsiteX151-15877" fmla="*/ 4211935 w 10768629"/>
              <a:gd name="connsiteY151-15878" fmla="*/ 1860177 h 1978172"/>
              <a:gd name="connsiteX152-15879" fmla="*/ 4101228 w 10768629"/>
              <a:gd name="connsiteY152-15880" fmla="*/ 1868717 h 1978172"/>
              <a:gd name="connsiteX153-15881" fmla="*/ 3973223 w 10768629"/>
              <a:gd name="connsiteY153-15882" fmla="*/ 1881015 h 1978172"/>
              <a:gd name="connsiteX154-15883" fmla="*/ 3900992 w 10768629"/>
              <a:gd name="connsiteY154-15884" fmla="*/ 1880603 h 1978172"/>
              <a:gd name="connsiteX155-15885" fmla="*/ 3662119 w 10768629"/>
              <a:gd name="connsiteY155-15886" fmla="*/ 1889285 h 1978172"/>
              <a:gd name="connsiteX156-15887" fmla="*/ 3496919 w 10768629"/>
              <a:gd name="connsiteY156-15888" fmla="*/ 1873180 h 1978172"/>
              <a:gd name="connsiteX157-15889" fmla="*/ 3449433 w 10768629"/>
              <a:gd name="connsiteY157-15890" fmla="*/ 1889681 h 1978172"/>
              <a:gd name="connsiteX158-15891" fmla="*/ 3369766 w 10768629"/>
              <a:gd name="connsiteY158-15892" fmla="*/ 1916653 h 1978172"/>
              <a:gd name="connsiteX159-15893" fmla="*/ 3269672 w 10768629"/>
              <a:gd name="connsiteY159-15894" fmla="*/ 1938036 h 1978172"/>
              <a:gd name="connsiteX160-15895" fmla="*/ 3224897 w 10768629"/>
              <a:gd name="connsiteY160-15896" fmla="*/ 1943733 h 1978172"/>
              <a:gd name="connsiteX161-15897" fmla="*/ 3161463 w 10768629"/>
              <a:gd name="connsiteY161-15898" fmla="*/ 1946591 h 1978172"/>
              <a:gd name="connsiteX162-15899" fmla="*/ 3112044 w 10768629"/>
              <a:gd name="connsiteY162-15900" fmla="*/ 1935614 h 1978172"/>
              <a:gd name="connsiteX163-15901" fmla="*/ 3069716 w 10768629"/>
              <a:gd name="connsiteY163-15902" fmla="*/ 1930463 h 1978172"/>
              <a:gd name="connsiteX164-15903" fmla="*/ 3005773 w 10768629"/>
              <a:gd name="connsiteY164-15904" fmla="*/ 1915878 h 1978172"/>
              <a:gd name="connsiteX165-15905" fmla="*/ 2897201 w 10768629"/>
              <a:gd name="connsiteY165-15906" fmla="*/ 1926772 h 1978172"/>
              <a:gd name="connsiteX166-15907" fmla="*/ 2783891 w 10768629"/>
              <a:gd name="connsiteY166-15908" fmla="*/ 1931749 h 1978172"/>
              <a:gd name="connsiteX167-15909" fmla="*/ 2712447 w 10768629"/>
              <a:gd name="connsiteY167-15910" fmla="*/ 1933044 h 1978172"/>
              <a:gd name="connsiteX168-15911" fmla="*/ 2560151 w 10768629"/>
              <a:gd name="connsiteY168-15912" fmla="*/ 1963609 h 1978172"/>
              <a:gd name="connsiteX169-15913" fmla="*/ 2367221 w 10768629"/>
              <a:gd name="connsiteY169-15914" fmla="*/ 1971884 h 1978172"/>
              <a:gd name="connsiteX170-15915" fmla="*/ 2272130 w 10768629"/>
              <a:gd name="connsiteY170-15916" fmla="*/ 1961162 h 1978172"/>
              <a:gd name="connsiteX171-15917" fmla="*/ 2189404 w 10768629"/>
              <a:gd name="connsiteY171-15918" fmla="*/ 1978172 h 1978172"/>
              <a:gd name="connsiteX172-15919" fmla="*/ 2077704 w 10768629"/>
              <a:gd name="connsiteY172-15920" fmla="*/ 1965002 h 1978172"/>
              <a:gd name="connsiteX173-15921" fmla="*/ 2033299 w 10768629"/>
              <a:gd name="connsiteY173-15922" fmla="*/ 1969042 h 1978172"/>
              <a:gd name="connsiteX174-15923" fmla="*/ 1967996 w 10768629"/>
              <a:gd name="connsiteY174-15924" fmla="*/ 1953187 h 1978172"/>
              <a:gd name="connsiteX175-15925" fmla="*/ 1855805 w 10768629"/>
              <a:gd name="connsiteY175-15926" fmla="*/ 1926082 h 1978172"/>
              <a:gd name="connsiteX176-15927" fmla="*/ 1790957 w 10768629"/>
              <a:gd name="connsiteY176-15928" fmla="*/ 1919460 h 1978172"/>
              <a:gd name="connsiteX177-15929" fmla="*/ 1613978 w 10768629"/>
              <a:gd name="connsiteY177-15930" fmla="*/ 1891581 h 1978172"/>
              <a:gd name="connsiteX178-15931" fmla="*/ 1436831 w 10768629"/>
              <a:gd name="connsiteY178-15932" fmla="*/ 1856201 h 1978172"/>
              <a:gd name="connsiteX179-15933" fmla="*/ 1357365 w 10768629"/>
              <a:gd name="connsiteY179-15934" fmla="*/ 1832140 h 1978172"/>
              <a:gd name="connsiteX180-15935" fmla="*/ 1232341 w 10768629"/>
              <a:gd name="connsiteY180-15936" fmla="*/ 1785942 h 1978172"/>
              <a:gd name="connsiteX181-15937" fmla="*/ 1162595 w 10768629"/>
              <a:gd name="connsiteY181-15938" fmla="*/ 1784330 h 1978172"/>
              <a:gd name="connsiteX182-15939" fmla="*/ 1120257 w 10768629"/>
              <a:gd name="connsiteY182-15940" fmla="*/ 1789615 h 1978172"/>
              <a:gd name="connsiteX183-15941" fmla="*/ 991903 w 10768629"/>
              <a:gd name="connsiteY183-15942" fmla="*/ 1786741 h 1978172"/>
              <a:gd name="connsiteX184-15943" fmla="*/ 883960 w 10768629"/>
              <a:gd name="connsiteY184-15944" fmla="*/ 1809389 h 1978172"/>
              <a:gd name="connsiteX185-15945" fmla="*/ 766531 w 10768629"/>
              <a:gd name="connsiteY185-15946" fmla="*/ 1805053 h 1978172"/>
              <a:gd name="connsiteX186-15947" fmla="*/ 669779 w 10768629"/>
              <a:gd name="connsiteY186-15948" fmla="*/ 1800537 h 1978172"/>
              <a:gd name="connsiteX187-15949" fmla="*/ 523898 w 10768629"/>
              <a:gd name="connsiteY187-15950" fmla="*/ 1811085 h 1978172"/>
              <a:gd name="connsiteX188-15951" fmla="*/ 360251 w 10768629"/>
              <a:gd name="connsiteY188-15952" fmla="*/ 1830735 h 1978172"/>
              <a:gd name="connsiteX189-15953" fmla="*/ 255207 w 10768629"/>
              <a:gd name="connsiteY189-15954" fmla="*/ 1818275 h 1978172"/>
              <a:gd name="connsiteX190-15955" fmla="*/ 101803 w 10768629"/>
              <a:gd name="connsiteY190-15956" fmla="*/ 1870647 h 1978172"/>
              <a:gd name="connsiteX191-15957" fmla="*/ 25397 w 10768629"/>
              <a:gd name="connsiteY191-15958" fmla="*/ 1888443 h 1978172"/>
              <a:gd name="connsiteX192-15959" fmla="*/ 2370 w 10768629"/>
              <a:gd name="connsiteY192-15960" fmla="*/ 1878311 h 1978172"/>
              <a:gd name="connsiteX193-15961" fmla="*/ 0 w 10768629"/>
              <a:gd name="connsiteY193-15962" fmla="*/ 1878785 h 1978172"/>
              <a:gd name="connsiteX194-15963" fmla="*/ 0 w 10768629"/>
              <a:gd name="connsiteY194-15964" fmla="*/ 0 h 19781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  <a:cxn ang="0">
                <a:pos x="connsiteX60-121" y="connsiteY60-122"/>
              </a:cxn>
              <a:cxn ang="0">
                <a:pos x="connsiteX61-123" y="connsiteY61-124"/>
              </a:cxn>
              <a:cxn ang="0">
                <a:pos x="connsiteX62-125" y="connsiteY62-126"/>
              </a:cxn>
              <a:cxn ang="0">
                <a:pos x="connsiteX63-127" y="connsiteY63-128"/>
              </a:cxn>
              <a:cxn ang="0">
                <a:pos x="connsiteX64-129" y="connsiteY64-130"/>
              </a:cxn>
              <a:cxn ang="0">
                <a:pos x="connsiteX65-131" y="connsiteY65-132"/>
              </a:cxn>
              <a:cxn ang="0">
                <a:pos x="connsiteX66-133" y="connsiteY66-134"/>
              </a:cxn>
              <a:cxn ang="0">
                <a:pos x="connsiteX67-135" y="connsiteY67-136"/>
              </a:cxn>
              <a:cxn ang="0">
                <a:pos x="connsiteX68-137" y="connsiteY68-138"/>
              </a:cxn>
              <a:cxn ang="0">
                <a:pos x="connsiteX69-139" y="connsiteY69-140"/>
              </a:cxn>
              <a:cxn ang="0">
                <a:pos x="connsiteX70-141" y="connsiteY70-142"/>
              </a:cxn>
              <a:cxn ang="0">
                <a:pos x="connsiteX71-143" y="connsiteY71-144"/>
              </a:cxn>
              <a:cxn ang="0">
                <a:pos x="connsiteX72-145" y="connsiteY72-146"/>
              </a:cxn>
              <a:cxn ang="0">
                <a:pos x="connsiteX73-147" y="connsiteY73-148"/>
              </a:cxn>
              <a:cxn ang="0">
                <a:pos x="connsiteX74-149" y="connsiteY74-150"/>
              </a:cxn>
              <a:cxn ang="0">
                <a:pos x="connsiteX75-151" y="connsiteY75-152"/>
              </a:cxn>
              <a:cxn ang="0">
                <a:pos x="connsiteX76-153" y="connsiteY76-154"/>
              </a:cxn>
              <a:cxn ang="0">
                <a:pos x="connsiteX77-155" y="connsiteY77-156"/>
              </a:cxn>
              <a:cxn ang="0">
                <a:pos x="connsiteX78-157" y="connsiteY78-158"/>
              </a:cxn>
              <a:cxn ang="0">
                <a:pos x="connsiteX79-159" y="connsiteY79-160"/>
              </a:cxn>
              <a:cxn ang="0">
                <a:pos x="connsiteX80-161" y="connsiteY80-162"/>
              </a:cxn>
              <a:cxn ang="0">
                <a:pos x="connsiteX81-163" y="connsiteY81-164"/>
              </a:cxn>
              <a:cxn ang="0">
                <a:pos x="connsiteX82-165" y="connsiteY82-166"/>
              </a:cxn>
              <a:cxn ang="0">
                <a:pos x="connsiteX83-167" y="connsiteY83-168"/>
              </a:cxn>
              <a:cxn ang="0">
                <a:pos x="connsiteX84-169" y="connsiteY84-170"/>
              </a:cxn>
              <a:cxn ang="0">
                <a:pos x="connsiteX85-171" y="connsiteY85-172"/>
              </a:cxn>
              <a:cxn ang="0">
                <a:pos x="connsiteX86-173" y="connsiteY86-174"/>
              </a:cxn>
              <a:cxn ang="0">
                <a:pos x="connsiteX87-175" y="connsiteY87-176"/>
              </a:cxn>
              <a:cxn ang="0">
                <a:pos x="connsiteX88-177" y="connsiteY88-178"/>
              </a:cxn>
              <a:cxn ang="0">
                <a:pos x="connsiteX89-179" y="connsiteY89-180"/>
              </a:cxn>
              <a:cxn ang="0">
                <a:pos x="connsiteX90-181" y="connsiteY90-182"/>
              </a:cxn>
              <a:cxn ang="0">
                <a:pos x="connsiteX91-183" y="connsiteY91-184"/>
              </a:cxn>
              <a:cxn ang="0">
                <a:pos x="connsiteX92-185" y="connsiteY92-186"/>
              </a:cxn>
              <a:cxn ang="0">
                <a:pos x="connsiteX93-187" y="connsiteY93-188"/>
              </a:cxn>
              <a:cxn ang="0">
                <a:pos x="connsiteX94-189" y="connsiteY94-190"/>
              </a:cxn>
              <a:cxn ang="0">
                <a:pos x="connsiteX95-191" y="connsiteY95-192"/>
              </a:cxn>
              <a:cxn ang="0">
                <a:pos x="connsiteX96-193" y="connsiteY96-194"/>
              </a:cxn>
              <a:cxn ang="0">
                <a:pos x="connsiteX97-195" y="connsiteY97-196"/>
              </a:cxn>
              <a:cxn ang="0">
                <a:pos x="connsiteX98-197" y="connsiteY98-198"/>
              </a:cxn>
              <a:cxn ang="0">
                <a:pos x="connsiteX99-199" y="connsiteY99-200"/>
              </a:cxn>
              <a:cxn ang="0">
                <a:pos x="connsiteX100-201" y="connsiteY100-202"/>
              </a:cxn>
              <a:cxn ang="0">
                <a:pos x="connsiteX101-203" y="connsiteY101-204"/>
              </a:cxn>
              <a:cxn ang="0">
                <a:pos x="connsiteX102-205" y="connsiteY102-206"/>
              </a:cxn>
              <a:cxn ang="0">
                <a:pos x="connsiteX103-207" y="connsiteY103-208"/>
              </a:cxn>
              <a:cxn ang="0">
                <a:pos x="connsiteX104-209" y="connsiteY104-210"/>
              </a:cxn>
              <a:cxn ang="0">
                <a:pos x="connsiteX105-211" y="connsiteY105-212"/>
              </a:cxn>
              <a:cxn ang="0">
                <a:pos x="connsiteX106-213" y="connsiteY106-214"/>
              </a:cxn>
              <a:cxn ang="0">
                <a:pos x="connsiteX107-215" y="connsiteY107-216"/>
              </a:cxn>
              <a:cxn ang="0">
                <a:pos x="connsiteX108-217" y="connsiteY108-218"/>
              </a:cxn>
              <a:cxn ang="0">
                <a:pos x="connsiteX109-219" y="connsiteY109-220"/>
              </a:cxn>
              <a:cxn ang="0">
                <a:pos x="connsiteX110-221" y="connsiteY110-222"/>
              </a:cxn>
              <a:cxn ang="0">
                <a:pos x="connsiteX111-223" y="connsiteY111-224"/>
              </a:cxn>
              <a:cxn ang="0">
                <a:pos x="connsiteX112-225" y="connsiteY112-226"/>
              </a:cxn>
              <a:cxn ang="0">
                <a:pos x="connsiteX113-227" y="connsiteY113-228"/>
              </a:cxn>
              <a:cxn ang="0">
                <a:pos x="connsiteX114-229" y="connsiteY114-230"/>
              </a:cxn>
              <a:cxn ang="0">
                <a:pos x="connsiteX115-231" y="connsiteY115-232"/>
              </a:cxn>
              <a:cxn ang="0">
                <a:pos x="connsiteX116-233" y="connsiteY116-234"/>
              </a:cxn>
              <a:cxn ang="0">
                <a:pos x="connsiteX117-235" y="connsiteY117-236"/>
              </a:cxn>
              <a:cxn ang="0">
                <a:pos x="connsiteX118-237" y="connsiteY118-238"/>
              </a:cxn>
              <a:cxn ang="0">
                <a:pos x="connsiteX119-239" y="connsiteY119-240"/>
              </a:cxn>
              <a:cxn ang="0">
                <a:pos x="connsiteX120-241" y="connsiteY120-242"/>
              </a:cxn>
              <a:cxn ang="0">
                <a:pos x="connsiteX121-243" y="connsiteY121-244"/>
              </a:cxn>
              <a:cxn ang="0">
                <a:pos x="connsiteX122-245" y="connsiteY122-246"/>
              </a:cxn>
              <a:cxn ang="0">
                <a:pos x="connsiteX123-247" y="connsiteY123-248"/>
              </a:cxn>
              <a:cxn ang="0">
                <a:pos x="connsiteX124-249" y="connsiteY124-250"/>
              </a:cxn>
              <a:cxn ang="0">
                <a:pos x="connsiteX125-251" y="connsiteY125-252"/>
              </a:cxn>
              <a:cxn ang="0">
                <a:pos x="connsiteX126-253" y="connsiteY126-254"/>
              </a:cxn>
              <a:cxn ang="0">
                <a:pos x="connsiteX127-255" y="connsiteY127-256"/>
              </a:cxn>
              <a:cxn ang="0">
                <a:pos x="connsiteX128-257" y="connsiteY128-258"/>
              </a:cxn>
              <a:cxn ang="0">
                <a:pos x="connsiteX129-259" y="connsiteY129-260"/>
              </a:cxn>
              <a:cxn ang="0">
                <a:pos x="connsiteX130-261" y="connsiteY130-262"/>
              </a:cxn>
              <a:cxn ang="0">
                <a:pos x="connsiteX131-263" y="connsiteY131-264"/>
              </a:cxn>
              <a:cxn ang="0">
                <a:pos x="connsiteX132-265" y="connsiteY132-266"/>
              </a:cxn>
              <a:cxn ang="0">
                <a:pos x="connsiteX133-267" y="connsiteY133-268"/>
              </a:cxn>
              <a:cxn ang="0">
                <a:pos x="connsiteX134-269" y="connsiteY134-270"/>
              </a:cxn>
              <a:cxn ang="0">
                <a:pos x="connsiteX135-271" y="connsiteY135-272"/>
              </a:cxn>
              <a:cxn ang="0">
                <a:pos x="connsiteX136-273" y="connsiteY136-274"/>
              </a:cxn>
              <a:cxn ang="0">
                <a:pos x="connsiteX137-275" y="connsiteY137-276"/>
              </a:cxn>
              <a:cxn ang="0">
                <a:pos x="connsiteX138-277" y="connsiteY138-278"/>
              </a:cxn>
              <a:cxn ang="0">
                <a:pos x="connsiteX139-279" y="connsiteY139-280"/>
              </a:cxn>
              <a:cxn ang="0">
                <a:pos x="connsiteX140-281" y="connsiteY140-282"/>
              </a:cxn>
              <a:cxn ang="0">
                <a:pos x="connsiteX141-283" y="connsiteY141-284"/>
              </a:cxn>
              <a:cxn ang="0">
                <a:pos x="connsiteX142-285" y="connsiteY142-286"/>
              </a:cxn>
              <a:cxn ang="0">
                <a:pos x="connsiteX143-287" y="connsiteY143-288"/>
              </a:cxn>
              <a:cxn ang="0">
                <a:pos x="connsiteX144-289" y="connsiteY144-290"/>
              </a:cxn>
              <a:cxn ang="0">
                <a:pos x="connsiteX145-291" y="connsiteY145-292"/>
              </a:cxn>
              <a:cxn ang="0">
                <a:pos x="connsiteX146-293" y="connsiteY146-294"/>
              </a:cxn>
              <a:cxn ang="0">
                <a:pos x="connsiteX147-295" y="connsiteY147-296"/>
              </a:cxn>
              <a:cxn ang="0">
                <a:pos x="connsiteX148-297" y="connsiteY148-298"/>
              </a:cxn>
              <a:cxn ang="0">
                <a:pos x="connsiteX149-299" y="connsiteY149-300"/>
              </a:cxn>
              <a:cxn ang="0">
                <a:pos x="connsiteX150-301" y="connsiteY150-302"/>
              </a:cxn>
              <a:cxn ang="0">
                <a:pos x="connsiteX151-303" y="connsiteY151-304"/>
              </a:cxn>
              <a:cxn ang="0">
                <a:pos x="connsiteX152-305" y="connsiteY152-306"/>
              </a:cxn>
              <a:cxn ang="0">
                <a:pos x="connsiteX153-307" y="connsiteY153-308"/>
              </a:cxn>
              <a:cxn ang="0">
                <a:pos x="connsiteX154-309" y="connsiteY154-310"/>
              </a:cxn>
              <a:cxn ang="0">
                <a:pos x="connsiteX155-311" y="connsiteY155-312"/>
              </a:cxn>
              <a:cxn ang="0">
                <a:pos x="connsiteX156-313" y="connsiteY156-314"/>
              </a:cxn>
              <a:cxn ang="0">
                <a:pos x="connsiteX157-315" y="connsiteY157-316"/>
              </a:cxn>
              <a:cxn ang="0">
                <a:pos x="connsiteX158-317" y="connsiteY158-318"/>
              </a:cxn>
              <a:cxn ang="0">
                <a:pos x="connsiteX159-319" y="connsiteY159-320"/>
              </a:cxn>
              <a:cxn ang="0">
                <a:pos x="connsiteX160-321" y="connsiteY160-322"/>
              </a:cxn>
              <a:cxn ang="0">
                <a:pos x="connsiteX161-323" y="connsiteY161-324"/>
              </a:cxn>
              <a:cxn ang="0">
                <a:pos x="connsiteX162-325" y="connsiteY162-326"/>
              </a:cxn>
              <a:cxn ang="0">
                <a:pos x="connsiteX163-327" y="connsiteY163-328"/>
              </a:cxn>
              <a:cxn ang="0">
                <a:pos x="connsiteX164-329" y="connsiteY164-330"/>
              </a:cxn>
              <a:cxn ang="0">
                <a:pos x="connsiteX165-331" y="connsiteY165-332"/>
              </a:cxn>
              <a:cxn ang="0">
                <a:pos x="connsiteX166-333" y="connsiteY166-334"/>
              </a:cxn>
              <a:cxn ang="0">
                <a:pos x="connsiteX167-335" y="connsiteY167-336"/>
              </a:cxn>
              <a:cxn ang="0">
                <a:pos x="connsiteX168-337" y="connsiteY168-338"/>
              </a:cxn>
              <a:cxn ang="0">
                <a:pos x="connsiteX169-339" y="connsiteY169-340"/>
              </a:cxn>
              <a:cxn ang="0">
                <a:pos x="connsiteX170-341" y="connsiteY170-342"/>
              </a:cxn>
              <a:cxn ang="0">
                <a:pos x="connsiteX171-343" y="connsiteY171-344"/>
              </a:cxn>
              <a:cxn ang="0">
                <a:pos x="connsiteX172-345" y="connsiteY172-346"/>
              </a:cxn>
              <a:cxn ang="0">
                <a:pos x="connsiteX173-347" y="connsiteY173-348"/>
              </a:cxn>
              <a:cxn ang="0">
                <a:pos x="connsiteX174-349" y="connsiteY174-350"/>
              </a:cxn>
              <a:cxn ang="0">
                <a:pos x="connsiteX175-351" y="connsiteY175-352"/>
              </a:cxn>
              <a:cxn ang="0">
                <a:pos x="connsiteX176-353" y="connsiteY176-354"/>
              </a:cxn>
              <a:cxn ang="0">
                <a:pos x="connsiteX177-355" y="connsiteY177-356"/>
              </a:cxn>
              <a:cxn ang="0">
                <a:pos x="connsiteX178-357" y="connsiteY178-358"/>
              </a:cxn>
              <a:cxn ang="0">
                <a:pos x="connsiteX179-359" y="connsiteY179-360"/>
              </a:cxn>
              <a:cxn ang="0">
                <a:pos x="connsiteX180-361" y="connsiteY180-362"/>
              </a:cxn>
              <a:cxn ang="0">
                <a:pos x="connsiteX181-363" y="connsiteY181-364"/>
              </a:cxn>
              <a:cxn ang="0">
                <a:pos x="connsiteX182-365" y="connsiteY182-366"/>
              </a:cxn>
              <a:cxn ang="0">
                <a:pos x="connsiteX183-367" y="connsiteY183-368"/>
              </a:cxn>
              <a:cxn ang="0">
                <a:pos x="connsiteX184-369" y="connsiteY184-370"/>
              </a:cxn>
              <a:cxn ang="0">
                <a:pos x="connsiteX185-371" y="connsiteY185-372"/>
              </a:cxn>
              <a:cxn ang="0">
                <a:pos x="connsiteX186-373" y="connsiteY186-374"/>
              </a:cxn>
              <a:cxn ang="0">
                <a:pos x="connsiteX187-375" y="connsiteY187-376"/>
              </a:cxn>
              <a:cxn ang="0">
                <a:pos x="connsiteX188-377" y="connsiteY188-378"/>
              </a:cxn>
              <a:cxn ang="0">
                <a:pos x="connsiteX189-379" y="connsiteY189-380"/>
              </a:cxn>
              <a:cxn ang="0">
                <a:pos x="connsiteX190-381" y="connsiteY190-382"/>
              </a:cxn>
              <a:cxn ang="0">
                <a:pos x="connsiteX191-383" y="connsiteY191-384"/>
              </a:cxn>
              <a:cxn ang="0">
                <a:pos x="connsiteX192-385" y="connsiteY192-386"/>
              </a:cxn>
              <a:cxn ang="0">
                <a:pos x="connsiteX193-773" y="connsiteY193-774"/>
              </a:cxn>
              <a:cxn ang="0">
                <a:pos x="connsiteX194-5043" y="connsiteY194-504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034" y="609597"/>
            <a:ext cx="5395846" cy="1173021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:08</a:t>
            </a:r>
          </a:p>
        </p:txBody>
      </p:sp>
      <p:graphicFrame>
        <p:nvGraphicFramePr>
          <p:cNvPr id="131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1113926"/>
              </p:ext>
            </p:extLst>
          </p:nvPr>
        </p:nvGraphicFramePr>
        <p:xfrm>
          <a:off x="1137034" y="2198362"/>
          <a:ext cx="4958966" cy="3917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2" name="Freeform: Shape 1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3302982"/>
              </p:ext>
            </p:extLst>
          </p:nvPr>
        </p:nvGraphicFramePr>
        <p:xfrm>
          <a:off x="6573328" y="2686050"/>
          <a:ext cx="5144507" cy="2553510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{9D7B26C5-4107-4FEC-AEDC-1716B250A1EF}</a:tableStyleId>
              </a:tblPr>
              <a:tblGrid>
                <a:gridCol w="354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7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153648" marR="116336" marT="118191" marB="118191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marL="153648" marR="116336" marT="118191" marB="11819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ABRAR SHAKIL OISHIK</a:t>
                      </a:r>
                    </a:p>
                  </a:txBody>
                  <a:tcPr marL="153648" marR="116336" marT="118191" marB="118191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22-46257-1</a:t>
                      </a:r>
                    </a:p>
                  </a:txBody>
                  <a:tcPr marL="153648" marR="116336" marT="118191" marB="118191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FOYSAL AHMED FAHAD</a:t>
                      </a:r>
                    </a:p>
                  </a:txBody>
                  <a:tcPr marL="153648" marR="116336" marT="118191" marB="118191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22-47076-1</a:t>
                      </a:r>
                    </a:p>
                  </a:txBody>
                  <a:tcPr marL="153648" marR="116336" marT="118191" marB="118191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ABDULLAH  RAHMAN IRFAN</a:t>
                      </a:r>
                    </a:p>
                  </a:txBody>
                  <a:tcPr marL="153648" marR="116336" marT="118191" marB="118191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22-46877-1</a:t>
                      </a:r>
                    </a:p>
                  </a:txBody>
                  <a:tcPr marL="153648" marR="116336" marT="118191" marB="118191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endParaRPr lang="en-US" sz="1800" cap="none" spc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3648" marR="116336" marT="118191" marB="118191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cap="none" spc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3648" marR="116336" marT="118191" marB="118191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A blurry blue and yellow background&#10;&#10;AI-generated content may be incorrect."/>
          <p:cNvPicPr>
            <a:picLocks noChangeAspect="1"/>
          </p:cNvPicPr>
          <p:nvPr/>
        </p:nvPicPr>
        <p:blipFill>
          <a:blip r:embed="rId2"/>
          <a:srcRect b="2320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0" name="Rectangle 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graphicFrame>
        <p:nvGraphicFramePr>
          <p:cNvPr id="38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200" y="1825624"/>
          <a:ext cx="10805160" cy="45954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 descr="A graph showing the growth of a stock market&#10;&#10;AI-generated content may be incorrect."/>
          <p:cNvPicPr>
            <a:picLocks noGrp="1" noChangeAspect="1"/>
          </p:cNvPicPr>
          <p:nvPr>
            <p:ph type="pic" idx="1"/>
          </p:nvPr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background</a:t>
            </a:r>
          </a:p>
        </p:txBody>
      </p:sp>
      <p:graphicFrame>
        <p:nvGraphicFramePr>
          <p:cNvPr id="55" name="Text Placeholder 3"/>
          <p:cNvGraphicFramePr/>
          <p:nvPr>
            <p:extLst>
              <p:ext uri="{D42A27DB-BD31-4B8C-83A1-F6EECF244321}">
                <p14:modId xmlns:p14="http://schemas.microsoft.com/office/powerpoint/2010/main" val="83924241"/>
              </p:ext>
            </p:extLst>
          </p:nvPr>
        </p:nvGraphicFramePr>
        <p:xfrm>
          <a:off x="838200" y="1825625"/>
          <a:ext cx="1106932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7105332" cy="1325563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background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514764"/>
            <a:ext cx="5157787" cy="6096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Early Detection :</a:t>
            </a:r>
          </a:p>
        </p:txBody>
      </p:sp>
      <p:graphicFrame>
        <p:nvGraphicFramePr>
          <p:cNvPr id="13" name="Content Placeholder 3"/>
          <p:cNvGraphicFramePr>
            <a:graphicFrameLocks noGrp="1"/>
          </p:cNvGraphicFramePr>
          <p:nvPr>
            <p:ph sz="half" idx="2"/>
          </p:nvPr>
        </p:nvGraphicFramePr>
        <p:xfrm>
          <a:off x="839788" y="2155665"/>
          <a:ext cx="5699601" cy="43372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Content Placeholder 8" descr="A graph of a graph of a person's risk&#10;&#10;AI-generated content may be incorrect."/>
          <p:cNvPicPr>
            <a:picLocks noGrp="1" noChangeAspect="1"/>
          </p:cNvPicPr>
          <p:nvPr>
            <p:ph sz="quarter" idx="4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399" y="2155665"/>
            <a:ext cx="5699601" cy="2693425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background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64640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Gaps in Existing Solutions:</a:t>
            </a:r>
          </a:p>
        </p:txBody>
      </p:sp>
      <p:graphicFrame>
        <p:nvGraphicFramePr>
          <p:cNvPr id="10" name="Content Placeholder 3"/>
          <p:cNvGraphicFramePr>
            <a:graphicFrameLocks noGrp="1"/>
          </p:cNvGraphicFramePr>
          <p:nvPr>
            <p:ph sz="half" idx="2"/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4640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Machine Learning?</a:t>
            </a:r>
          </a:p>
        </p:txBody>
      </p:sp>
      <p:graphicFrame>
        <p:nvGraphicFramePr>
          <p:cNvPr id="12" name="Content Placeholder 5"/>
          <p:cNvGraphicFramePr>
            <a:graphicFrameLocks noGrp="1"/>
          </p:cNvGraphicFramePr>
          <p:nvPr>
            <p:ph sz="quarter" idx="4"/>
          </p:nvPr>
        </p:nvGraphicFramePr>
        <p:xfrm>
          <a:off x="6172200" y="2687782"/>
          <a:ext cx="5877560" cy="325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5042852" cy="82391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89038"/>
            <a:ext cx="5157787" cy="667471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Goals and Motivation</a:t>
            </a:r>
          </a:p>
        </p:txBody>
      </p:sp>
      <p:graphicFrame>
        <p:nvGraphicFramePr>
          <p:cNvPr id="10" name="Content Placeholder 3"/>
          <p:cNvGraphicFramePr>
            <a:graphicFrameLocks noGrp="1"/>
          </p:cNvGraphicFramePr>
          <p:nvPr>
            <p:ph sz="half" idx="2"/>
          </p:nvPr>
        </p:nvGraphicFramePr>
        <p:xfrm>
          <a:off x="839788" y="1856509"/>
          <a:ext cx="5459412" cy="43331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76720" y="1330960"/>
            <a:ext cx="4578668" cy="772161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Solution:</a:t>
            </a:r>
          </a:p>
          <a:p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7 advanced ML models: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776720" y="2505075"/>
            <a:ext cx="4578668" cy="368458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Naïve Bayes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/>
          <p:cNvSpPr/>
          <p:nvPr/>
        </p:nvSpPr>
        <p:spPr>
          <a:xfrm>
            <a:off x="4139076" y="152399"/>
            <a:ext cx="4137858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Title 8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975" y="1141946"/>
            <a:ext cx="11127895" cy="312525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objective of the study is to develop a robust ensemble framework that utilizes machine learning techniques to improve the prediction accuracy of cardiovascular diseases.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multiple machine learning algorithms in a stacked ensemble model to leverage their strengths and improve prediction performance.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used the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Kaggle heart disease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one of the online available largest datasets for cardiovascular diseases individuals.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/>
          <p:cNvCxnSpPr>
            <a:stCxn id="4" idx="3"/>
          </p:cNvCxnSpPr>
          <p:nvPr/>
        </p:nvCxnSpPr>
        <p:spPr>
          <a:xfrm>
            <a:off x="8276934" y="522898"/>
            <a:ext cx="3915066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139855" y="261839"/>
            <a:ext cx="117348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2,200+ Woman Cardiologist Stock Illustrations, Royalty-Free Vector Graphics  &amp; Clip Art - iStock | Doctor patie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702" y="4116981"/>
            <a:ext cx="3327181" cy="2218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Vector illustration of cardiologist Cartoon scene with doctor who check the  heart for various diseases on white background Medicine and doctors |  Premium Vect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934" y="4055902"/>
            <a:ext cx="4471988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76332" y="168339"/>
            <a:ext cx="4749211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Title 8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759" y="1315656"/>
            <a:ext cx="10530841" cy="138664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are using a range of approaches and algorithms to predict cardiovascular disease. Over the years, several types of research on the prognosis of cardiovascular illness have been carried out.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8524240" y="522898"/>
            <a:ext cx="366776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139855" y="261839"/>
            <a:ext cx="117348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344424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graph of different types of data&#10;&#10;Description automatically generated with medium confidenc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359" y="2536320"/>
            <a:ext cx="6151881" cy="37040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5660" y="2536320"/>
            <a:ext cx="4671060" cy="1660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 rtl="0" eaLnBrk="1" latinLnBrk="0" hangingPunct="1">
              <a:lnSpc>
                <a:spcPct val="90000"/>
              </a:lnSpc>
              <a:spcBef>
                <a:spcPts val="1000"/>
              </a:spcBef>
              <a:buClrTx/>
              <a:buSzPts val="2800"/>
              <a:buFont typeface="Wingdings" panose="05000000000000000000" pitchFamily="2" charset="2"/>
              <a:buChar char="v"/>
            </a:pPr>
            <a:r>
              <a:rPr lang="en-US" sz="24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Research Gaps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  <a:endParaRPr lang="en-US" sz="2400" dirty="0">
              <a:effectLst/>
            </a:endParaRPr>
          </a:p>
          <a:p>
            <a:pPr marL="800100" indent="-342900" algn="l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</a:pPr>
            <a:r>
              <a:rPr lang="en-US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Small datasets and limited generalizability in prior studies.</a:t>
            </a:r>
            <a:endParaRPr lang="en-US" sz="2000" dirty="0">
              <a:effectLst/>
            </a:endParaRPr>
          </a:p>
          <a:p>
            <a:pPr marL="800100" indent="-342900" algn="l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</a:pPr>
            <a:r>
              <a:rPr lang="en-US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Few practical applications for resource-limited settings.</a:t>
            </a:r>
            <a:endParaRPr lang="en-US" sz="2000" dirty="0">
              <a:effectLst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76332" y="168339"/>
            <a:ext cx="4749211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Title 8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524240" y="522898"/>
            <a:ext cx="366776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139855" y="261839"/>
            <a:ext cx="117348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344424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83537" y="1076895"/>
          <a:ext cx="11734800" cy="5253793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547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5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62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71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82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7583"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sz="15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S.</a:t>
                      </a:r>
                      <a:r>
                        <a:rPr lang="en-US" sz="1500" b="1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b="1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237490">
                        <a:lnSpc>
                          <a:spcPct val="115000"/>
                        </a:lnSpc>
                        <a:spcBef>
                          <a:spcPts val="5"/>
                        </a:spcBef>
                      </a:pPr>
                      <a:r>
                        <a:rPr lang="en-US" sz="15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r>
                        <a:rPr lang="en-US" sz="1500" b="1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b="1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(s)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375920" algn="just">
                        <a:lnSpc>
                          <a:spcPct val="115000"/>
                        </a:lnSpc>
                        <a:spcBef>
                          <a:spcPts val="5"/>
                        </a:spcBef>
                      </a:pPr>
                      <a:r>
                        <a:rPr lang="en-US" sz="1500" b="1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Approach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sz="1500" b="1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sz="1500" b="1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915"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sz="15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237490">
                        <a:lnSpc>
                          <a:spcPct val="115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5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Azimi Lamir et al. (2025)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375920" algn="just">
                        <a:lnSpc>
                          <a:spcPct val="115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5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Forest, KNN, Logistic Regression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97155">
                        <a:lnSpc>
                          <a:spcPct val="115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5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Heart Disease dataset (303 samples, 14 features)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sz="1500" spc="-1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91.00%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85"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sz="15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altLang="en-US" sz="15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Hasan et al. (2025)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375920" algn="just">
                        <a:lnSpc>
                          <a:spcPct val="115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5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XGBoost, Random Forest, Decision Tree, KNN, SVM, Naive Bayes, Logistic Regression, Adaptive Boosting, Linear Regression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altLang="en-US" sz="15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Physiological indicators dataset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altLang="en-US" sz="15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XGBoost: 99%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667"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sz="15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237490">
                        <a:lnSpc>
                          <a:spcPct val="115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5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Abdulrakeeb et al. (2025)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375920" algn="just">
                        <a:lnSpc>
                          <a:spcPct val="115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5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Bagged Decision Trees with feature weighting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altLang="en-US" sz="15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Coronary Heart Disease dataset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sz="15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97.1%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209"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sz="15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ct val="115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5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Modak et al. (2022) 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ct val="115000"/>
                        </a:lnSpc>
                        <a:spcBef>
                          <a:spcPts val="5"/>
                        </a:spcBef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Random</a:t>
                      </a:r>
                      <a:r>
                        <a:rPr lang="en-US" sz="1500" spc="-7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Forest,</a:t>
                      </a:r>
                      <a:r>
                        <a:rPr lang="en-US" sz="1500" spc="-7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Multilayer Perceptron, Bayes Net</a:t>
                      </a:r>
                    </a:p>
                    <a:p>
                      <a:pPr marL="66675" marR="0">
                        <a:lnSpc>
                          <a:spcPts val="1375"/>
                        </a:lnSpc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Naïve</a:t>
                      </a:r>
                      <a:r>
                        <a:rPr lang="en-US" sz="15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Bayes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altLang="en-US" sz="15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Cleveland, Hungarian, Switzerland, Long Beach, Statlog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sz="15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87.70%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667"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sz="15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ct val="115000"/>
                        </a:lnSpc>
                        <a:spcBef>
                          <a:spcPts val="5"/>
                        </a:spcBef>
                      </a:pP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Atallah</a:t>
                      </a:r>
                      <a:r>
                        <a:rPr lang="en-US" sz="1500" spc="-7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et</a:t>
                      </a:r>
                      <a:r>
                        <a:rPr lang="en-US" sz="1500" spc="-7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al. (2019) 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121920">
                        <a:lnSpc>
                          <a:spcPct val="115000"/>
                        </a:lnSpc>
                        <a:spcBef>
                          <a:spcPts val="5"/>
                        </a:spcBef>
                      </a:pP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(SGD)Classifier, K- Nearest Neighbor Classifier,</a:t>
                      </a:r>
                      <a:r>
                        <a:rPr lang="en-US" sz="1500" spc="-7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Random</a:t>
                      </a:r>
                      <a:r>
                        <a:rPr lang="en-US" sz="1500" spc="-7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Forest Classifier, Logistic Regression</a:t>
                      </a:r>
                      <a:r>
                        <a:rPr lang="en-US" sz="15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Classifier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sz="15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Cleveland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sz="15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90%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88"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sz="15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altLang="en-US" sz="15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Nguyen et al. (2021)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altLang="en-US" sz="15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Naive Bayes, Logistic Regression, SVM, Decision Trees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sz="15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Cleveland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sz="15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84.83%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705"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ct val="115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5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Miah et al. (2023)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altLang="en-US" sz="15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analysis: XGBoost, LightGBM, etc.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altLang="en-US" sz="15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Myocardial Infarction dataset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sz="15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92.72%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4667"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ct val="115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5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Tiwari et al. (2023)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121920">
                        <a:lnSpc>
                          <a:spcPct val="115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5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Ensemble framework with ExtraTrees, Random Forest, XGBoost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385445">
                        <a:lnSpc>
                          <a:spcPct val="115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5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datasets (Hungarian, Cleveland, etc.)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spcBef>
                          <a:spcPts val="5"/>
                        </a:spcBef>
                      </a:pPr>
                      <a:r>
                        <a:rPr lang="en-US" sz="15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92.34%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Data Collection and Preprocessing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3018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Dataset Overview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Used a heart disease dataset with 1,025 patient records, including 14 features such as age, blood pressure, cholesterol, and ECG results.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The dataset is balanced with no missing values, containing demographic, clinical, and categorical variables.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/>
              <a:t>Preprocessing Steps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Checked for missing values and confirmed none present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Encoded categorical variables using label encoding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Applied Min-Max normalization for feature scaling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Detected and managed outliers via box plot analysis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Split data into 70% training and 30% testing sets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584095" y="152399"/>
            <a:ext cx="4962746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Title 8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666480" y="522898"/>
            <a:ext cx="352552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139855" y="261839"/>
            <a:ext cx="11734800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Proposed Methodology 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344424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825624"/>
            <a:ext cx="6913880" cy="4239895"/>
          </a:xfrm>
        </p:spPr>
        <p:txBody>
          <a:bodyPr>
            <a:norm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600"/>
              </a:spcBef>
              <a:buNone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dataset was compiled by merging five prominent CVD datasets that were previously available individually named Hungarian, Cleveland, Long Beach VA, Switzerland &amp; Statlog (Heart) Dataset</a:t>
            </a:r>
          </a:p>
          <a:p>
            <a:pPr marL="800100" lvl="1" indent="-342900" algn="just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Demographics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Age, sex.</a:t>
            </a:r>
          </a:p>
          <a:p>
            <a:pPr marL="800100" lvl="1" indent="-342900" algn="just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Clinical Measurements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Cholesterol, resting blood pressure (BP), and maximum heart rate.</a:t>
            </a:r>
          </a:p>
          <a:p>
            <a:pPr marL="800100" lvl="1" indent="-342900" algn="just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Symptoms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Chest pain type, exercise-induced angina.</a:t>
            </a:r>
          </a:p>
          <a:p>
            <a:pPr marL="800100" lvl="1" indent="-342900" algn="just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Other Indicators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Fasting blood sugar, ST slope, and oldpeak (ST depression induced by exercise) .</a:t>
            </a:r>
          </a:p>
        </p:txBody>
      </p:sp>
      <p:sp>
        <p:nvSpPr>
          <p:cNvPr id="15" name="Title 1"/>
          <p:cNvSpPr txBox="1"/>
          <p:nvPr/>
        </p:nvSpPr>
        <p:spPr>
          <a:xfrm>
            <a:off x="1158240" y="1089489"/>
            <a:ext cx="430784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893445"/>
            <a:ext cx="3535045" cy="26581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9470" y="3493770"/>
            <a:ext cx="3548380" cy="3053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517641" y="168339"/>
            <a:ext cx="5148839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Title 8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666480" y="522898"/>
            <a:ext cx="352552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139855" y="261839"/>
            <a:ext cx="11734800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Proposed Methodology 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344424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 txBox="1"/>
          <p:nvPr/>
        </p:nvSpPr>
        <p:spPr>
          <a:xfrm>
            <a:off x="1036320" y="924963"/>
            <a:ext cx="4307840" cy="38671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Analyze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t="3033"/>
          <a:stretch>
            <a:fillRect/>
          </a:stretch>
        </p:blipFill>
        <p:spPr>
          <a:xfrm>
            <a:off x="6096000" y="1477287"/>
            <a:ext cx="3159760" cy="254924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rcRect t="1423"/>
          <a:stretch>
            <a:fillRect/>
          </a:stretch>
        </p:blipFill>
        <p:spPr>
          <a:xfrm>
            <a:off x="6096000" y="4083407"/>
            <a:ext cx="3159760" cy="24981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5110" y="1746885"/>
            <a:ext cx="4232275" cy="23380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5435" y="4202430"/>
            <a:ext cx="4394200" cy="25647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444241" y="161730"/>
            <a:ext cx="5222240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Title 8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666480" y="522898"/>
            <a:ext cx="352552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139855" y="261839"/>
            <a:ext cx="11734800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Proposed Methodology 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344424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 txBox="1"/>
          <p:nvPr/>
        </p:nvSpPr>
        <p:spPr>
          <a:xfrm>
            <a:off x="1036320" y="924963"/>
            <a:ext cx="430784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320" y="1335047"/>
            <a:ext cx="10596880" cy="3333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 ensure data quality and model performance, the following preprocessing steps were applied: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Categorical Variables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alt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Some features in the dataset are categorical These categorical variables were encoded using Label Encoding, depending on the algorithm</a:t>
            </a:r>
            <a:r>
              <a:rPr lang="en-US" alt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Scaling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Standard Scaler an MinMax Scaler was used to normalize features, ensuring uniform feature scaling.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Dimensionality Reduction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alt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Exploratory Data Analysis (EDA)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was applied to visualize data patterns and reduce complexity.</a:t>
            </a:r>
          </a:p>
          <a:p>
            <a:pPr lvl="1" indent="0" algn="just">
              <a:lnSpc>
                <a:spcPct val="115000"/>
              </a:lnSpc>
              <a:spcAft>
                <a:spcPts val="800"/>
              </a:spcAft>
              <a:buFont typeface="+mj-lt"/>
              <a:buNone/>
              <a:tabLst>
                <a:tab pos="457200" algn="l"/>
              </a:tabLst>
            </a:pP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036320" y="4279628"/>
            <a:ext cx="430784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320" y="4533502"/>
            <a:ext cx="10596880" cy="428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1466955" y="4755521"/>
            <a:ext cx="8842375" cy="187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800100" marR="0" lvl="1" indent="-342900" algn="just" fontAlgn="base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>
                <a:tab pos="457200" algn="l"/>
              </a:tabLst>
            </a:pPr>
            <a:r>
              <a:rPr lang="en-US" altLang="en-US" sz="20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Feature Elimination (RFE):</a:t>
            </a:r>
          </a:p>
          <a:p>
            <a:pPr marL="1257300" lvl="2" indent="-342900" algn="just" fontAlgn="base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altLang="en-US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Iteratively removes less important features based on model performance.</a:t>
            </a:r>
          </a:p>
          <a:p>
            <a:pPr marL="1257300" lvl="2" indent="-342900" algn="just" fontAlgn="base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altLang="en-US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the final model focuses on the most significant predictors.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584095" y="168339"/>
            <a:ext cx="508238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Title 8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666480" y="522898"/>
            <a:ext cx="352552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139855" y="261839"/>
            <a:ext cx="11734800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Proposed Methodology 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344424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 txBox="1"/>
          <p:nvPr/>
        </p:nvSpPr>
        <p:spPr>
          <a:xfrm>
            <a:off x="1036320" y="924963"/>
            <a:ext cx="430784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320" y="4533502"/>
            <a:ext cx="10596880" cy="428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54860" y="5609871"/>
            <a:ext cx="80008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The proposed ensemble framework for heart disease prediction </a:t>
            </a:r>
          </a:p>
        </p:txBody>
      </p:sp>
      <p:pic>
        <p:nvPicPr>
          <p:cNvPr id="1026" name="Picture 2" descr="Proposed methodology for heart-disease prediction. | Download Scientific  Diagra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890" y="1213067"/>
            <a:ext cx="3415665" cy="4396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525521" y="152399"/>
            <a:ext cx="5140959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Title 8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666480" y="522898"/>
            <a:ext cx="352552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139855" y="261839"/>
            <a:ext cx="11734800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Proposed Methodology 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344424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 txBox="1"/>
          <p:nvPr/>
        </p:nvSpPr>
        <p:spPr>
          <a:xfrm>
            <a:off x="1036320" y="924963"/>
            <a:ext cx="430784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4860" y="5609871"/>
            <a:ext cx="80008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:The architecture of proposed ensemble model </a:t>
            </a:r>
          </a:p>
        </p:txBody>
      </p:sp>
      <p:pic>
        <p:nvPicPr>
          <p:cNvPr id="10" name="Picture 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055" y="1568669"/>
            <a:ext cx="6810704" cy="38036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/>
          <p:cNvSpPr/>
          <p:nvPr/>
        </p:nvSpPr>
        <p:spPr>
          <a:xfrm>
            <a:off x="4643120" y="152399"/>
            <a:ext cx="2733040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Title 8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7376160" y="522898"/>
            <a:ext cx="481584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139855" y="261839"/>
            <a:ext cx="11734800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464312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34" y="1079937"/>
            <a:ext cx="6187966" cy="26643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73683" y="1326923"/>
            <a:ext cx="435338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Best Performing Models: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Random Forest (RM)</a:t>
            </a:r>
            <a:r>
              <a:rPr lang="en-US" dirty="0"/>
              <a:t> and </a:t>
            </a:r>
            <a:r>
              <a:rPr lang="en-US" b="1" dirty="0" err="1"/>
              <a:t>XGBoost</a:t>
            </a:r>
            <a:r>
              <a:rPr lang="en-US" b="1" dirty="0"/>
              <a:t> (XGB)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Top </a:t>
            </a:r>
            <a:r>
              <a:rPr lang="en-US" b="1" dirty="0"/>
              <a:t>accuracy</a:t>
            </a:r>
            <a:r>
              <a:rPr lang="en-US" dirty="0"/>
              <a:t> (~98%)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Perfect </a:t>
            </a:r>
            <a:r>
              <a:rPr lang="en-US" b="1" dirty="0"/>
              <a:t>precision</a:t>
            </a:r>
            <a:r>
              <a:rPr lang="en-US" dirty="0"/>
              <a:t> (1.00)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Excellent </a:t>
            </a:r>
            <a:r>
              <a:rPr lang="en-US" b="1" dirty="0"/>
              <a:t>F1 score</a:t>
            </a:r>
            <a:r>
              <a:rPr lang="en-US" dirty="0"/>
              <a:t> (0.97)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 </a:t>
            </a:r>
            <a:r>
              <a:rPr lang="en-US" b="1" dirty="0"/>
              <a:t>recall</a:t>
            </a:r>
            <a:r>
              <a:rPr lang="en-US" dirty="0"/>
              <a:t> (0.95)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Slightly higher runtime (~0.11s), but worth it given the performance.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73683" y="4006731"/>
            <a:ext cx="38047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Fastest Model: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Naive Bayes</a:t>
            </a:r>
            <a:r>
              <a:rPr lang="en-US" dirty="0"/>
              <a:t>: Extremely fast (0.002s) with decent overall performance: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Accuracy: 81.49%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F1 Score: 0.82</a:t>
            </a:r>
          </a:p>
        </p:txBody>
      </p:sp>
      <p:sp>
        <p:nvSpPr>
          <p:cNvPr id="4" name="AutoShape 2" descr="Uploaded image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656" y="3744310"/>
            <a:ext cx="5098744" cy="28714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4643121" y="177670"/>
            <a:ext cx="2733040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Title 8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7376160" y="522898"/>
            <a:ext cx="481584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139855" y="261839"/>
            <a:ext cx="11734800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464312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96614" y="1021496"/>
            <a:ext cx="6101254" cy="703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Confusion Matrix and Comparative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6614" y="1878994"/>
            <a:ext cx="6101254" cy="421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Confusion Matrix Insights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6614" y="2497902"/>
            <a:ext cx="4934607" cy="2828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Random Forest and </a:t>
            </a:r>
            <a:r>
              <a:rPr lang="en-US" sz="2000" dirty="0" err="1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 showed nearly perfect classification with minimal misclassifications.</a:t>
            </a:r>
          </a:p>
          <a:p>
            <a:pPr marL="0" indent="0" algn="l">
              <a:lnSpc>
                <a:spcPts val="265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650"/>
              </a:lnSpc>
            </a:pPr>
            <a:r>
              <a:rPr lang="en-US" sz="200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Logistic Regression and Naïve Bayes performed well but had some errors distinguishing similar classes.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650"/>
              </a:lnSpc>
              <a:buNone/>
            </a:pPr>
            <a:endParaRPr lang="en-US" sz="1800" dirty="0"/>
          </a:p>
        </p:txBody>
      </p:sp>
      <p:sp>
        <p:nvSpPr>
          <p:cNvPr id="15" name="TextBox 14"/>
          <p:cNvSpPr txBox="1"/>
          <p:nvPr/>
        </p:nvSpPr>
        <p:spPr>
          <a:xfrm>
            <a:off x="6377153" y="1328064"/>
            <a:ext cx="4695496" cy="42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Comparison with Existing Models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03581" y="2187205"/>
            <a:ext cx="4842640" cy="3174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Our proposed Random Forest model achieved 98.02% accuracy, outperforming previous studies with accuracies ranging from 86.6% to 96.28%. [4] [5]</a:t>
            </a:r>
          </a:p>
          <a:p>
            <a:pPr marL="0" indent="0" algn="l">
              <a:lnSpc>
                <a:spcPts val="265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650"/>
              </a:lnSpc>
            </a:pPr>
            <a:r>
              <a:rPr lang="en-US" sz="200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Ensemble methods demonstrated superior robustness and predictive power compared to simpler models.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65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Model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7547" y="1798157"/>
            <a:ext cx="4922947" cy="3901778"/>
          </a:xfrm>
        </p:spPr>
      </p:pic>
      <p:sp>
        <p:nvSpPr>
          <p:cNvPr id="9" name="TextBox 8"/>
          <p:cNvSpPr txBox="1"/>
          <p:nvPr/>
        </p:nvSpPr>
        <p:spPr>
          <a:xfrm>
            <a:off x="5705146" y="1932489"/>
            <a:ext cx="609731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Random Forest (RM)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accuracy</a:t>
            </a:r>
            <a:r>
              <a:rPr lang="en-US" dirty="0"/>
              <a:t> (~98%)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precision</a:t>
            </a:r>
            <a:r>
              <a:rPr lang="en-US" dirty="0"/>
              <a:t> (1.00)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F1 score</a:t>
            </a:r>
            <a:r>
              <a:rPr lang="en-US" dirty="0"/>
              <a:t> (0.97)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recall</a:t>
            </a:r>
            <a:r>
              <a:rPr lang="en-US" dirty="0"/>
              <a:t> (0.95)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Slightly higher runtime (~0.11s), but worth it given the performance.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05146" y="4205615"/>
            <a:ext cx="50909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model shows near-perfect precision with high recall, meaning it's </a:t>
            </a:r>
            <a:r>
              <a:rPr lang="en-US" b="1" dirty="0"/>
              <a:t>both precise and sensitive</a:t>
            </a:r>
            <a:r>
              <a:rPr lang="en-US" dirty="0"/>
              <a:t> — an ideal combination.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4363656" y="168339"/>
            <a:ext cx="3548600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Title 8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/>
          <p:cNvCxnSpPr>
            <a:stCxn id="2" idx="3"/>
          </p:cNvCxnSpPr>
          <p:nvPr/>
        </p:nvCxnSpPr>
        <p:spPr>
          <a:xfrm flipV="1">
            <a:off x="7912256" y="522898"/>
            <a:ext cx="4279744" cy="1594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139855" y="261839"/>
            <a:ext cx="11734800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4363656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1205961" y="799897"/>
            <a:ext cx="9988953" cy="6832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Achievements: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high-performing ensemble model for heart disease prediction.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significant improvements over existing methodologies.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Impact: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Facilitates early diagnosis and reduces mortality.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Applicable in underserved regions with limited medical resources.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Takeaway: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 transform medical diagnostics, offering scalable and efficient solutions to global health challenges.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Clinical Impact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The study supports the development of intelligent healthcare systems for timely diagnosis and intervention in cardiovascular disease.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938326" y="140639"/>
            <a:ext cx="4137858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Title 8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229600" y="522898"/>
            <a:ext cx="39624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139855" y="261839"/>
            <a:ext cx="11734800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Directions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381622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388962" y="1043731"/>
            <a:ext cx="9838481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Exploration of Larger Datasets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 the model to larger and more diverse datasets for improved    generalizability.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Deep Learning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Incorporate advanced deep learning techniques to enhance prediction accuracy.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Real-World Implementation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Pilot the framework in clinical settings for practical validation.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Improvement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 the model with additional features and real-time data integration.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938326" y="140639"/>
            <a:ext cx="4137858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Title 8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229600" y="522898"/>
            <a:ext cx="39624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139855" y="261839"/>
            <a:ext cx="11734800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381622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02836"/>
            <a:ext cx="11646055" cy="541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0" indent="-6350" algn="just">
              <a:lnSpc>
                <a:spcPct val="105000"/>
              </a:lnSpc>
              <a:spcBef>
                <a:spcPts val="0"/>
              </a:spcBef>
              <a:spcAft>
                <a:spcPts val="33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[1] </a:t>
            </a:r>
            <a:r>
              <a:rPr lang="en-US" sz="16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Ogunpola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A., Saeed, F.,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Basurra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S., Albarrak, A. M., &amp;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Qasem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S. N. (2024). Machine </a:t>
            </a:r>
          </a:p>
          <a:p>
            <a:pPr marL="6350" marR="0" indent="-6350" algn="just">
              <a:lnSpc>
                <a:spcPct val="105000"/>
              </a:lnSpc>
              <a:spcBef>
                <a:spcPts val="0"/>
              </a:spcBef>
              <a:spcAft>
                <a:spcPts val="33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Learning-Based Predictive Models for Detection of Cardiovascular Diseases. </a:t>
            </a:r>
            <a:r>
              <a:rPr lang="en-US" sz="16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Diagnostics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14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(2), 144. https://doi.org/10.3390/diagnostics14020144 </a:t>
            </a:r>
          </a:p>
          <a:p>
            <a:pPr marL="6350" marR="0" indent="-6350" algn="just">
              <a:lnSpc>
                <a:spcPct val="105000"/>
              </a:lnSpc>
              <a:spcBef>
                <a:spcPts val="0"/>
              </a:spcBef>
              <a:spcAft>
                <a:spcPts val="105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[2] Reddy, K. V. V.,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Elamvazuthi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I., Aziz, A. A.,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Paramasivam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S., Chua, H. N., &amp;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Pranavanand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S. (2021). Heart Disease Risk Prediction Using Machine Learning Classifiers with Attribute Evaluators. </a:t>
            </a:r>
            <a:r>
              <a:rPr lang="en-US" sz="16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Applied Sciences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11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(18), 8352. </a:t>
            </a:r>
            <a:r>
              <a:rPr lang="en-US" sz="1600" b="1" u="none" strike="noStrike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https://doi.org/10.3390/app11188352</a:t>
            </a:r>
            <a:r>
              <a:rPr lang="en-US" sz="1600" b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endParaRPr lang="en-US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 algn="just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[3] Bhowmik, P. K., Miah, M. N. I., Uddin, M. K.,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Sizan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M. M. H., Pant, L., Islam, M. R., &amp; Gurung, N. (2024). Advancing Heart Disease Prediction through Machine Learning: Techniques and Insights for Improved Cardiovascular Health. </a:t>
            </a:r>
            <a:r>
              <a:rPr lang="en-US" sz="16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British Journal of Nursing Studies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(2), 3550. </a:t>
            </a:r>
          </a:p>
          <a:p>
            <a:pPr marL="0" marR="0" indent="0" algn="just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[4] Qadri, A. M., Raza, A., Munir, K., &amp; Almutairi, M. S. (2023). Effective feature engineering technique for heart disease prediction with machine learning. </a:t>
            </a:r>
            <a:r>
              <a:rPr lang="en-US" sz="16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IEEE Access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11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56214-56224. </a:t>
            </a:r>
          </a:p>
          <a:p>
            <a:pPr marL="0" marR="0" algn="just">
              <a:spcBef>
                <a:spcPts val="0"/>
              </a:spcBef>
              <a:spcAft>
                <a:spcPts val="75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[5] C. A.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Uslan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J. Iqbal, R. Irfan, S. Hussain, A. D.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Algarni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S. S. H. Bukhari, N.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Alturki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S. S. Ullah, "Effectively predicting the presence of coronary heart disease using machine learning classifiers," </a:t>
            </a:r>
            <a:r>
              <a:rPr lang="en-US" sz="16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Sensors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vol. 22, no. 19, p. 7227, Sep. 2022.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75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[6] R.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Katarya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S. K. Meena, "Machine learning techniques for heart disease prediction: A comparative study and analysis," </a:t>
            </a:r>
            <a:r>
              <a:rPr lang="en-US" sz="16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Health Technol.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vol. 11, no. 1, pp. 87–97, Jan. 2021.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</a:pP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[7] P. Rani, R. Kumar, N. M. O. S. Ahmed, and A. Jain, "A decision support system for heart disease prediction based upon machine learning," </a:t>
            </a:r>
            <a:r>
              <a:rPr lang="en-US" sz="16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J. Reliable </a:t>
            </a:r>
            <a:r>
              <a:rPr lang="en-US" sz="16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Intell</a:t>
            </a:r>
            <a:r>
              <a:rPr lang="en-US" sz="16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Environ.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vol. 7, no. 3, pp. 263–275, Sep. 2021.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</a:pP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[8] Mohan, S.,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Thirumalai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C., &amp; Srivastava, G. (2019). Effective heart disease prediction using hybrid machine learning techniques. </a:t>
            </a:r>
            <a:r>
              <a:rPr lang="en-US" sz="16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IEEE access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7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81542-81554. 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636270" lvl="0" algn="just">
              <a:tabLst>
                <a:tab pos="955675" algn="l"/>
              </a:tabLst>
            </a:pPr>
            <a:endParaRPr lang="en-US" sz="1600" spc="0" dirty="0">
              <a:solidFill>
                <a:srgbClr val="22222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Diamond 11"/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/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1524000" y="2556454"/>
            <a:ext cx="9144000" cy="1745093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Thank You</a:t>
            </a:r>
            <a:br>
              <a:rPr lang="en-US" sz="7200" b="1" dirty="0">
                <a:solidFill>
                  <a:schemeClr val="bg1"/>
                </a:solidFill>
              </a:rPr>
            </a:br>
            <a:r>
              <a:rPr lang="en-US" sz="5400" b="1" dirty="0">
                <a:solidFill>
                  <a:schemeClr val="bg1"/>
                </a:solidFill>
                <a:latin typeface="+mn-lt"/>
              </a:rPr>
              <a:t>We are looking for questions.</a:t>
            </a:r>
            <a:endParaRPr lang="en-US" sz="7200" dirty="0">
              <a:solidFill>
                <a:schemeClr val="accent4"/>
              </a:solidFill>
              <a:latin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77*173"/>
  <p:tag name="TABLE_ENDDRAG_RECT" val="529*211*377*173"/>
</p:tagLst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1A00BBF-EEBB-4E18-B8CB-F926EAAC48F7}">
  <ds:schemaRefs/>
</ds:datastoreItem>
</file>

<file path=customXml/itemProps2.xml><?xml version="1.0" encoding="utf-8"?>
<ds:datastoreItem xmlns:ds="http://schemas.openxmlformats.org/officeDocument/2006/customXml" ds:itemID="{2FD05317-60D6-4B3A-8545-888496D1A8EC}">
  <ds:schemaRefs/>
</ds:datastoreItem>
</file>

<file path=customXml/itemProps3.xml><?xml version="1.0" encoding="utf-8"?>
<ds:datastoreItem xmlns:ds="http://schemas.openxmlformats.org/officeDocument/2006/customXml" ds:itemID="{EF609EDA-869E-4BE5-AE5D-B898C584B6F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TotalTime>6</TotalTime>
  <Words>1908</Words>
  <Application>Microsoft Office PowerPoint</Application>
  <PresentationFormat>Widescreen</PresentationFormat>
  <Paragraphs>249</Paragraphs>
  <Slides>23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Aptos</vt:lpstr>
      <vt:lpstr>Arial</vt:lpstr>
      <vt:lpstr>Calibri</vt:lpstr>
      <vt:lpstr>Century Gothic</vt:lpstr>
      <vt:lpstr>Courier New</vt:lpstr>
      <vt:lpstr>Segoe UI Light</vt:lpstr>
      <vt:lpstr>Times New Roman</vt:lpstr>
      <vt:lpstr>Wingdings</vt:lpstr>
      <vt:lpstr>Office Theme</vt:lpstr>
      <vt:lpstr>Predicting Heart disease based on genetic, lifestyle and clinical data using machine learning.</vt:lpstr>
      <vt:lpstr>Group :08</vt:lpstr>
      <vt:lpstr>Table of contents</vt:lpstr>
      <vt:lpstr>Problem background</vt:lpstr>
      <vt:lpstr>Problem background</vt:lpstr>
      <vt:lpstr>Problem background</vt:lpstr>
      <vt:lpstr>Motivation</vt:lpstr>
      <vt:lpstr>Project analysis slide 3</vt:lpstr>
      <vt:lpstr>Project analysis slide 3</vt:lpstr>
      <vt:lpstr>Project analysis slide 3</vt:lpstr>
      <vt:lpstr>Data Collection and Preprocessing 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Best Model</vt:lpstr>
      <vt:lpstr>Project analysis slide 3</vt:lpstr>
      <vt:lpstr>Project analysis slide 3</vt:lpstr>
      <vt:lpstr>Project analysis slide 3</vt:lpstr>
      <vt:lpstr>Thank You We are looking for questions.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Ensemble Approach for Accurate Cardiovascular Disease Diagnosis</dc:title>
  <dc:creator>MD. MOSTAKIN ALI</dc:creator>
  <cp:lastModifiedBy>ABRAR SHAKIL OISHIK</cp:lastModifiedBy>
  <cp:revision>79</cp:revision>
  <dcterms:created xsi:type="dcterms:W3CDTF">2025-01-20T04:32:00Z</dcterms:created>
  <dcterms:modified xsi:type="dcterms:W3CDTF">2025-09-16T13:08:57Z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2B2AC02BD1864945A1D51B0CB141EA0F_13</vt:lpwstr>
  </property>
  <property fmtid="{D5CDD505-2E9C-101B-9397-08002B2CF9AE}" pid="4" name="KSOProductBuildVer">
    <vt:lpwstr>1033-12.2.0.21179</vt:lpwstr>
  </property>
</Properties>
</file>